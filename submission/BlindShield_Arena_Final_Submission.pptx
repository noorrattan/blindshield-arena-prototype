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1.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2.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3dcf8e51966e4700" /><Relationship Type="http://schemas.openxmlformats.org/officeDocument/2006/relationships/extended-properties" Target="/docProps/app.xml" Id="Rdc368b9c92ab4bcb" /><Relationship Type="http://schemas.openxmlformats.org/officeDocument/2006/relationships/officeDocument" Target="/ppt/presentation.xml" Id="Rd88986ed5d0f4003" /></Relationships>
</file>

<file path=ppt/presentation.xml><?xml version="1.0" encoding="utf-8"?>
<p:presentation xmlns:p="http://schemas.openxmlformats.org/presentationml/2006/main">
  <p:sldMasterIdLst>
    <p:sldMasterId xmlns:r="http://schemas.openxmlformats.org/officeDocument/2006/relationships" id="2147483648" r:id="Rb52afb9650b0443c"/>
  </p:sldMasterIdLst>
  <p:notesMasterIdLst>
    <p:notesMasterId xmlns:r="http://schemas.openxmlformats.org/officeDocument/2006/relationships" r:id="R46b88bb141144aa4"/>
  </p:notesMasterIdLst>
  <p:sldIdLst>
    <p:sldId xmlns:r="http://schemas.openxmlformats.org/officeDocument/2006/relationships" id="256" r:id="Re12a919000ac448c"/>
    <p:sldId xmlns:r="http://schemas.openxmlformats.org/officeDocument/2006/relationships" id="257" r:id="R84acff2840454303"/>
    <p:sldId xmlns:r="http://schemas.openxmlformats.org/officeDocument/2006/relationships" id="258" r:id="Rd8128b98f94e42bb"/>
    <p:sldId xmlns:r="http://schemas.openxmlformats.org/officeDocument/2006/relationships" id="259" r:id="Rba00308ce5a44673"/>
    <p:sldId xmlns:r="http://schemas.openxmlformats.org/officeDocument/2006/relationships" id="260" r:id="Rda32fd0149e44c27"/>
    <p:sldId xmlns:r="http://schemas.openxmlformats.org/officeDocument/2006/relationships" id="261" r:id="Rc5489f32b55248c8"/>
    <p:sldId xmlns:r="http://schemas.openxmlformats.org/officeDocument/2006/relationships" id="262" r:id="R9f256477afdf4dd7"/>
    <p:sldId xmlns:r="http://schemas.openxmlformats.org/officeDocument/2006/relationships" id="263" r:id="R137325c72da844ed"/>
    <p:sldId xmlns:r="http://schemas.openxmlformats.org/officeDocument/2006/relationships" id="264" r:id="R1ea6d86f46534f10"/>
    <p:sldId xmlns:r="http://schemas.openxmlformats.org/officeDocument/2006/relationships" id="265" r:id="Rc2895e88bb5c459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a3dabe866e54531" /><Relationship Type="http://schemas.openxmlformats.org/officeDocument/2006/relationships/slideMaster" Target="/ppt/slideMasters/slideMaster1.xml" Id="Rb52afb9650b0443c" /><Relationship Type="http://schemas.openxmlformats.org/officeDocument/2006/relationships/notesMaster" Target="/ppt/notesMasters/notesMaster1.xml" Id="R46b88bb141144aa4" /><Relationship Type="http://schemas.openxmlformats.org/officeDocument/2006/relationships/presProps" Target="/ppt/presProps.xml" Id="Rbb5f47ba25ae4750" /><Relationship Type="http://schemas.openxmlformats.org/officeDocument/2006/relationships/tableStyles" Target="/ppt/tableStyles.xml" Id="R6ed89dc9fe6f4ceb" /><Relationship Type="http://schemas.openxmlformats.org/officeDocument/2006/relationships/slide" Target="/ppt/slides/slide1.xml" Id="Re12a919000ac448c" /><Relationship Type="http://schemas.openxmlformats.org/officeDocument/2006/relationships/slide" Target="/ppt/slides/slide2.xml" Id="R84acff2840454303" /><Relationship Type="http://schemas.openxmlformats.org/officeDocument/2006/relationships/slide" Target="/ppt/slides/slide3.xml" Id="Rd8128b98f94e42bb" /><Relationship Type="http://schemas.openxmlformats.org/officeDocument/2006/relationships/slide" Target="/ppt/slides/slide4.xml" Id="Rba00308ce5a44673" /><Relationship Type="http://schemas.openxmlformats.org/officeDocument/2006/relationships/slide" Target="/ppt/slides/slide5.xml" Id="Rda32fd0149e44c27" /><Relationship Type="http://schemas.openxmlformats.org/officeDocument/2006/relationships/slide" Target="/ppt/slides/slide6.xml" Id="Rc5489f32b55248c8" /><Relationship Type="http://schemas.openxmlformats.org/officeDocument/2006/relationships/slide" Target="/ppt/slides/slide7.xml" Id="R9f256477afdf4dd7" /><Relationship Type="http://schemas.openxmlformats.org/officeDocument/2006/relationships/slide" Target="/ppt/slides/slide8.xml" Id="R137325c72da844ed" /><Relationship Type="http://schemas.openxmlformats.org/officeDocument/2006/relationships/slide" Target="/ppt/slides/slide9.xml" Id="R1ea6d86f46534f10" /><Relationship Type="http://schemas.openxmlformats.org/officeDocument/2006/relationships/slide" Target="/ppt/slides/slide10.xml" Id="Rc2895e88bb5c459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8a3781f200240e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4b46d64ca9342be" /><Relationship Type="http://schemas.openxmlformats.org/officeDocument/2006/relationships/notesMaster" Target="/ppt/notesMasters/notesMaster1.xml" Id="Rc9a4c7efe9404119" /></Relationships>
</file>

<file path=ppt/notesSlides/_rels/notesSlide2.xml.rels>&#65279;<?xml version="1.0" encoding="utf-8"?><Relationships xmlns="http://schemas.openxmlformats.org/package/2006/relationships"><Relationship Type="http://schemas.openxmlformats.org/officeDocument/2006/relationships/slide" Target="/ppt/slides/slide2.xml" Id="R515f2c05ad64436a" /><Relationship Type="http://schemas.openxmlformats.org/officeDocument/2006/relationships/notesMaster" Target="/ppt/notesMasters/notesMaster1.xml" Id="R372b720010de424b" /></Relationships>
</file>

<file path=ppt/notesSlides/_rels/notesSlide3.xml.rels>&#65279;<?xml version="1.0" encoding="utf-8"?><Relationships xmlns="http://schemas.openxmlformats.org/package/2006/relationships"><Relationship Type="http://schemas.openxmlformats.org/officeDocument/2006/relationships/slide" Target="/ppt/slides/slide3.xml" Id="Rd986ed90480a4f58" /><Relationship Type="http://schemas.openxmlformats.org/officeDocument/2006/relationships/notesMaster" Target="/ppt/notesMasters/notesMaster1.xml" Id="R720f9cb4dbeb4e61" /></Relationships>
</file>

<file path=ppt/notesSlides/_rels/notesSlide4.xml.rels>&#65279;<?xml version="1.0" encoding="utf-8"?><Relationships xmlns="http://schemas.openxmlformats.org/package/2006/relationships"><Relationship Type="http://schemas.openxmlformats.org/officeDocument/2006/relationships/slide" Target="/ppt/slides/slide4.xml" Id="Rb8b93c06ebe84ef5" /><Relationship Type="http://schemas.openxmlformats.org/officeDocument/2006/relationships/notesMaster" Target="/ppt/notesMasters/notesMaster1.xml" Id="Rf73f1dabac374d7b" /></Relationships>
</file>

<file path=ppt/notesSlides/_rels/notesSlide5.xml.rels>&#65279;<?xml version="1.0" encoding="utf-8"?><Relationships xmlns="http://schemas.openxmlformats.org/package/2006/relationships"><Relationship Type="http://schemas.openxmlformats.org/officeDocument/2006/relationships/slide" Target="/ppt/slides/slide5.xml" Id="R0da09c3229b847d4" /><Relationship Type="http://schemas.openxmlformats.org/officeDocument/2006/relationships/notesMaster" Target="/ppt/notesMasters/notesMaster1.xml" Id="R539b08662f2b4300" /></Relationships>
</file>

<file path=ppt/notesSlides/_rels/notesSlide6.xml.rels>&#65279;<?xml version="1.0" encoding="utf-8"?><Relationships xmlns="http://schemas.openxmlformats.org/package/2006/relationships"><Relationship Type="http://schemas.openxmlformats.org/officeDocument/2006/relationships/slide" Target="/ppt/slides/slide6.xml" Id="R48492531627b419d" /><Relationship Type="http://schemas.openxmlformats.org/officeDocument/2006/relationships/notesMaster" Target="/ppt/notesMasters/notesMaster1.xml" Id="Rde291f9d60d443d3" /></Relationships>
</file>

<file path=ppt/notesSlides/_rels/notesSlide7.xml.rels>&#65279;<?xml version="1.0" encoding="utf-8"?><Relationships xmlns="http://schemas.openxmlformats.org/package/2006/relationships"><Relationship Type="http://schemas.openxmlformats.org/officeDocument/2006/relationships/slide" Target="/ppt/slides/slide7.xml" Id="R118c18601304430c" /><Relationship Type="http://schemas.openxmlformats.org/officeDocument/2006/relationships/notesMaster" Target="/ppt/notesMasters/notesMaster1.xml" Id="R1d96627983334950" /></Relationships>
</file>

<file path=ppt/notesSlides/_rels/notesSlide8.xml.rels>&#65279;<?xml version="1.0" encoding="utf-8"?><Relationships xmlns="http://schemas.openxmlformats.org/package/2006/relationships"><Relationship Type="http://schemas.openxmlformats.org/officeDocument/2006/relationships/slide" Target="/ppt/slides/slide8.xml" Id="R6e40f60fa9ea448a" /><Relationship Type="http://schemas.openxmlformats.org/officeDocument/2006/relationships/notesMaster" Target="/ppt/notesMasters/notesMaster1.xml" Id="R0eac07c267b24cba" /></Relationships>
</file>

<file path=ppt/notesSlides/_rels/notesSlide9.xml.rels>&#65279;<?xml version="1.0" encoding="utf-8"?><Relationships xmlns="http://schemas.openxmlformats.org/package/2006/relationships"><Relationship Type="http://schemas.openxmlformats.org/officeDocument/2006/relationships/slide" Target="/ppt/slides/slide9.xml" Id="R7302874224844569" /><Relationship Type="http://schemas.openxmlformats.org/officeDocument/2006/relationships/notesMaster" Target="/ppt/notesMasters/notesMaster1.xml" Id="Ra8b949f13766499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cf231607f4a490f" /><Relationship Type="http://schemas.openxmlformats.org/officeDocument/2006/relationships/notesMaster" Target="/ppt/notesMasters/notesMaster1.xml" Id="R5997c45d544b493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BlindShield Arena is our bounded local prototype for the Bayora infrastructure challenge. We focus on the trustworthiness of the testing environment: isolated execution, controlled access and evidence that an offline verifier can check. We do not claim production readiness or complete acceptance.</a:t>
            </a:r>
          </a:p>
          <a:p xmlns:a="http://schemas.openxmlformats.org/drawingml/2006/main">
            <a:r>
              <a:t/>
            </a:r>
          </a:p>
          <a:p xmlns:a="http://schemas.openxmlformats.org/drawingml/2006/main">
            <a:r>
              <a:t>Sources: Organizer-supplied problem statement, “Securing Adversarial AI Safety Testing Infrastructure”; backend/docs/STEP6-ACCEPTANCE.md; backend/evidence/public-snapshot-validation-20261028.json.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challenge is simultaneous operation without cross-tenant state exposure. Attack payloads must stay hidden from the defender before the test concludes. The attacker must not observe defensive logic, and the model must avoid context contamination. The dashed connections illustrate risks in the challenge scenario, not measured attacks against our prototype.</a:t>
            </a:r>
          </a:p>
          <a:p xmlns:a="http://schemas.openxmlformats.org/drawingml/2006/main">
            <a:r>
              <a:t/>
            </a:r>
          </a:p>
          <a:p xmlns:a="http://schemas.openxmlformats.org/drawingml/2006/main">
            <a:r>
              <a:t>Sources: Organizer-supplied Bayora problem statement, Problem Statement and Core Question sections.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value comes from connecting execution controls to evidence. A result belongs to an admitted source and model configuration. The broker applies authorization and budget rules, coordinates the isolated lanes, and controls feedback release. The recorder/witness pair produces records that the separate verifier checks. These are implemented mechanisms within a local trust boundary, not a universal isolation guarantee.</a:t>
            </a:r>
          </a:p>
          <a:p xmlns:a="http://schemas.openxmlformats.org/drawingml/2006/main">
            <a:r>
              <a:t/>
            </a:r>
          </a:p>
          <a:p xmlns:a="http://schemas.openxmlformats.org/drawingml/2006/main">
            <a:r>
              <a:t>Sources: backend/src/arena/prototype/admission.py; backend/src/arena/prototype/service.py; backend/src/arena/prototype/runtime.py; backend/src/arena/verifier/; backend/docs/PROTOTYPE-SERVICE.md.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broker is the trusted control plane. mTLS clients submit authorized requests. The INPUT path shown runs a transient defense cell before model dispatch; BLOCK avoids dispatch and SANITIZE changes the allowed input. The backend also implements FEATURES, OUTPUT and POST_HOC modes with their own ordering. Each Qwen lane uses a separate model process/container. Broker events feed recorder and witness records. A separately installed verifier checks the exported bundle. The host administrator and Docker administration remain trusted. The React console defaults to simulated data and now includes a live HTTP adapter. Its current integration suite uses mock transport; end-to-end mTLS integration remains unverified.</a:t>
            </a:r>
          </a:p>
          <a:p xmlns:a="http://schemas.openxmlformats.org/drawingml/2006/main">
            <a:r>
              <a:t/>
            </a:r>
          </a:p>
          <a:p xmlns:a="http://schemas.openxmlformats.org/drawingml/2006/main">
            <a:r>
              <a:t>Sources: backend/src/arena/prototype/service.py; backend/src/arena/prototype/runtime.py; backend/src/arena/integration/runtime.py; backend/infra/cells/; backend/docs/PROTOTYPE-RELEASE.md.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fresh interactive demo uses two waves of three turns. Authentication, denial, idempotency and embargo checks form part of the demo. Each wave respects the frozen 61-second release floor and 60-second execution deadline. Sealed batch is a separate supported mode. The named decisions are functional dispositions, not an assertion of model safety or public-defense accuracy.</a:t>
            </a:r>
          </a:p>
          <a:p xmlns:a="http://schemas.openxmlformats.org/drawingml/2006/main">
            <a:r>
              <a:t/>
            </a:r>
          </a:p>
          <a:p xmlns:a="http://schemas.openxmlformats.org/drawingml/2006/main">
            <a:r>
              <a:t>Sources: backend/tools/local_release_acceptance.py; backend/tools/prototype_run.py; backend/src/arena/prototype/demo.py; backend/src/arena/prototype/service.py; backend/evidence/public-snapshot-validation-20261028.json.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capture shows the earlier simulated console. The updated frontend delivery adds an HTTP adapter and lifecycle methods. Current type checking, lint, 284 unit/component tests and production build passed. The new integration suite mocks fetch, so it does not prove browser-to-backend mTLS interoperability. The backend trusts client certificates, not browser role or fingerprint headers. The earlier 96-case Playwright receipt remains historical. Sources: frontend/src/lib/api/liveClient.ts; frontend/src/test/liveIntegration.test.ts; frontend/package.json; backend/evidence/prototype-repository-validation-20261028.json.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AUC summarizes how well the study classifier distinguished the tested functional controls using timing. The shaped point estimate was 0.527 with a campaign-bootstrap 95% interval of 0.358 to 0.696. The unshaped control was 1.000. These are reported results from the finite Step 6 study at measured source 15a19332. The interval is wide, and the study does not prove population performance, independent campaign samples, p99 or total side-channel capacity. Detailed path-redacted timing records are omitted from the public snapshot because their changed bytes would invalidate original hashes/signatures.</a:t>
            </a:r>
          </a:p>
          <a:p xmlns:a="http://schemas.openxmlformats.org/drawingml/2006/main">
            <a:r>
              <a:t/>
            </a:r>
          </a:p>
          <a:p xmlns:a="http://schemas.openxmlformats.org/drawingml/2006/main">
            <a:r>
              <a:t>Sources: backend/docs/STEP6-ACCEPTANCE.md, Final timing procedure; original measured source 15a19332eba7f2ecc62eda7fa197449b46d291a7.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fresh run belongs to the independent public-source snapshot at 2f73df80ba05af51bc10554b606ba22ee3e89ff1. Static admission, real calibration, service admission, authenticated INTERACTIVE/INPUT demo and offline verification passed. The separate Windows public test subset passed 548 tests, 14 subtests and one documented coordinated-rollback skip. Three private memory-specific modules are omitted, and a retained historical owner-input module is excluded because its fixtures are not distributed. An earlier mounted-filesystem attempt failed its three-lane overlap observation and never reached offline verification. Its raw artifacts remain retained, and the successful native-filesystem attempt used a new directory with unchanged source and checks. This is same-laptop prepared-host evidence, not independent-hardware or complete T/P acceptance.</a:t>
            </a:r>
          </a:p>
          <a:p xmlns:a="http://schemas.openxmlformats.org/drawingml/2006/main">
            <a:r>
              <a:t/>
            </a:r>
          </a:p>
          <a:p xmlns:a="http://schemas.openxmlformats.org/drawingml/2006/main">
            <a:r>
              <a:t>Sources: backend/evidence/public-snapshot-validation-20261028.json; backend/README.md.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Step 6 report evaluates 20 T procedures and 15 P procedures. It reports 19 PASS, 15 PARTIAL and one INCONCLUSIVE. Isolated server prefix-cache timing remains inconclusive. Several network, resource, lifecycle and browser/backend boundaries remain partial. The broader 633-pass suite numbers in that report belong to its original measured source and full private tree, so this slide uses the procedure count rather than mixing them with the fresh public-subset denominator. The public report retains result summaries while omitting detailed path-redacted records that cannot validate their original cryptographic hashes.</a:t>
            </a:r>
          </a:p>
          <a:p xmlns:a="http://schemas.openxmlformats.org/drawingml/2006/main">
            <a:r>
              <a:t/>
            </a:r>
          </a:p>
          <a:p xmlns:a="http://schemas.openxmlformats.org/drawingml/2006/main">
            <a:r>
              <a:t>Sources: backend/docs/STEP6-ACCEPTANCE.md, Procedure outcomes and Six-objective claim sheet.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latest frontend has a live HTTP adapter. The immediate milestone is verifying real browser-to-backend mTLS transport and completing the endpoint/response adapters. Further validation needs another physical host and broader probes, particularly isolated cache timing, resource fairness and network-route coverage. Contributor areas reflect the committed frontend, backend and component/tooling deliveries. Broader roles in historical planning documents are not claims that every planned task is complete. The owner confirmed MIT publication permission from both contributors, including the new frontend, on 28 October 2026. The prototype does not establish host-admin rollback resistance, forensic erasure, universal model safety or zero side-channel leakage.</a:t>
            </a:r>
          </a:p>
          <a:p xmlns:a="http://schemas.openxmlformats.org/drawingml/2006/main">
            <a:r>
              <a:t/>
            </a:r>
          </a:p>
          <a:p xmlns:a="http://schemas.openxmlformats.org/drawingml/2006/main">
            <a:r>
              <a:t>Sources: TEAM.md; git authorship of frontend and backend component deliveries; backend/docs/STEP6-ACCEPTANCE.md; RELEASE-READINESS.md.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61f79bb24f0440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03749fbd160479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5d6f640c894415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f21738b71aa4b2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4f5f607fd104ec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b2621d784654d6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24BA29F-203F-409B-B213-41DF55ED21D8}"/>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E6A7F6A5-8F81-4336-AB64-82A68E52F838}"/>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B2E4C0E3-9FF2-4451-8B98-F549A5369D83}"/>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4FE00FA-6C0A-4CEE-A793-E341344EB35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179606B7-3DFA-4194-83EE-2E1D181E480F}"/>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6F5A2A61-E0F5-4817-A914-DF3C2D50B1C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929F1AB-F1A3-4AE4-A5C7-5B306E48DCC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26A87B16-43B1-4449-BA2B-665D29618AEC}"/>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A359BAF-B145-44A7-B825-189DAA2390B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A852F02-C37A-43D4-8E08-0A06E4F77C8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82cf5a60728499e" /><Relationship Type="http://schemas.openxmlformats.org/officeDocument/2006/relationships/slideLayout" Target="/ppt/slideLayouts/slideLayout1.xml" Id="R19847a1a0c32449b" /><Relationship Type="http://schemas.openxmlformats.org/officeDocument/2006/relationships/slideLayout" Target="/ppt/slideLayouts/slideLayout2.xml" Id="R1aa75288f3174fae" /><Relationship Type="http://schemas.openxmlformats.org/officeDocument/2006/relationships/slideLayout" Target="/ppt/slideLayouts/slideLayout3.xml" Id="R804fe4e5cb474c5b" /><Relationship Type="http://schemas.openxmlformats.org/officeDocument/2006/relationships/slideLayout" Target="/ppt/slideLayouts/slideLayout4.xml" Id="Rb14e77abd849450d" /><Relationship Type="http://schemas.openxmlformats.org/officeDocument/2006/relationships/slideLayout" Target="/ppt/slideLayouts/slideLayout5.xml" Id="R321a0891a42b498f" /><Relationship Type="http://schemas.openxmlformats.org/officeDocument/2006/relationships/slideLayout" Target="/ppt/slideLayouts/slideLayout6.xml" Id="Raed85b09806e49d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9847a1a0c32449b"/>
    <p:sldLayoutId xmlns:r="http://schemas.openxmlformats.org/officeDocument/2006/relationships" id="2147483650" r:id="R1aa75288f3174fae"/>
    <p:sldLayoutId xmlns:r="http://schemas.openxmlformats.org/officeDocument/2006/relationships" id="2147483651" r:id="R804fe4e5cb474c5b"/>
    <p:sldLayoutId xmlns:r="http://schemas.openxmlformats.org/officeDocument/2006/relationships" id="2147483652" r:id="Rb14e77abd849450d"/>
    <p:sldLayoutId xmlns:r="http://schemas.openxmlformats.org/officeDocument/2006/relationships" id="2147483653" r:id="R321a0891a42b498f"/>
    <p:sldLayoutId xmlns:r="http://schemas.openxmlformats.org/officeDocument/2006/relationships" id="2147483654" r:id="Raed85b09806e49d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53f73c2e707f4736" /><Relationship Type="http://schemas.openxmlformats.org/officeDocument/2006/relationships/notesSlide" Target="/ppt/notesSlides/notesSlide1.xml" Id="R7b8d330278f34818"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d4f3c277780f47d8" /><Relationship Type="http://schemas.openxmlformats.org/officeDocument/2006/relationships/notesSlide" Target="/ppt/notesSlides/notesSlide2.xml" Id="R8b02313a16cc43a9"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ea819df437e14968" /><Relationship Type="http://schemas.openxmlformats.org/officeDocument/2006/relationships/notesSlide" Target="/ppt/notesSlides/notesSlide3.xml" Id="R2c9fb82feb5e4568"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9d420429ea8e483c" /><Relationship Type="http://schemas.openxmlformats.org/officeDocument/2006/relationships/notesSlide" Target="/ppt/notesSlides/notesSlide4.xml" Id="R679cc247aecb40b6"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faf322b2767d4805" /><Relationship Type="http://schemas.openxmlformats.org/officeDocument/2006/relationships/notesSlide" Target="/ppt/notesSlides/notesSlide5.xml" Id="R1d1fb7fd587d44fa"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ebf309fe8e1d43ec" /><Relationship Type="http://schemas.openxmlformats.org/officeDocument/2006/relationships/image" Target="/ppt/media/image.png" Id="R7441478f52974060" /><Relationship Type="http://schemas.openxmlformats.org/officeDocument/2006/relationships/notesSlide" Target="/ppt/notesSlides/notesSlide6.xml" Id="R16b02f1e53ea4c30"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be6008f46d344f70" /><Relationship Type="http://schemas.openxmlformats.org/officeDocument/2006/relationships/chart" Target="/ppt/slides/charts/chart1.xml" Id="R63ed5f2c8fd24048" /><Relationship Type="http://schemas.openxmlformats.org/officeDocument/2006/relationships/notesSlide" Target="/ppt/notesSlides/notesSlide7.xml" Id="R9fe995dbf7e34832"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962748ecd2ea4229" /><Relationship Type="http://schemas.openxmlformats.org/officeDocument/2006/relationships/notesSlide" Target="/ppt/notesSlides/notesSlide8.xml" Id="Rd6ed8cc4213546b9"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80036467950e4098" /><Relationship Type="http://schemas.openxmlformats.org/officeDocument/2006/relationships/chart" Target="/ppt/slides/charts/chart2.xml" Id="R0700b9c3bd7042bd" /><Relationship Type="http://schemas.openxmlformats.org/officeDocument/2006/relationships/notesSlide" Target="/ppt/notesSlides/notesSlide9.xml" Id="Rc68f5329d7c14f4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aca24e41356346cd" /><Relationship Type="http://schemas.openxmlformats.org/officeDocument/2006/relationships/notesSlide" Target="/ppt/notesSlides/notesSlide10.xml" Id="Rc0ab6e7faba04363"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Timing classifier AUC</c:v>
          </c:tx>
          <c:spPr>
            <a:solidFill xmlns:a="http://schemas.openxmlformats.org/drawingml/2006/main">
              <a:srgbClr val="087E78"/>
            </a:solidFill>
          </c:spPr>
          <c:invertIfNegative val="0"/>
          <c:dPt>
            <c:idx val="0"/>
            <c:invertIfNegative val="0"/>
            <c:spPr>
              <a:solidFill xmlns:a="http://schemas.openxmlformats.org/drawingml/2006/main">
                <a:srgbClr val="C95045"/>
              </a:solidFill>
            </c:spPr>
          </c:dPt>
          <c:dPt>
            <c:idx val="1"/>
            <c:invertIfNegative val="0"/>
            <c:spPr>
              <a:solidFill xmlns:a="http://schemas.openxmlformats.org/drawingml/2006/main">
                <a:srgbClr val="087E78"/>
              </a:solidFill>
            </c:spPr>
          </c:dPt>
          <c:cat>
            <c:strRef>
              <c:f>'Chart Data'!$A$2:$A$3</c:f>
              <c:strCache>
                <c:ptCount val="2"/>
                <c:pt idx="0">
                  <c:v>Unshaped control</c:v>
                </c:pt>
                <c:pt idx="1">
                  <c:v>Shaped feedback</c:v>
                </c:pt>
              </c:strCache>
            </c:strRef>
          </c:cat>
          <c:val>
            <c:numRef>
              <c:f>'Chart Data'!$B$2:$B$3</c:f>
              <c:numCache>
                <c:formatCode>0.000</c:formatCode>
                <c:ptCount val="2"/>
                <c:pt idx="0">
                  <c:v>1</c:v>
                </c:pt>
                <c:pt idx="1">
                  <c:v>0.527</c:v>
                </c:pt>
              </c:numCache>
            </c:numRef>
          </c:val>
        </c:ser>
        <c:dLbls>
          <c:numFmt formatCode="0.000" sourceLinked="0"/>
          <c:txPr>
            <a:bodyPr xmlns:a="http://schemas.openxmlformats.org/drawingml/2006/main" anchorCtr="1"/>
            <a:lstStyle xmlns:a="http://schemas.openxmlformats.org/drawingml/2006/main"/>
            <a:p xmlns:a="http://schemas.openxmlformats.org/drawingml/2006/main">
              <a:pPr>
                <a:defRPr sz="1875" b="1">
                  <a:solidFill>
                    <a:srgbClr val="0A1420"/>
                  </a:solidFill>
                  <a:latin typeface="Arial"/>
                  <a:ea typeface="Arial"/>
                  <a:cs typeface="Arial"/>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l"/>
        <c:majorGridlines>
          <c:spPr>
            <a:ln xmlns:a="http://schemas.openxmlformats.org/drawingml/2006/main" w="9525">
              <a:solidFill>
                <a:srgbClr val="D9E2E5"/>
              </a:solidFill>
            </a:ln>
          </c:spPr>
        </c:majorGridlines>
        <c:numFmt formatCode="0.0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725">
                <a:solidFill>
                  <a:srgbClr val="0A1420"/>
                </a:solidFill>
                <a:latin typeface="Arial"/>
                <a:ea typeface="Arial"/>
                <a:cs typeface="Arial"/>
              </a:defRPr>
            </a:pPr>
          </a:p>
        </c:txPr>
        <c:crossAx val="48672768"/>
      </c:catAx>
      <c:valAx>
        <c:axId val="48672768"/>
        <c:scaling>
          <c:orientation val="minMax"/>
          <c:max val="1.1"/>
          <c:min val="0"/>
        </c:scaling>
        <c:delete val="0"/>
        <c:axPos val="b"/>
        <c:majorGridlines>
          <c:spPr>
            <a:ln xmlns:a="http://schemas.openxmlformats.org/drawingml/2006/main" w="9525">
              <a:solidFill>
                <a:srgbClr val="D9E2E5"/>
              </a:solidFill>
            </a:ln>
          </c:spPr>
        </c:majorGridlines>
        <c:numFmt formatCode="0.0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00">
                <a:solidFill>
                  <a:srgbClr val="52616F"/>
                </a:solidFill>
                <a:latin typeface="Arial"/>
                <a:ea typeface="Arial"/>
                <a:cs typeface="Arial"/>
              </a:defRPr>
            </a:pPr>
          </a:p>
        </c:txPr>
        <c:crossAx val="48650112"/>
        <c:crossBetween val="between"/>
        <c:majorUnit val="0.25"/>
      </c:valAx>
      <c:spPr>
        <a:noFill xmlns:a="http://schemas.openxmlformats.org/drawingml/2006/main"/>
      </c:spPr>
    </c:plotArea>
    <c:plotVisOnly val="1"/>
  </c:chart>
  <c:spPr>
    <a:noFill xmlns:a="http://schemas.openxmlformats.org/drawingml/2006/mai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Procedure count</c:v>
          </c:tx>
          <c:spPr>
            <a:solidFill xmlns:a="http://schemas.openxmlformats.org/drawingml/2006/main">
              <a:srgbClr val="087E78"/>
            </a:solidFill>
          </c:spPr>
          <c:invertIfNegative val="0"/>
          <c:dPt>
            <c:idx val="0"/>
            <c:invertIfNegative val="0"/>
            <c:spPr>
              <a:solidFill xmlns:a="http://schemas.openxmlformats.org/drawingml/2006/main">
                <a:srgbClr val="087E78"/>
              </a:solidFill>
            </c:spPr>
          </c:dPt>
          <c:dPt>
            <c:idx val="1"/>
            <c:invertIfNegative val="0"/>
            <c:spPr>
              <a:solidFill xmlns:a="http://schemas.openxmlformats.org/drawingml/2006/main">
                <a:srgbClr val="BA782C"/>
              </a:solidFill>
            </c:spPr>
          </c:dPt>
          <c:dPt>
            <c:idx val="2"/>
            <c:invertIfNegative val="0"/>
            <c:spPr>
              <a:solidFill xmlns:a="http://schemas.openxmlformats.org/drawingml/2006/main">
                <a:srgbClr val="C95045"/>
              </a:solidFill>
            </c:spPr>
          </c:dPt>
          <c:cat>
            <c:strRef>
              <c:f>'Chart Data'!$A$2:$A$4</c:f>
              <c:strCache>
                <c:ptCount val="3"/>
                <c:pt idx="0">
                  <c:v>PASS</c:v>
                </c:pt>
                <c:pt idx="1">
                  <c:v>PARTIAL</c:v>
                </c:pt>
                <c:pt idx="2">
                  <c:v>INCONCLUSIVE</c:v>
                </c:pt>
              </c:strCache>
            </c:strRef>
          </c:cat>
          <c:val>
            <c:numRef>
              <c:f>'Chart Data'!$B$2:$B$4</c:f>
              <c:numCache>
                <c:formatCode>0</c:formatCode>
                <c:ptCount val="3"/>
                <c:pt idx="0">
                  <c:v>19</c:v>
                </c:pt>
                <c:pt idx="1">
                  <c:v>15</c:v>
                </c:pt>
                <c:pt idx="2">
                  <c:v>1</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2250" b="1">
                  <a:solidFill>
                    <a:srgbClr val="0A1420"/>
                  </a:solidFill>
                  <a:latin typeface="Arial"/>
                  <a:ea typeface="Arial"/>
                  <a:cs typeface="Arial"/>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l"/>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a:solidFill>
                  <a:srgbClr val="0A1420"/>
                </a:solidFill>
                <a:latin typeface="Arial"/>
                <a:ea typeface="Arial"/>
                <a:cs typeface="Arial"/>
              </a:defRPr>
            </a:pPr>
          </a:p>
        </c:txPr>
        <c:crossAx val="48672768"/>
      </c:catAx>
      <c:valAx>
        <c:axId val="48672768"/>
        <c:scaling>
          <c:orientation val="minMax"/>
          <c:max val="22"/>
          <c:min val="0"/>
        </c:scaling>
        <c:delete val="1"/>
        <c:axPos val="b"/>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a:solidFill>
                  <a:srgbClr val="0A1420"/>
                </a:solidFill>
                <a:latin typeface="Arial"/>
                <a:ea typeface="Arial"/>
                <a:cs typeface="Arial"/>
              </a:defRPr>
            </a:pPr>
          </a:p>
        </c:txPr>
        <c:crossAx val="48650112"/>
        <c:crossBetween val="between"/>
      </c:valAx>
      <c:spPr>
        <a:noFill xmlns:a="http://schemas.openxmlformats.org/drawingml/2006/main"/>
      </c:spPr>
    </c:plotArea>
    <c:plotVisOnly val="1"/>
  </c:chart>
  <c:spPr>
    <a:noFill xmlns:a="http://schemas.openxmlformats.org/drawingml/2006/mai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A1420"/>
        </a:solidFill>
      </p:bgPr>
    </p:bg>
    <p:spTree>
      <p:nvGrpSpPr>
        <p:cNvPr id="1" name=""/>
        <p:cNvGrpSpPr/>
        <p:nvPr/>
      </p:nvGrpSpPr>
      <p:grpSpPr>
        <a:xfrm xmlns:a="http://schemas.openxmlformats.org/drawingml/2006/main"/>
      </p:grpSpPr>
      <p:sp>
        <p:nvSpPr>
          <p:cNvPr id="2" name="BlindShield&#10;Arena">
            <a:extLst xmlns:a="http://schemas.openxmlformats.org/drawingml/2006/main">
              <a:ext uri="{FF2B5EF4-FFF2-40B4-BE49-F238E27FC236}">
                <a16:creationId xmlns:a16="http://schemas.microsoft.com/office/drawing/2014/main" id="{A9F9A3A8-5198-4C26-907A-EA3949ED1F7D}"/>
              </a:ext>
            </a:extLst>
          </p:cNvPr>
          <p:cNvSpPr>
            <a:spLocks xmlns:a="http://schemas.openxmlformats.org/drawingml/2006/main" noGrp="1"/>
          </p:cNvSpPr>
          <p:nvPr/>
        </p:nvSpPr>
        <p:spPr>
          <a:xfrm xmlns:a="http://schemas.openxmlformats.org/drawingml/2006/main">
            <a:off x="609600" y="1333500"/>
            <a:ext cx="10477500"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6750" b="1">
                <a:solidFill>
                  <a:srgbClr val="FFFFFF"/>
                </a:solidFill>
                <a:latin typeface="Arial"/>
                <a:ea typeface="Arial"/>
                <a:cs typeface="Arial"/>
              </a:defRPr>
            </a:defPPr>
            <a:lvl1pPr algn="l">
              <a:defRPr sz="6750" b="1">
                <a:solidFill>
                  <a:srgbClr val="FFFFFF"/>
                </a:solidFill>
                <a:latin typeface="Arial"/>
                <a:ea typeface="Arial"/>
                <a:cs typeface="Arial"/>
              </a:defRPr>
            </a:lvl1pPr>
            <a:lvl2pPr algn="l">
              <a:defRPr sz="6750" b="1">
                <a:solidFill>
                  <a:srgbClr val="FFFFFF"/>
                </a:solidFill>
                <a:latin typeface="Arial"/>
                <a:ea typeface="Arial"/>
                <a:cs typeface="Arial"/>
              </a:defRPr>
            </a:lvl2pPr>
            <a:lvl3pPr algn="l">
              <a:defRPr sz="6750" b="1">
                <a:solidFill>
                  <a:srgbClr val="FFFFFF"/>
                </a:solidFill>
                <a:latin typeface="Arial"/>
                <a:ea typeface="Arial"/>
                <a:cs typeface="Arial"/>
              </a:defRPr>
            </a:lvl3pPr>
            <a:lvl4pPr algn="l">
              <a:defRPr sz="6750" b="1">
                <a:solidFill>
                  <a:srgbClr val="FFFFFF"/>
                </a:solidFill>
                <a:latin typeface="Arial"/>
                <a:ea typeface="Arial"/>
                <a:cs typeface="Arial"/>
              </a:defRPr>
            </a:lvl4pPr>
            <a:lvl5pPr algn="l">
              <a:defRPr sz="6750" b="1">
                <a:solidFill>
                  <a:srgbClr val="FFFFFF"/>
                </a:solidFill>
                <a:latin typeface="Arial"/>
                <a:ea typeface="Arial"/>
                <a:cs typeface="Arial"/>
              </a:defRPr>
            </a:lvl5pPr>
            <a:lvl6pPr algn="l">
              <a:defRPr sz="6750" b="1">
                <a:solidFill>
                  <a:srgbClr val="FFFFFF"/>
                </a:solidFill>
                <a:latin typeface="Arial"/>
                <a:ea typeface="Arial"/>
                <a:cs typeface="Arial"/>
              </a:defRPr>
            </a:lvl6pPr>
            <a:lvl7pPr algn="l">
              <a:defRPr sz="6750" b="1">
                <a:solidFill>
                  <a:srgbClr val="FFFFFF"/>
                </a:solidFill>
                <a:latin typeface="Arial"/>
                <a:ea typeface="Arial"/>
                <a:cs typeface="Arial"/>
              </a:defRPr>
            </a:lvl7pPr>
            <a:lvl8pPr algn="l">
              <a:defRPr sz="6750" b="1">
                <a:solidFill>
                  <a:srgbClr val="FFFFFF"/>
                </a:solidFill>
                <a:latin typeface="Arial"/>
                <a:ea typeface="Arial"/>
                <a:cs typeface="Arial"/>
              </a:defRPr>
            </a:lvl8pPr>
            <a:lvl9pPr algn="l">
              <a:defRPr sz="6750" b="1">
                <a:solidFill>
                  <a:srgbClr val="FFFFFF"/>
                </a:solidFill>
                <a:latin typeface="Arial"/>
                <a:ea typeface="Arial"/>
                <a:cs typeface="Arial"/>
              </a:defRPr>
            </a:lvl9pPr>
          </a:lstStyle>
          <a:p xmlns:a="http://schemas.openxmlformats.org/drawingml/2006/main">
            <a:pPr algn="l">
              <a:defRPr sz="6750" b="1">
                <a:solidFill>
                  <a:srgbClr val="FFFFFF"/>
                </a:solidFill>
                <a:latin typeface="Arial"/>
                <a:ea typeface="Arial"/>
                <a:cs typeface="Arial"/>
              </a:defRPr>
            </a:pPr>
            <a:r>
              <a:rPr sz="6750" b="1">
                <a:solidFill>
                  <a:srgbClr val="FFFFFF"/>
                </a:solidFill>
                <a:latin typeface="Arial"/>
                <a:ea typeface="Arial"/>
                <a:cs typeface="Arial"/>
              </a:rPr>
              <a:t>BlindShield</a:t>
            </a:r>
          </a:p>
          <a:p xmlns:a="http://schemas.openxmlformats.org/drawingml/2006/main">
            <a:pPr algn="l">
              <a:defRPr sz="6750" b="1">
                <a:solidFill>
                  <a:srgbClr val="FFFFFF"/>
                </a:solidFill>
                <a:latin typeface="Arial"/>
                <a:ea typeface="Arial"/>
                <a:cs typeface="Arial"/>
              </a:defRPr>
            </a:pPr>
            <a:r>
              <a:rPr sz="6750" b="1">
                <a:solidFill>
                  <a:srgbClr val="FFFFFF"/>
                </a:solidFill>
                <a:latin typeface="Arial"/>
                <a:ea typeface="Arial"/>
                <a:cs typeface="Arial"/>
              </a:rPr>
              <a:t>Arena</a:t>
            </a:r>
          </a:p>
        </p:txBody>
      </p:sp>
      <p:sp>
        <p:nvSpPr>
          <p:cNvPr id="3" name="Secure infrastructure for adversarial AI testing">
            <a:extLst xmlns:a="http://schemas.openxmlformats.org/drawingml/2006/main">
              <a:ext uri="{FF2B5EF4-FFF2-40B4-BE49-F238E27FC236}">
                <a16:creationId xmlns:a16="http://schemas.microsoft.com/office/drawing/2014/main" id="{9F974ABB-C309-4CE6-A860-1B75AD359792}"/>
              </a:ext>
            </a:extLst>
          </p:cNvPr>
          <p:cNvSpPr>
            <a:spLocks xmlns:a="http://schemas.openxmlformats.org/drawingml/2006/main" noGrp="1"/>
          </p:cNvSpPr>
          <p:nvPr/>
        </p:nvSpPr>
        <p:spPr>
          <a:xfrm xmlns:a="http://schemas.openxmlformats.org/drawingml/2006/main">
            <a:off x="657225" y="3667125"/>
            <a:ext cx="1028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0">
                <a:solidFill>
                  <a:srgbClr val="00B9C8"/>
                </a:solidFill>
                <a:latin typeface="Arial"/>
                <a:ea typeface="Arial"/>
                <a:cs typeface="Arial"/>
              </a:defRPr>
            </a:defPPr>
            <a:lvl1pPr algn="l">
              <a:defRPr sz="2475" b="0">
                <a:solidFill>
                  <a:srgbClr val="00B9C8"/>
                </a:solidFill>
                <a:latin typeface="Arial"/>
                <a:ea typeface="Arial"/>
                <a:cs typeface="Arial"/>
              </a:defRPr>
            </a:lvl1pPr>
            <a:lvl2pPr algn="l">
              <a:defRPr sz="2475" b="0">
                <a:solidFill>
                  <a:srgbClr val="00B9C8"/>
                </a:solidFill>
                <a:latin typeface="Arial"/>
                <a:ea typeface="Arial"/>
                <a:cs typeface="Arial"/>
              </a:defRPr>
            </a:lvl2pPr>
            <a:lvl3pPr algn="l">
              <a:defRPr sz="2475" b="0">
                <a:solidFill>
                  <a:srgbClr val="00B9C8"/>
                </a:solidFill>
                <a:latin typeface="Arial"/>
                <a:ea typeface="Arial"/>
                <a:cs typeface="Arial"/>
              </a:defRPr>
            </a:lvl3pPr>
            <a:lvl4pPr algn="l">
              <a:defRPr sz="2475" b="0">
                <a:solidFill>
                  <a:srgbClr val="00B9C8"/>
                </a:solidFill>
                <a:latin typeface="Arial"/>
                <a:ea typeface="Arial"/>
                <a:cs typeface="Arial"/>
              </a:defRPr>
            </a:lvl4pPr>
            <a:lvl5pPr algn="l">
              <a:defRPr sz="2475" b="0">
                <a:solidFill>
                  <a:srgbClr val="00B9C8"/>
                </a:solidFill>
                <a:latin typeface="Arial"/>
                <a:ea typeface="Arial"/>
                <a:cs typeface="Arial"/>
              </a:defRPr>
            </a:lvl5pPr>
            <a:lvl6pPr algn="l">
              <a:defRPr sz="2475" b="0">
                <a:solidFill>
                  <a:srgbClr val="00B9C8"/>
                </a:solidFill>
                <a:latin typeface="Arial"/>
                <a:ea typeface="Arial"/>
                <a:cs typeface="Arial"/>
              </a:defRPr>
            </a:lvl6pPr>
            <a:lvl7pPr algn="l">
              <a:defRPr sz="2475" b="0">
                <a:solidFill>
                  <a:srgbClr val="00B9C8"/>
                </a:solidFill>
                <a:latin typeface="Arial"/>
                <a:ea typeface="Arial"/>
                <a:cs typeface="Arial"/>
              </a:defRPr>
            </a:lvl7pPr>
            <a:lvl8pPr algn="l">
              <a:defRPr sz="2475" b="0">
                <a:solidFill>
                  <a:srgbClr val="00B9C8"/>
                </a:solidFill>
                <a:latin typeface="Arial"/>
                <a:ea typeface="Arial"/>
                <a:cs typeface="Arial"/>
              </a:defRPr>
            </a:lvl8pPr>
            <a:lvl9pPr algn="l">
              <a:defRPr sz="2475" b="0">
                <a:solidFill>
                  <a:srgbClr val="00B9C8"/>
                </a:solidFill>
                <a:latin typeface="Arial"/>
                <a:ea typeface="Arial"/>
                <a:cs typeface="Arial"/>
              </a:defRPr>
            </a:lvl9pPr>
          </a:lstStyle>
          <a:p xmlns:a="http://schemas.openxmlformats.org/drawingml/2006/main">
            <a:pPr algn="l">
              <a:defRPr sz="2475" b="0">
                <a:solidFill>
                  <a:srgbClr val="00B9C8"/>
                </a:solidFill>
                <a:latin typeface="Arial"/>
                <a:ea typeface="Arial"/>
                <a:cs typeface="Arial"/>
              </a:defRPr>
            </a:pPr>
            <a:r>
              <a:rPr sz="2475" b="0">
                <a:solidFill>
                  <a:srgbClr val="00B9C8"/>
                </a:solidFill>
                <a:latin typeface="Arial"/>
                <a:ea typeface="Arial"/>
                <a:cs typeface="Arial"/>
              </a:rPr>
              <a:t>Secure infrastructure for adversarial AI testing</a:t>
            </a:r>
          </a:p>
        </p:txBody>
      </p:sp>
      <p:sp>
        <p:nvSpPr>
          <p:cNvPr id="4" name="Bayora challenge   /   Hack in Hills 2026">
            <a:extLst xmlns:a="http://schemas.openxmlformats.org/drawingml/2006/main">
              <a:ext uri="{FF2B5EF4-FFF2-40B4-BE49-F238E27FC236}">
                <a16:creationId xmlns:a16="http://schemas.microsoft.com/office/drawing/2014/main" id="{024A36B1-8F0D-4677-BF9E-DF3D12F114FC}"/>
              </a:ext>
            </a:extLst>
          </p:cNvPr>
          <p:cNvSpPr>
            <a:spLocks xmlns:a="http://schemas.openxmlformats.org/drawingml/2006/main" noGrp="1"/>
          </p:cNvSpPr>
          <p:nvPr/>
        </p:nvSpPr>
        <p:spPr>
          <a:xfrm xmlns:a="http://schemas.openxmlformats.org/drawingml/2006/main">
            <a:off x="657225" y="4572000"/>
            <a:ext cx="952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A8BBC8"/>
                </a:solidFill>
                <a:latin typeface="Arial"/>
                <a:ea typeface="Arial"/>
                <a:cs typeface="Arial"/>
              </a:defRPr>
            </a:defPPr>
            <a:lvl1pPr algn="l">
              <a:defRPr sz="1800" b="0">
                <a:solidFill>
                  <a:srgbClr val="A8BBC8"/>
                </a:solidFill>
                <a:latin typeface="Arial"/>
                <a:ea typeface="Arial"/>
                <a:cs typeface="Arial"/>
              </a:defRPr>
            </a:lvl1pPr>
            <a:lvl2pPr algn="l">
              <a:defRPr sz="1800" b="0">
                <a:solidFill>
                  <a:srgbClr val="A8BBC8"/>
                </a:solidFill>
                <a:latin typeface="Arial"/>
                <a:ea typeface="Arial"/>
                <a:cs typeface="Arial"/>
              </a:defRPr>
            </a:lvl2pPr>
            <a:lvl3pPr algn="l">
              <a:defRPr sz="1800" b="0">
                <a:solidFill>
                  <a:srgbClr val="A8BBC8"/>
                </a:solidFill>
                <a:latin typeface="Arial"/>
                <a:ea typeface="Arial"/>
                <a:cs typeface="Arial"/>
              </a:defRPr>
            </a:lvl3pPr>
            <a:lvl4pPr algn="l">
              <a:defRPr sz="1800" b="0">
                <a:solidFill>
                  <a:srgbClr val="A8BBC8"/>
                </a:solidFill>
                <a:latin typeface="Arial"/>
                <a:ea typeface="Arial"/>
                <a:cs typeface="Arial"/>
              </a:defRPr>
            </a:lvl4pPr>
            <a:lvl5pPr algn="l">
              <a:defRPr sz="1800" b="0">
                <a:solidFill>
                  <a:srgbClr val="A8BBC8"/>
                </a:solidFill>
                <a:latin typeface="Arial"/>
                <a:ea typeface="Arial"/>
                <a:cs typeface="Arial"/>
              </a:defRPr>
            </a:lvl5pPr>
            <a:lvl6pPr algn="l">
              <a:defRPr sz="1800" b="0">
                <a:solidFill>
                  <a:srgbClr val="A8BBC8"/>
                </a:solidFill>
                <a:latin typeface="Arial"/>
                <a:ea typeface="Arial"/>
                <a:cs typeface="Arial"/>
              </a:defRPr>
            </a:lvl6pPr>
            <a:lvl7pPr algn="l">
              <a:defRPr sz="1800" b="0">
                <a:solidFill>
                  <a:srgbClr val="A8BBC8"/>
                </a:solidFill>
                <a:latin typeface="Arial"/>
                <a:ea typeface="Arial"/>
                <a:cs typeface="Arial"/>
              </a:defRPr>
            </a:lvl7pPr>
            <a:lvl8pPr algn="l">
              <a:defRPr sz="1800" b="0">
                <a:solidFill>
                  <a:srgbClr val="A8BBC8"/>
                </a:solidFill>
                <a:latin typeface="Arial"/>
                <a:ea typeface="Arial"/>
                <a:cs typeface="Arial"/>
              </a:defRPr>
            </a:lvl8pPr>
            <a:lvl9pPr algn="l">
              <a:defRPr sz="1800" b="0">
                <a:solidFill>
                  <a:srgbClr val="A8BBC8"/>
                </a:solidFill>
                <a:latin typeface="Arial"/>
                <a:ea typeface="Arial"/>
                <a:cs typeface="Arial"/>
              </a:defRPr>
            </a:lvl9pPr>
          </a:lstStyle>
          <a:p xmlns:a="http://schemas.openxmlformats.org/drawingml/2006/main">
            <a:pPr algn="l">
              <a:defRPr sz="1800" b="0">
                <a:solidFill>
                  <a:srgbClr val="A8BBC8"/>
                </a:solidFill>
                <a:latin typeface="Arial"/>
                <a:ea typeface="Arial"/>
                <a:cs typeface="Arial"/>
              </a:defRPr>
            </a:pPr>
            <a:r>
              <a:rPr sz="1800" b="0">
                <a:solidFill>
                  <a:srgbClr val="A8BBC8"/>
                </a:solidFill>
                <a:latin typeface="Arial"/>
                <a:ea typeface="Arial"/>
                <a:cs typeface="Arial"/>
              </a:rPr>
              <a:t>Bayora challenge   /   Hack in Hills 2026</a:t>
            </a:r>
          </a:p>
        </p:txBody>
      </p:sp>
      <p:sp>
        <p:nvSpPr>
          <p:cNvPr id="5" name="Noor Rattan">
            <a:extLst xmlns:a="http://schemas.openxmlformats.org/drawingml/2006/main">
              <a:ext uri="{FF2B5EF4-FFF2-40B4-BE49-F238E27FC236}">
                <a16:creationId xmlns:a16="http://schemas.microsoft.com/office/drawing/2014/main" id="{D58FCCC8-CD26-4A3A-8CCB-D23B704427DE}"/>
              </a:ext>
            </a:extLst>
          </p:cNvPr>
          <p:cNvSpPr>
            <a:spLocks xmlns:a="http://schemas.openxmlformats.org/drawingml/2006/main" noGrp="1"/>
          </p:cNvSpPr>
          <p:nvPr/>
        </p:nvSpPr>
        <p:spPr>
          <a:xfrm xmlns:a="http://schemas.openxmlformats.org/drawingml/2006/main">
            <a:off x="657225" y="5772150"/>
            <a:ext cx="314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FFFFFF"/>
                </a:solidFill>
                <a:latin typeface="Arial"/>
                <a:ea typeface="Arial"/>
                <a:cs typeface="Arial"/>
              </a:defRPr>
            </a:defPPr>
            <a:lvl1pPr algn="l">
              <a:defRPr sz="1875" b="1">
                <a:solidFill>
                  <a:srgbClr val="FFFFFF"/>
                </a:solidFill>
                <a:latin typeface="Arial"/>
                <a:ea typeface="Arial"/>
                <a:cs typeface="Arial"/>
              </a:defRPr>
            </a:lvl1pPr>
            <a:lvl2pPr algn="l">
              <a:defRPr sz="1875" b="1">
                <a:solidFill>
                  <a:srgbClr val="FFFFFF"/>
                </a:solidFill>
                <a:latin typeface="Arial"/>
                <a:ea typeface="Arial"/>
                <a:cs typeface="Arial"/>
              </a:defRPr>
            </a:lvl2pPr>
            <a:lvl3pPr algn="l">
              <a:defRPr sz="1875" b="1">
                <a:solidFill>
                  <a:srgbClr val="FFFFFF"/>
                </a:solidFill>
                <a:latin typeface="Arial"/>
                <a:ea typeface="Arial"/>
                <a:cs typeface="Arial"/>
              </a:defRPr>
            </a:lvl3pPr>
            <a:lvl4pPr algn="l">
              <a:defRPr sz="1875" b="1">
                <a:solidFill>
                  <a:srgbClr val="FFFFFF"/>
                </a:solidFill>
                <a:latin typeface="Arial"/>
                <a:ea typeface="Arial"/>
                <a:cs typeface="Arial"/>
              </a:defRPr>
            </a:lvl4pPr>
            <a:lvl5pPr algn="l">
              <a:defRPr sz="1875" b="1">
                <a:solidFill>
                  <a:srgbClr val="FFFFFF"/>
                </a:solidFill>
                <a:latin typeface="Arial"/>
                <a:ea typeface="Arial"/>
                <a:cs typeface="Arial"/>
              </a:defRPr>
            </a:lvl5pPr>
            <a:lvl6pPr algn="l">
              <a:defRPr sz="1875" b="1">
                <a:solidFill>
                  <a:srgbClr val="FFFFFF"/>
                </a:solidFill>
                <a:latin typeface="Arial"/>
                <a:ea typeface="Arial"/>
                <a:cs typeface="Arial"/>
              </a:defRPr>
            </a:lvl6pPr>
            <a:lvl7pPr algn="l">
              <a:defRPr sz="1875" b="1">
                <a:solidFill>
                  <a:srgbClr val="FFFFFF"/>
                </a:solidFill>
                <a:latin typeface="Arial"/>
                <a:ea typeface="Arial"/>
                <a:cs typeface="Arial"/>
              </a:defRPr>
            </a:lvl7pPr>
            <a:lvl8pPr algn="l">
              <a:defRPr sz="1875" b="1">
                <a:solidFill>
                  <a:srgbClr val="FFFFFF"/>
                </a:solidFill>
                <a:latin typeface="Arial"/>
                <a:ea typeface="Arial"/>
                <a:cs typeface="Arial"/>
              </a:defRPr>
            </a:lvl8pPr>
            <a:lvl9pPr algn="l">
              <a:defRPr sz="1875" b="1">
                <a:solidFill>
                  <a:srgbClr val="FFFFFF"/>
                </a:solidFill>
                <a:latin typeface="Arial"/>
                <a:ea typeface="Arial"/>
                <a:cs typeface="Arial"/>
              </a:defRPr>
            </a:lvl9pPr>
          </a:lstStyle>
          <a:p xmlns:a="http://schemas.openxmlformats.org/drawingml/2006/main">
            <a:pPr algn="l">
              <a:defRPr sz="1875" b="1">
                <a:solidFill>
                  <a:srgbClr val="FFFFFF"/>
                </a:solidFill>
                <a:latin typeface="Arial"/>
                <a:ea typeface="Arial"/>
                <a:cs typeface="Arial"/>
              </a:defRPr>
            </a:pPr>
            <a:r>
              <a:rPr sz="1875" b="1">
                <a:solidFill>
                  <a:srgbClr val="FFFFFF"/>
                </a:solidFill>
                <a:latin typeface="Arial"/>
                <a:ea typeface="Arial"/>
                <a:cs typeface="Arial"/>
              </a:rPr>
              <a:t>Noor Rattan</a:t>
            </a:r>
          </a:p>
        </p:txBody>
      </p:sp>
      <p:sp>
        <p:nvSpPr>
          <p:cNvPr id="6" name="Mayank Joshi">
            <a:extLst xmlns:a="http://schemas.openxmlformats.org/drawingml/2006/main">
              <a:ext uri="{FF2B5EF4-FFF2-40B4-BE49-F238E27FC236}">
                <a16:creationId xmlns:a16="http://schemas.microsoft.com/office/drawing/2014/main" id="{F285DAE1-4612-4A98-9909-1AC6A36125C9}"/>
              </a:ext>
            </a:extLst>
          </p:cNvPr>
          <p:cNvSpPr>
            <a:spLocks xmlns:a="http://schemas.openxmlformats.org/drawingml/2006/main" noGrp="1"/>
          </p:cNvSpPr>
          <p:nvPr/>
        </p:nvSpPr>
        <p:spPr>
          <a:xfrm xmlns:a="http://schemas.openxmlformats.org/drawingml/2006/main">
            <a:off x="4286250" y="5772150"/>
            <a:ext cx="314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FFFFFF"/>
                </a:solidFill>
                <a:latin typeface="Arial"/>
                <a:ea typeface="Arial"/>
                <a:cs typeface="Arial"/>
              </a:defRPr>
            </a:defPPr>
            <a:lvl1pPr algn="l">
              <a:defRPr sz="1875" b="1">
                <a:solidFill>
                  <a:srgbClr val="FFFFFF"/>
                </a:solidFill>
                <a:latin typeface="Arial"/>
                <a:ea typeface="Arial"/>
                <a:cs typeface="Arial"/>
              </a:defRPr>
            </a:lvl1pPr>
            <a:lvl2pPr algn="l">
              <a:defRPr sz="1875" b="1">
                <a:solidFill>
                  <a:srgbClr val="FFFFFF"/>
                </a:solidFill>
                <a:latin typeface="Arial"/>
                <a:ea typeface="Arial"/>
                <a:cs typeface="Arial"/>
              </a:defRPr>
            </a:lvl2pPr>
            <a:lvl3pPr algn="l">
              <a:defRPr sz="1875" b="1">
                <a:solidFill>
                  <a:srgbClr val="FFFFFF"/>
                </a:solidFill>
                <a:latin typeface="Arial"/>
                <a:ea typeface="Arial"/>
                <a:cs typeface="Arial"/>
              </a:defRPr>
            </a:lvl3pPr>
            <a:lvl4pPr algn="l">
              <a:defRPr sz="1875" b="1">
                <a:solidFill>
                  <a:srgbClr val="FFFFFF"/>
                </a:solidFill>
                <a:latin typeface="Arial"/>
                <a:ea typeface="Arial"/>
                <a:cs typeface="Arial"/>
              </a:defRPr>
            </a:lvl4pPr>
            <a:lvl5pPr algn="l">
              <a:defRPr sz="1875" b="1">
                <a:solidFill>
                  <a:srgbClr val="FFFFFF"/>
                </a:solidFill>
                <a:latin typeface="Arial"/>
                <a:ea typeface="Arial"/>
                <a:cs typeface="Arial"/>
              </a:defRPr>
            </a:lvl5pPr>
            <a:lvl6pPr algn="l">
              <a:defRPr sz="1875" b="1">
                <a:solidFill>
                  <a:srgbClr val="FFFFFF"/>
                </a:solidFill>
                <a:latin typeface="Arial"/>
                <a:ea typeface="Arial"/>
                <a:cs typeface="Arial"/>
              </a:defRPr>
            </a:lvl6pPr>
            <a:lvl7pPr algn="l">
              <a:defRPr sz="1875" b="1">
                <a:solidFill>
                  <a:srgbClr val="FFFFFF"/>
                </a:solidFill>
                <a:latin typeface="Arial"/>
                <a:ea typeface="Arial"/>
                <a:cs typeface="Arial"/>
              </a:defRPr>
            </a:lvl7pPr>
            <a:lvl8pPr algn="l">
              <a:defRPr sz="1875" b="1">
                <a:solidFill>
                  <a:srgbClr val="FFFFFF"/>
                </a:solidFill>
                <a:latin typeface="Arial"/>
                <a:ea typeface="Arial"/>
                <a:cs typeface="Arial"/>
              </a:defRPr>
            </a:lvl8pPr>
            <a:lvl9pPr algn="l">
              <a:defRPr sz="1875" b="1">
                <a:solidFill>
                  <a:srgbClr val="FFFFFF"/>
                </a:solidFill>
                <a:latin typeface="Arial"/>
                <a:ea typeface="Arial"/>
                <a:cs typeface="Arial"/>
              </a:defRPr>
            </a:lvl9pPr>
          </a:lstStyle>
          <a:p xmlns:a="http://schemas.openxmlformats.org/drawingml/2006/main">
            <a:pPr algn="l">
              <a:defRPr sz="1875" b="1">
                <a:solidFill>
                  <a:srgbClr val="FFFFFF"/>
                </a:solidFill>
                <a:latin typeface="Arial"/>
                <a:ea typeface="Arial"/>
                <a:cs typeface="Arial"/>
              </a:defRPr>
            </a:pPr>
            <a:r>
              <a:rPr sz="1875" b="1">
                <a:solidFill>
                  <a:srgbClr val="FFFFFF"/>
                </a:solidFill>
                <a:latin typeface="Arial"/>
                <a:ea typeface="Arial"/>
                <a:cs typeface="Arial"/>
              </a:rPr>
              <a:t>Mayank Joshi</a:t>
            </a:r>
          </a:p>
        </p:txBody>
      </p:sp>
      <p:sp>
        <p:nvSpPr>
          <p:cNvPr id="7" name="Monu Kumar">
            <a:extLst xmlns:a="http://schemas.openxmlformats.org/drawingml/2006/main">
              <a:ext uri="{FF2B5EF4-FFF2-40B4-BE49-F238E27FC236}">
                <a16:creationId xmlns:a16="http://schemas.microsoft.com/office/drawing/2014/main" id="{4A52C1E5-892D-49DF-9D3F-9BAF9AEC25C3}"/>
              </a:ext>
            </a:extLst>
          </p:cNvPr>
          <p:cNvSpPr>
            <a:spLocks xmlns:a="http://schemas.openxmlformats.org/drawingml/2006/main" noGrp="1"/>
          </p:cNvSpPr>
          <p:nvPr/>
        </p:nvSpPr>
        <p:spPr>
          <a:xfrm xmlns:a="http://schemas.openxmlformats.org/drawingml/2006/main">
            <a:off x="8096250" y="5772150"/>
            <a:ext cx="314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FFFFFF"/>
                </a:solidFill>
                <a:latin typeface="Arial"/>
                <a:ea typeface="Arial"/>
                <a:cs typeface="Arial"/>
              </a:defRPr>
            </a:defPPr>
            <a:lvl1pPr algn="l">
              <a:defRPr sz="1875" b="1">
                <a:solidFill>
                  <a:srgbClr val="FFFFFF"/>
                </a:solidFill>
                <a:latin typeface="Arial"/>
                <a:ea typeface="Arial"/>
                <a:cs typeface="Arial"/>
              </a:defRPr>
            </a:lvl1pPr>
            <a:lvl2pPr algn="l">
              <a:defRPr sz="1875" b="1">
                <a:solidFill>
                  <a:srgbClr val="FFFFFF"/>
                </a:solidFill>
                <a:latin typeface="Arial"/>
                <a:ea typeface="Arial"/>
                <a:cs typeface="Arial"/>
              </a:defRPr>
            </a:lvl2pPr>
            <a:lvl3pPr algn="l">
              <a:defRPr sz="1875" b="1">
                <a:solidFill>
                  <a:srgbClr val="FFFFFF"/>
                </a:solidFill>
                <a:latin typeface="Arial"/>
                <a:ea typeface="Arial"/>
                <a:cs typeface="Arial"/>
              </a:defRPr>
            </a:lvl3pPr>
            <a:lvl4pPr algn="l">
              <a:defRPr sz="1875" b="1">
                <a:solidFill>
                  <a:srgbClr val="FFFFFF"/>
                </a:solidFill>
                <a:latin typeface="Arial"/>
                <a:ea typeface="Arial"/>
                <a:cs typeface="Arial"/>
              </a:defRPr>
            </a:lvl4pPr>
            <a:lvl5pPr algn="l">
              <a:defRPr sz="1875" b="1">
                <a:solidFill>
                  <a:srgbClr val="FFFFFF"/>
                </a:solidFill>
                <a:latin typeface="Arial"/>
                <a:ea typeface="Arial"/>
                <a:cs typeface="Arial"/>
              </a:defRPr>
            </a:lvl5pPr>
            <a:lvl6pPr algn="l">
              <a:defRPr sz="1875" b="1">
                <a:solidFill>
                  <a:srgbClr val="FFFFFF"/>
                </a:solidFill>
                <a:latin typeface="Arial"/>
                <a:ea typeface="Arial"/>
                <a:cs typeface="Arial"/>
              </a:defRPr>
            </a:lvl6pPr>
            <a:lvl7pPr algn="l">
              <a:defRPr sz="1875" b="1">
                <a:solidFill>
                  <a:srgbClr val="FFFFFF"/>
                </a:solidFill>
                <a:latin typeface="Arial"/>
                <a:ea typeface="Arial"/>
                <a:cs typeface="Arial"/>
              </a:defRPr>
            </a:lvl7pPr>
            <a:lvl8pPr algn="l">
              <a:defRPr sz="1875" b="1">
                <a:solidFill>
                  <a:srgbClr val="FFFFFF"/>
                </a:solidFill>
                <a:latin typeface="Arial"/>
                <a:ea typeface="Arial"/>
                <a:cs typeface="Arial"/>
              </a:defRPr>
            </a:lvl8pPr>
            <a:lvl9pPr algn="l">
              <a:defRPr sz="1875" b="1">
                <a:solidFill>
                  <a:srgbClr val="FFFFFF"/>
                </a:solidFill>
                <a:latin typeface="Arial"/>
                <a:ea typeface="Arial"/>
                <a:cs typeface="Arial"/>
              </a:defRPr>
            </a:lvl9pPr>
          </a:lstStyle>
          <a:p xmlns:a="http://schemas.openxmlformats.org/drawingml/2006/main">
            <a:pPr algn="l">
              <a:defRPr sz="1875" b="1">
                <a:solidFill>
                  <a:srgbClr val="FFFFFF"/>
                </a:solidFill>
                <a:latin typeface="Arial"/>
                <a:ea typeface="Arial"/>
                <a:cs typeface="Arial"/>
              </a:defRPr>
            </a:pPr>
            <a:r>
              <a:rPr sz="1875" b="1">
                <a:solidFill>
                  <a:srgbClr val="FFFFFF"/>
                </a:solidFill>
                <a:latin typeface="Arial"/>
                <a:ea typeface="Arial"/>
                <a:cs typeface="Arial"/>
              </a:rPr>
              <a:t>Monu Kumar</a:t>
            </a:r>
          </a:p>
        </p:txBody>
      </p:sp>
    </p:spTree>
    <p:extLst>
      <p:ext uri="{BB962C8B-B14F-4D97-AF65-F5344CB8AC3E}">
        <p14:creationId xmlns:p14="http://schemas.microsoft.com/office/powerpoint/2010/main" val="1789813423"/>
      </p:ext>
    </p:extLst>
  </p:cSld>
</p:sld>
</file>

<file path=ppt/slides/slide2.xml><?xml version="1.0" encoding="utf-8"?>
<p:sld xmlns:p="http://schemas.openxmlformats.org/presentationml/2006/main">
  <p:cSld>
    <p:bg>
      <p:bgPr>
        <a:solidFill xmlns:a="http://schemas.openxmlformats.org/drawingml/2006/main">
          <a:srgbClr val="F5F5F0"/>
        </a:solidFill>
      </p:bgPr>
    </p:bg>
    <p:spTree>
      <p:nvGrpSpPr>
        <p:cNvPr id="1" name=""/>
        <p:cNvGrpSpPr/>
        <p:nvPr/>
      </p:nvGrpSpPr>
      <p:grpSpPr>
        <a:xfrm xmlns:a="http://schemas.openxmlformats.org/drawingml/2006/main"/>
      </p:grpSpPr>
      <p:cxnSp>
        <p:nvCxnSpPr>
          <p:cNvPr id="2" name="">
            <a:extLst xmlns:a="http://schemas.openxmlformats.org/drawingml/2006/main">
              <a:ext uri="{FF2B5EF4-FFF2-40B4-BE49-F238E27FC236}">
                <a16:creationId xmlns:a16="http://schemas.microsoft.com/office/drawing/2014/main" id="{849A8131-7AE1-4782-AEF1-F14E4B8FDB6A}"/>
              </a:ext>
            </a:extLst>
          </p:cNvPr>
          <p:cNvCxnSpPr>
            <a:stCxn xmlns:a="http://schemas.openxmlformats.org/drawingml/2006/main" id="11" idx="3"/>
            <a:endCxn xmlns:a="http://schemas.openxmlformats.org/drawingml/2006/main" id="12" idx="1"/>
          </p:cNvCxnSpPr>
          <p:nvPr/>
        </p:nvCxnSpPr>
        <p:spPr>
          <a:xfrm xmlns:a="http://schemas.openxmlformats.org/drawingml/2006/main">
            <a:off x="7391400" y="4286250"/>
            <a:ext cx="1247775" cy="0"/>
          </a:xfrm>
          <a:prstGeom xmlns:a="http://schemas.openxmlformats.org/drawingml/2006/main" prst="straightConnector1">
            <a:avLst/>
          </a:prstGeom>
          <a:ln xmlns:a="http://schemas.openxmlformats.org/drawingml/2006/main" w="19050">
            <a:solidFill>
              <a:srgbClr val="C95045"/>
            </a:solidFill>
            <a:prstDash val="dash"/>
            <a:headEnd type="triangle" w="sm" len="sm"/>
            <a:tailEnd type="triangle" w="sm" len="sm"/>
          </a:ln>
        </p:spPr>
      </p:cxnSp>
      <p:cxnSp>
        <p:nvCxnSpPr>
          <p:cNvPr id="3" name="">
            <a:extLst xmlns:a="http://schemas.openxmlformats.org/drawingml/2006/main">
              <a:ext uri="{FF2B5EF4-FFF2-40B4-BE49-F238E27FC236}">
                <a16:creationId xmlns:a16="http://schemas.microsoft.com/office/drawing/2014/main" id="{E8245825-0D83-4607-9A18-2C2E2085EA80}"/>
              </a:ext>
            </a:extLst>
          </p:cNvPr>
          <p:cNvCxnSpPr>
            <a:stCxn xmlns:a="http://schemas.openxmlformats.org/drawingml/2006/main" id="10" idx="3"/>
            <a:endCxn xmlns:a="http://schemas.openxmlformats.org/drawingml/2006/main" id="11" idx="1"/>
          </p:cNvCxnSpPr>
          <p:nvPr/>
        </p:nvCxnSpPr>
        <p:spPr>
          <a:xfrm xmlns:a="http://schemas.openxmlformats.org/drawingml/2006/main">
            <a:off x="3571875" y="4286250"/>
            <a:ext cx="1247775" cy="0"/>
          </a:xfrm>
          <a:prstGeom xmlns:a="http://schemas.openxmlformats.org/drawingml/2006/main" prst="straightConnector1">
            <a:avLst/>
          </a:prstGeom>
          <a:ln xmlns:a="http://schemas.openxmlformats.org/drawingml/2006/main" w="19050">
            <a:solidFill>
              <a:srgbClr val="C95045"/>
            </a:solidFill>
            <a:prstDash val="dash"/>
            <a:headEnd type="triangle" w="sm" len="sm"/>
            <a:tailEnd type="triangle" w="sm" len="sm"/>
          </a:ln>
        </p:spPr>
      </p:cxnSp>
      <p:sp>
        <p:nvSpPr>
          <p:cNvPr id="4" name="Shared infrastructure can expose&#10;sensitive test state">
            <a:extLst xmlns:a="http://schemas.openxmlformats.org/drawingml/2006/main">
              <a:ext uri="{FF2B5EF4-FFF2-40B4-BE49-F238E27FC236}">
                <a16:creationId xmlns:a16="http://schemas.microsoft.com/office/drawing/2014/main" id="{F58B2894-625C-4BF5-8137-73A29ADC616D}"/>
              </a:ext>
            </a:extLst>
          </p:cNvPr>
          <p:cNvSpPr>
            <a:spLocks xmlns:a="http://schemas.openxmlformats.org/drawingml/2006/main" noGrp="1"/>
          </p:cNvSpPr>
          <p:nvPr/>
        </p:nvSpPr>
        <p:spPr>
          <a:xfrm xmlns:a="http://schemas.openxmlformats.org/drawingml/2006/main">
            <a:off x="609600" y="457200"/>
            <a:ext cx="1095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0A1420"/>
                </a:solidFill>
                <a:latin typeface="Arial"/>
                <a:ea typeface="Arial"/>
                <a:cs typeface="Arial"/>
              </a:defRPr>
            </a:defPPr>
            <a:lvl1pPr algn="l">
              <a:defRPr sz="3300" b="1">
                <a:solidFill>
                  <a:srgbClr val="0A1420"/>
                </a:solidFill>
                <a:latin typeface="Arial"/>
                <a:ea typeface="Arial"/>
                <a:cs typeface="Arial"/>
              </a:defRPr>
            </a:lvl1pPr>
            <a:lvl2pPr algn="l">
              <a:defRPr sz="3300" b="1">
                <a:solidFill>
                  <a:srgbClr val="0A1420"/>
                </a:solidFill>
                <a:latin typeface="Arial"/>
                <a:ea typeface="Arial"/>
                <a:cs typeface="Arial"/>
              </a:defRPr>
            </a:lvl2pPr>
            <a:lvl3pPr algn="l">
              <a:defRPr sz="3300" b="1">
                <a:solidFill>
                  <a:srgbClr val="0A1420"/>
                </a:solidFill>
                <a:latin typeface="Arial"/>
                <a:ea typeface="Arial"/>
                <a:cs typeface="Arial"/>
              </a:defRPr>
            </a:lvl3pPr>
            <a:lvl4pPr algn="l">
              <a:defRPr sz="3300" b="1">
                <a:solidFill>
                  <a:srgbClr val="0A1420"/>
                </a:solidFill>
                <a:latin typeface="Arial"/>
                <a:ea typeface="Arial"/>
                <a:cs typeface="Arial"/>
              </a:defRPr>
            </a:lvl4pPr>
            <a:lvl5pPr algn="l">
              <a:defRPr sz="3300" b="1">
                <a:solidFill>
                  <a:srgbClr val="0A1420"/>
                </a:solidFill>
                <a:latin typeface="Arial"/>
                <a:ea typeface="Arial"/>
                <a:cs typeface="Arial"/>
              </a:defRPr>
            </a:lvl5pPr>
            <a:lvl6pPr algn="l">
              <a:defRPr sz="3300" b="1">
                <a:solidFill>
                  <a:srgbClr val="0A1420"/>
                </a:solidFill>
                <a:latin typeface="Arial"/>
                <a:ea typeface="Arial"/>
                <a:cs typeface="Arial"/>
              </a:defRPr>
            </a:lvl6pPr>
            <a:lvl7pPr algn="l">
              <a:defRPr sz="3300" b="1">
                <a:solidFill>
                  <a:srgbClr val="0A1420"/>
                </a:solidFill>
                <a:latin typeface="Arial"/>
                <a:ea typeface="Arial"/>
                <a:cs typeface="Arial"/>
              </a:defRPr>
            </a:lvl7pPr>
            <a:lvl8pPr algn="l">
              <a:defRPr sz="3300" b="1">
                <a:solidFill>
                  <a:srgbClr val="0A1420"/>
                </a:solidFill>
                <a:latin typeface="Arial"/>
                <a:ea typeface="Arial"/>
                <a:cs typeface="Arial"/>
              </a:defRPr>
            </a:lvl8pPr>
            <a:lvl9pPr algn="l">
              <a:defRPr sz="3300" b="1">
                <a:solidFill>
                  <a:srgbClr val="0A1420"/>
                </a:solidFill>
                <a:latin typeface="Arial"/>
                <a:ea typeface="Arial"/>
                <a:cs typeface="Arial"/>
              </a:defRPr>
            </a:lvl9pPr>
          </a:lstStyle>
          <a:p xmlns:a="http://schemas.openxmlformats.org/drawingml/2006/main">
            <a:pPr algn="l">
              <a:defRPr sz="3300" b="1">
                <a:solidFill>
                  <a:srgbClr val="0A1420"/>
                </a:solidFill>
                <a:latin typeface="Arial"/>
                <a:ea typeface="Arial"/>
                <a:cs typeface="Arial"/>
              </a:defRPr>
            </a:pPr>
            <a:r>
              <a:rPr sz="3300" b="1">
                <a:solidFill>
                  <a:srgbClr val="0A1420"/>
                </a:solidFill>
                <a:latin typeface="Arial"/>
                <a:ea typeface="Arial"/>
                <a:cs typeface="Arial"/>
              </a:rPr>
              <a:t>Shared infrastructure can expose</a:t>
            </a:r>
          </a:p>
          <a:p xmlns:a="http://schemas.openxmlformats.org/drawingml/2006/main">
            <a:pPr algn="l">
              <a:defRPr sz="3300" b="1">
                <a:solidFill>
                  <a:srgbClr val="0A1420"/>
                </a:solidFill>
                <a:latin typeface="Arial"/>
                <a:ea typeface="Arial"/>
                <a:cs typeface="Arial"/>
              </a:defRPr>
            </a:pPr>
            <a:r>
              <a:rPr sz="3300" b="1">
                <a:solidFill>
                  <a:srgbClr val="0A1420"/>
                </a:solidFill>
                <a:latin typeface="Arial"/>
                <a:ea typeface="Arial"/>
                <a:cs typeface="Arial"/>
              </a:rPr>
              <a:t>sensitive test state</a:t>
            </a:r>
          </a:p>
        </p:txBody>
      </p:sp>
      <p:sp>
        <p:nvSpPr>
          <p:cNvPr id="5" name="02">
            <a:extLst xmlns:a="http://schemas.openxmlformats.org/drawingml/2006/main">
              <a:ext uri="{FF2B5EF4-FFF2-40B4-BE49-F238E27FC236}">
                <a16:creationId xmlns:a16="http://schemas.microsoft.com/office/drawing/2014/main" id="{883862F7-57A1-42AC-ABBE-1FF71C2F39E8}"/>
              </a:ext>
            </a:extLst>
          </p:cNvPr>
          <p:cNvSpPr>
            <a:spLocks xmlns:a="http://schemas.openxmlformats.org/drawingml/2006/main" noGrp="1"/>
          </p:cNvSpPr>
          <p:nvPr/>
        </p:nvSpPr>
        <p:spPr>
          <a:xfrm xmlns:a="http://schemas.openxmlformats.org/drawingml/2006/main">
            <a:off x="11144250" y="63436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2616F"/>
                </a:solidFill>
                <a:latin typeface="Arial"/>
                <a:ea typeface="Arial"/>
                <a:cs typeface="Arial"/>
              </a:defRPr>
            </a:defPPr>
            <a:lvl1pPr algn="r">
              <a:defRPr sz="1350" b="0">
                <a:solidFill>
                  <a:srgbClr val="52616F"/>
                </a:solidFill>
                <a:latin typeface="Arial"/>
                <a:ea typeface="Arial"/>
                <a:cs typeface="Arial"/>
              </a:defRPr>
            </a:lvl1pPr>
            <a:lvl2pPr algn="r">
              <a:defRPr sz="1350" b="0">
                <a:solidFill>
                  <a:srgbClr val="52616F"/>
                </a:solidFill>
                <a:latin typeface="Arial"/>
                <a:ea typeface="Arial"/>
                <a:cs typeface="Arial"/>
              </a:defRPr>
            </a:lvl2pPr>
            <a:lvl3pPr algn="r">
              <a:defRPr sz="1350" b="0">
                <a:solidFill>
                  <a:srgbClr val="52616F"/>
                </a:solidFill>
                <a:latin typeface="Arial"/>
                <a:ea typeface="Arial"/>
                <a:cs typeface="Arial"/>
              </a:defRPr>
            </a:lvl3pPr>
            <a:lvl4pPr algn="r">
              <a:defRPr sz="1350" b="0">
                <a:solidFill>
                  <a:srgbClr val="52616F"/>
                </a:solidFill>
                <a:latin typeface="Arial"/>
                <a:ea typeface="Arial"/>
                <a:cs typeface="Arial"/>
              </a:defRPr>
            </a:lvl4pPr>
            <a:lvl5pPr algn="r">
              <a:defRPr sz="1350" b="0">
                <a:solidFill>
                  <a:srgbClr val="52616F"/>
                </a:solidFill>
                <a:latin typeface="Arial"/>
                <a:ea typeface="Arial"/>
                <a:cs typeface="Arial"/>
              </a:defRPr>
            </a:lvl5pPr>
            <a:lvl6pPr algn="r">
              <a:defRPr sz="1350" b="0">
                <a:solidFill>
                  <a:srgbClr val="52616F"/>
                </a:solidFill>
                <a:latin typeface="Arial"/>
                <a:ea typeface="Arial"/>
                <a:cs typeface="Arial"/>
              </a:defRPr>
            </a:lvl6pPr>
            <a:lvl7pPr algn="r">
              <a:defRPr sz="1350" b="0">
                <a:solidFill>
                  <a:srgbClr val="52616F"/>
                </a:solidFill>
                <a:latin typeface="Arial"/>
                <a:ea typeface="Arial"/>
                <a:cs typeface="Arial"/>
              </a:defRPr>
            </a:lvl7pPr>
            <a:lvl8pPr algn="r">
              <a:defRPr sz="1350" b="0">
                <a:solidFill>
                  <a:srgbClr val="52616F"/>
                </a:solidFill>
                <a:latin typeface="Arial"/>
                <a:ea typeface="Arial"/>
                <a:cs typeface="Arial"/>
              </a:defRPr>
            </a:lvl8pPr>
            <a:lvl9pPr algn="r">
              <a:defRPr sz="1350" b="0">
                <a:solidFill>
                  <a:srgbClr val="52616F"/>
                </a:solidFill>
                <a:latin typeface="Arial"/>
                <a:ea typeface="Arial"/>
                <a:cs typeface="Arial"/>
              </a:defRPr>
            </a:lvl9pPr>
          </a:lstStyle>
          <a:p xmlns:a="http://schemas.openxmlformats.org/drawingml/2006/main">
            <a:pPr algn="r">
              <a:defRPr sz="1350" b="0">
                <a:solidFill>
                  <a:srgbClr val="52616F"/>
                </a:solidFill>
                <a:latin typeface="Arial"/>
                <a:ea typeface="Arial"/>
                <a:cs typeface="Arial"/>
              </a:defRPr>
            </a:pPr>
            <a:r>
              <a:rPr sz="1350" b="0">
                <a:solidFill>
                  <a:srgbClr val="52616F"/>
                </a:solidFill>
                <a:latin typeface="Arial"/>
                <a:ea typeface="Arial"/>
                <a:cs typeface="Arial"/>
              </a:rPr>
              <a:t>02</a:t>
            </a:r>
          </a:p>
        </p:txBody>
      </p:sp>
      <p:sp>
        <p:nvSpPr>
          <p:cNvPr id="6" name="Problem statement">
            <a:extLst xmlns:a="http://schemas.openxmlformats.org/drawingml/2006/main">
              <a:ext uri="{FF2B5EF4-FFF2-40B4-BE49-F238E27FC236}">
                <a16:creationId xmlns:a16="http://schemas.microsoft.com/office/drawing/2014/main" id="{9BCE0339-B250-4374-BE9F-94FC17BE6A90}"/>
              </a:ext>
            </a:extLst>
          </p:cNvPr>
          <p:cNvSpPr>
            <a:spLocks xmlns:a="http://schemas.openxmlformats.org/drawingml/2006/main" noGrp="1"/>
          </p:cNvSpPr>
          <p:nvPr/>
        </p:nvSpPr>
        <p:spPr>
          <a:xfrm xmlns:a="http://schemas.openxmlformats.org/drawingml/2006/main">
            <a:off x="628650" y="1733550"/>
            <a:ext cx="10096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C95045"/>
                </a:solidFill>
                <a:latin typeface="Arial"/>
                <a:ea typeface="Arial"/>
                <a:cs typeface="Arial"/>
              </a:defRPr>
            </a:defPPr>
            <a:lvl1pPr algn="l">
              <a:defRPr sz="1950" b="1">
                <a:solidFill>
                  <a:srgbClr val="C95045"/>
                </a:solidFill>
                <a:latin typeface="Arial"/>
                <a:ea typeface="Arial"/>
                <a:cs typeface="Arial"/>
              </a:defRPr>
            </a:lvl1pPr>
            <a:lvl2pPr algn="l">
              <a:defRPr sz="1950" b="1">
                <a:solidFill>
                  <a:srgbClr val="C95045"/>
                </a:solidFill>
                <a:latin typeface="Arial"/>
                <a:ea typeface="Arial"/>
                <a:cs typeface="Arial"/>
              </a:defRPr>
            </a:lvl2pPr>
            <a:lvl3pPr algn="l">
              <a:defRPr sz="1950" b="1">
                <a:solidFill>
                  <a:srgbClr val="C95045"/>
                </a:solidFill>
                <a:latin typeface="Arial"/>
                <a:ea typeface="Arial"/>
                <a:cs typeface="Arial"/>
              </a:defRPr>
            </a:lvl3pPr>
            <a:lvl4pPr algn="l">
              <a:defRPr sz="1950" b="1">
                <a:solidFill>
                  <a:srgbClr val="C95045"/>
                </a:solidFill>
                <a:latin typeface="Arial"/>
                <a:ea typeface="Arial"/>
                <a:cs typeface="Arial"/>
              </a:defRPr>
            </a:lvl4pPr>
            <a:lvl5pPr algn="l">
              <a:defRPr sz="1950" b="1">
                <a:solidFill>
                  <a:srgbClr val="C95045"/>
                </a:solidFill>
                <a:latin typeface="Arial"/>
                <a:ea typeface="Arial"/>
                <a:cs typeface="Arial"/>
              </a:defRPr>
            </a:lvl5pPr>
            <a:lvl6pPr algn="l">
              <a:defRPr sz="1950" b="1">
                <a:solidFill>
                  <a:srgbClr val="C95045"/>
                </a:solidFill>
                <a:latin typeface="Arial"/>
                <a:ea typeface="Arial"/>
                <a:cs typeface="Arial"/>
              </a:defRPr>
            </a:lvl6pPr>
            <a:lvl7pPr algn="l">
              <a:defRPr sz="1950" b="1">
                <a:solidFill>
                  <a:srgbClr val="C95045"/>
                </a:solidFill>
                <a:latin typeface="Arial"/>
                <a:ea typeface="Arial"/>
                <a:cs typeface="Arial"/>
              </a:defRPr>
            </a:lvl7pPr>
            <a:lvl8pPr algn="l">
              <a:defRPr sz="1950" b="1">
                <a:solidFill>
                  <a:srgbClr val="C95045"/>
                </a:solidFill>
                <a:latin typeface="Arial"/>
                <a:ea typeface="Arial"/>
                <a:cs typeface="Arial"/>
              </a:defRPr>
            </a:lvl8pPr>
            <a:lvl9pPr algn="l">
              <a:defRPr sz="1950" b="1">
                <a:solidFill>
                  <a:srgbClr val="C95045"/>
                </a:solidFill>
                <a:latin typeface="Arial"/>
                <a:ea typeface="Arial"/>
                <a:cs typeface="Arial"/>
              </a:defRPr>
            </a:lvl9pPr>
          </a:lstStyle>
          <a:p xmlns:a="http://schemas.openxmlformats.org/drawingml/2006/main">
            <a:pPr algn="l">
              <a:defRPr sz="1950" b="1">
                <a:solidFill>
                  <a:srgbClr val="C95045"/>
                </a:solidFill>
                <a:latin typeface="Arial"/>
                <a:ea typeface="Arial"/>
                <a:cs typeface="Arial"/>
              </a:defRPr>
            </a:pPr>
            <a:r>
              <a:rPr sz="1950" b="1">
                <a:solidFill>
                  <a:srgbClr val="C95045"/>
                </a:solidFill>
                <a:latin typeface="Arial"/>
                <a:ea typeface="Arial"/>
                <a:cs typeface="Arial"/>
              </a:rPr>
              <a:t>Problem statement</a:t>
            </a:r>
          </a:p>
        </p:txBody>
      </p:sp>
      <p:sp>
        <p:nvSpPr>
          <p:cNvPr id="7" name="Bayora’s red team, blue team and client LLM run in a shared Docker san">
            <a:extLst xmlns:a="http://schemas.openxmlformats.org/drawingml/2006/main">
              <a:ext uri="{FF2B5EF4-FFF2-40B4-BE49-F238E27FC236}">
                <a16:creationId xmlns:a16="http://schemas.microsoft.com/office/drawing/2014/main" id="{DFFD7555-C4B5-4460-8CEF-1C69C467F498}"/>
              </a:ext>
            </a:extLst>
          </p:cNvPr>
          <p:cNvSpPr>
            <a:spLocks xmlns:a="http://schemas.openxmlformats.org/drawingml/2006/main" noGrp="1"/>
          </p:cNvSpPr>
          <p:nvPr/>
        </p:nvSpPr>
        <p:spPr>
          <a:xfrm xmlns:a="http://schemas.openxmlformats.org/drawingml/2006/main">
            <a:off x="628650" y="2209800"/>
            <a:ext cx="10668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0A1420"/>
                </a:solidFill>
                <a:latin typeface="Arial"/>
                <a:ea typeface="Arial"/>
                <a:cs typeface="Arial"/>
              </a:defRPr>
            </a:defPPr>
            <a:lvl1pPr algn="l">
              <a:defRPr sz="2025" b="0">
                <a:solidFill>
                  <a:srgbClr val="0A1420"/>
                </a:solidFill>
                <a:latin typeface="Arial"/>
                <a:ea typeface="Arial"/>
                <a:cs typeface="Arial"/>
              </a:defRPr>
            </a:lvl1pPr>
            <a:lvl2pPr algn="l">
              <a:defRPr sz="2025" b="0">
                <a:solidFill>
                  <a:srgbClr val="0A1420"/>
                </a:solidFill>
                <a:latin typeface="Arial"/>
                <a:ea typeface="Arial"/>
                <a:cs typeface="Arial"/>
              </a:defRPr>
            </a:lvl2pPr>
            <a:lvl3pPr algn="l">
              <a:defRPr sz="2025" b="0">
                <a:solidFill>
                  <a:srgbClr val="0A1420"/>
                </a:solidFill>
                <a:latin typeface="Arial"/>
                <a:ea typeface="Arial"/>
                <a:cs typeface="Arial"/>
              </a:defRPr>
            </a:lvl3pPr>
            <a:lvl4pPr algn="l">
              <a:defRPr sz="2025" b="0">
                <a:solidFill>
                  <a:srgbClr val="0A1420"/>
                </a:solidFill>
                <a:latin typeface="Arial"/>
                <a:ea typeface="Arial"/>
                <a:cs typeface="Arial"/>
              </a:defRPr>
            </a:lvl4pPr>
            <a:lvl5pPr algn="l">
              <a:defRPr sz="2025" b="0">
                <a:solidFill>
                  <a:srgbClr val="0A1420"/>
                </a:solidFill>
                <a:latin typeface="Arial"/>
                <a:ea typeface="Arial"/>
                <a:cs typeface="Arial"/>
              </a:defRPr>
            </a:lvl5pPr>
            <a:lvl6pPr algn="l">
              <a:defRPr sz="2025" b="0">
                <a:solidFill>
                  <a:srgbClr val="0A1420"/>
                </a:solidFill>
                <a:latin typeface="Arial"/>
                <a:ea typeface="Arial"/>
                <a:cs typeface="Arial"/>
              </a:defRPr>
            </a:lvl6pPr>
            <a:lvl7pPr algn="l">
              <a:defRPr sz="2025" b="0">
                <a:solidFill>
                  <a:srgbClr val="0A1420"/>
                </a:solidFill>
                <a:latin typeface="Arial"/>
                <a:ea typeface="Arial"/>
                <a:cs typeface="Arial"/>
              </a:defRPr>
            </a:lvl7pPr>
            <a:lvl8pPr algn="l">
              <a:defRPr sz="2025" b="0">
                <a:solidFill>
                  <a:srgbClr val="0A1420"/>
                </a:solidFill>
                <a:latin typeface="Arial"/>
                <a:ea typeface="Arial"/>
                <a:cs typeface="Arial"/>
              </a:defRPr>
            </a:lvl8pPr>
            <a:lvl9pPr algn="l">
              <a:defRPr sz="2025" b="0">
                <a:solidFill>
                  <a:srgbClr val="0A1420"/>
                </a:solidFill>
                <a:latin typeface="Arial"/>
                <a:ea typeface="Arial"/>
                <a:cs typeface="Arial"/>
              </a:defRPr>
            </a:lvl9pPr>
          </a:lstStyle>
          <a:p xmlns:a="http://schemas.openxmlformats.org/drawingml/2006/main">
            <a:pPr algn="l">
              <a:defRPr sz="2025" b="0">
                <a:solidFill>
                  <a:srgbClr val="0A1420"/>
                </a:solidFill>
                <a:latin typeface="Arial"/>
                <a:ea typeface="Arial"/>
                <a:cs typeface="Arial"/>
              </a:defRPr>
            </a:pPr>
            <a:r>
              <a:rPr sz="2025" b="0">
                <a:solidFill>
                  <a:srgbClr val="0A1420"/>
                </a:solidFill>
                <a:latin typeface="Arial"/>
                <a:ea typeface="Arial"/>
                <a:cs typeface="Arial"/>
              </a:rPr>
              <a:t>Bayora’s red team, blue team and client LLM run in a shared Docker sandbox.</a:t>
            </a:r>
          </a:p>
        </p:txBody>
      </p:sp>
      <p:sp>
        <p:nvSpPr>
          <p:cNvPr id="8" name="Shared Docker sandbox risk boundary">
            <a:extLst xmlns:a="http://schemas.openxmlformats.org/drawingml/2006/main">
              <a:ext uri="{FF2B5EF4-FFF2-40B4-BE49-F238E27FC236}">
                <a16:creationId xmlns:a16="http://schemas.microsoft.com/office/drawing/2014/main" id="{F386E432-382C-4917-860F-82F233FCA9DE}"/>
              </a:ext>
            </a:extLst>
          </p:cNvPr>
          <p:cNvSpPr>
            <a:spLocks xmlns:a="http://schemas.openxmlformats.org/drawingml/2006/main" noGrp="1"/>
          </p:cNvSpPr>
          <p:nvPr/>
        </p:nvSpPr>
        <p:spPr>
          <a:xfrm xmlns:a="http://schemas.openxmlformats.org/drawingml/2006/main">
            <a:off x="619125" y="3114675"/>
            <a:ext cx="10953750" cy="2209800"/>
          </a:xfrm>
          <a:prstGeom xmlns:a="http://schemas.openxmlformats.org/drawingml/2006/main" prst="rect">
            <a:avLst/>
          </a:prstGeom>
          <a:noFill xmlns:a="http://schemas.openxmlformats.org/drawingml/2006/main"/>
          <a:ln xmlns:a="http://schemas.openxmlformats.org/drawingml/2006/main" w="14288">
            <a:solidFill>
              <a:srgbClr val="A6B5BF"/>
            </a:solidFill>
            <a:prstDash val="dash"/>
          </a:ln>
        </p:spPr>
      </p:sp>
      <p:sp>
        <p:nvSpPr>
          <p:cNvPr id="9" name="SHARED SANDBOX">
            <a:extLst xmlns:a="http://schemas.openxmlformats.org/drawingml/2006/main">
              <a:ext uri="{FF2B5EF4-FFF2-40B4-BE49-F238E27FC236}">
                <a16:creationId xmlns:a16="http://schemas.microsoft.com/office/drawing/2014/main" id="{6A0E3527-351E-4D7C-B8CD-F9B11EFD1E3A}"/>
              </a:ext>
            </a:extLst>
          </p:cNvPr>
          <p:cNvSpPr>
            <a:spLocks xmlns:a="http://schemas.openxmlformats.org/drawingml/2006/main" noGrp="1"/>
          </p:cNvSpPr>
          <p:nvPr/>
        </p:nvSpPr>
        <p:spPr>
          <a:xfrm xmlns:a="http://schemas.openxmlformats.org/drawingml/2006/main">
            <a:off x="838200" y="3248025"/>
            <a:ext cx="476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52616F"/>
                </a:solidFill>
                <a:latin typeface="Arial"/>
                <a:ea typeface="Arial"/>
                <a:cs typeface="Arial"/>
              </a:defRPr>
            </a:defPPr>
            <a:lvl1pPr algn="l">
              <a:defRPr sz="1350" b="1">
                <a:solidFill>
                  <a:srgbClr val="52616F"/>
                </a:solidFill>
                <a:latin typeface="Arial"/>
                <a:ea typeface="Arial"/>
                <a:cs typeface="Arial"/>
              </a:defRPr>
            </a:lvl1pPr>
            <a:lvl2pPr algn="l">
              <a:defRPr sz="1350" b="1">
                <a:solidFill>
                  <a:srgbClr val="52616F"/>
                </a:solidFill>
                <a:latin typeface="Arial"/>
                <a:ea typeface="Arial"/>
                <a:cs typeface="Arial"/>
              </a:defRPr>
            </a:lvl2pPr>
            <a:lvl3pPr algn="l">
              <a:defRPr sz="1350" b="1">
                <a:solidFill>
                  <a:srgbClr val="52616F"/>
                </a:solidFill>
                <a:latin typeface="Arial"/>
                <a:ea typeface="Arial"/>
                <a:cs typeface="Arial"/>
              </a:defRPr>
            </a:lvl3pPr>
            <a:lvl4pPr algn="l">
              <a:defRPr sz="1350" b="1">
                <a:solidFill>
                  <a:srgbClr val="52616F"/>
                </a:solidFill>
                <a:latin typeface="Arial"/>
                <a:ea typeface="Arial"/>
                <a:cs typeface="Arial"/>
              </a:defRPr>
            </a:lvl4pPr>
            <a:lvl5pPr algn="l">
              <a:defRPr sz="1350" b="1">
                <a:solidFill>
                  <a:srgbClr val="52616F"/>
                </a:solidFill>
                <a:latin typeface="Arial"/>
                <a:ea typeface="Arial"/>
                <a:cs typeface="Arial"/>
              </a:defRPr>
            </a:lvl5pPr>
            <a:lvl6pPr algn="l">
              <a:defRPr sz="1350" b="1">
                <a:solidFill>
                  <a:srgbClr val="52616F"/>
                </a:solidFill>
                <a:latin typeface="Arial"/>
                <a:ea typeface="Arial"/>
                <a:cs typeface="Arial"/>
              </a:defRPr>
            </a:lvl6pPr>
            <a:lvl7pPr algn="l">
              <a:defRPr sz="1350" b="1">
                <a:solidFill>
                  <a:srgbClr val="52616F"/>
                </a:solidFill>
                <a:latin typeface="Arial"/>
                <a:ea typeface="Arial"/>
                <a:cs typeface="Arial"/>
              </a:defRPr>
            </a:lvl7pPr>
            <a:lvl8pPr algn="l">
              <a:defRPr sz="1350" b="1">
                <a:solidFill>
                  <a:srgbClr val="52616F"/>
                </a:solidFill>
                <a:latin typeface="Arial"/>
                <a:ea typeface="Arial"/>
                <a:cs typeface="Arial"/>
              </a:defRPr>
            </a:lvl8pPr>
            <a:lvl9pPr algn="l">
              <a:defRPr sz="1350" b="1">
                <a:solidFill>
                  <a:srgbClr val="52616F"/>
                </a:solidFill>
                <a:latin typeface="Arial"/>
                <a:ea typeface="Arial"/>
                <a:cs typeface="Arial"/>
              </a:defRPr>
            </a:lvl9pPr>
          </a:lstStyle>
          <a:p xmlns:a="http://schemas.openxmlformats.org/drawingml/2006/main">
            <a:pPr algn="l">
              <a:defRPr sz="1350" b="1">
                <a:solidFill>
                  <a:srgbClr val="52616F"/>
                </a:solidFill>
                <a:latin typeface="Arial"/>
                <a:ea typeface="Arial"/>
                <a:cs typeface="Arial"/>
              </a:defRPr>
            </a:pPr>
            <a:r>
              <a:rPr sz="1350" b="1">
                <a:solidFill>
                  <a:srgbClr val="52616F"/>
                </a:solidFill>
                <a:latin typeface="Arial"/>
                <a:ea typeface="Arial"/>
                <a:cs typeface="Arial"/>
              </a:rPr>
              <a:t>SHARED SANDBOX</a:t>
            </a:r>
          </a:p>
        </p:txBody>
      </p:sp>
      <p:sp>
        <p:nvSpPr>
          <p:cNvPr id="10" name="RED TEAM Attack payloads">
            <a:extLst xmlns:a="http://schemas.openxmlformats.org/drawingml/2006/main">
              <a:ext uri="{FF2B5EF4-FFF2-40B4-BE49-F238E27FC236}">
                <a16:creationId xmlns:a16="http://schemas.microsoft.com/office/drawing/2014/main" id="{C801FBCB-947F-408D-93BA-78197B20B5C4}"/>
              </a:ext>
            </a:extLst>
          </p:cNvPr>
          <p:cNvSpPr>
            <a:spLocks xmlns:a="http://schemas.openxmlformats.org/drawingml/2006/main" noGrp="1"/>
          </p:cNvSpPr>
          <p:nvPr/>
        </p:nvSpPr>
        <p:spPr>
          <a:xfrm xmlns:a="http://schemas.openxmlformats.org/drawingml/2006/main">
            <a:off x="1000125" y="3810000"/>
            <a:ext cx="2571750" cy="952500"/>
          </a:xfrm>
          <a:prstGeom xmlns:a="http://schemas.openxmlformats.org/drawingml/2006/main" prst="rect">
            <a:avLst/>
          </a:prstGeom>
          <a:solidFill xmlns:a="http://schemas.openxmlformats.org/drawingml/2006/main">
            <a:srgbClr val="FFFFFF"/>
          </a:solidFill>
          <a:ln xmlns:a="http://schemas.openxmlformats.org/drawingml/2006/main" w="14288">
            <a:solidFill>
              <a:srgbClr val="C95045"/>
            </a:solidFill>
          </a:ln>
        </p:spPr>
        <p:txBody>
          <a:bodyPr xmlns:a="http://schemas.openxmlformats.org/drawingml/2006/main" lIns="114300" tIns="114300" rIns="114300" bIns="114300" anchor="ctr">
            <a:noAutofit/>
          </a:bodyPr>
          <a:lstStyle xmlns:a="http://schemas.openxmlformats.org/drawingml/2006/main">
            <a:defPPr algn="ctr">
              <a:defRPr sz="1950" b="1">
                <a:solidFill>
                  <a:srgbClr val="C95045"/>
                </a:solidFill>
                <a:latin typeface="Arial"/>
                <a:ea typeface="Arial"/>
                <a:cs typeface="Arial"/>
              </a:defRPr>
            </a:defPPr>
            <a:lvl1pPr algn="ctr">
              <a:defRPr sz="1950" b="1">
                <a:solidFill>
                  <a:srgbClr val="C95045"/>
                </a:solidFill>
                <a:latin typeface="Arial"/>
                <a:ea typeface="Arial"/>
                <a:cs typeface="Arial"/>
              </a:defRPr>
            </a:lvl1pPr>
            <a:lvl2pPr algn="ctr">
              <a:defRPr sz="1950" b="1">
                <a:solidFill>
                  <a:srgbClr val="C95045"/>
                </a:solidFill>
                <a:latin typeface="Arial"/>
                <a:ea typeface="Arial"/>
                <a:cs typeface="Arial"/>
              </a:defRPr>
            </a:lvl2pPr>
            <a:lvl3pPr algn="ctr">
              <a:defRPr sz="1950" b="1">
                <a:solidFill>
                  <a:srgbClr val="C95045"/>
                </a:solidFill>
                <a:latin typeface="Arial"/>
                <a:ea typeface="Arial"/>
                <a:cs typeface="Arial"/>
              </a:defRPr>
            </a:lvl3pPr>
            <a:lvl4pPr algn="ctr">
              <a:defRPr sz="1950" b="1">
                <a:solidFill>
                  <a:srgbClr val="C95045"/>
                </a:solidFill>
                <a:latin typeface="Arial"/>
                <a:ea typeface="Arial"/>
                <a:cs typeface="Arial"/>
              </a:defRPr>
            </a:lvl4pPr>
            <a:lvl5pPr algn="ctr">
              <a:defRPr sz="1950" b="1">
                <a:solidFill>
                  <a:srgbClr val="C95045"/>
                </a:solidFill>
                <a:latin typeface="Arial"/>
                <a:ea typeface="Arial"/>
                <a:cs typeface="Arial"/>
              </a:defRPr>
            </a:lvl5pPr>
            <a:lvl6pPr algn="ctr">
              <a:defRPr sz="1950" b="1">
                <a:solidFill>
                  <a:srgbClr val="C95045"/>
                </a:solidFill>
                <a:latin typeface="Arial"/>
                <a:ea typeface="Arial"/>
                <a:cs typeface="Arial"/>
              </a:defRPr>
            </a:lvl6pPr>
            <a:lvl7pPr algn="ctr">
              <a:defRPr sz="1950" b="1">
                <a:solidFill>
                  <a:srgbClr val="C95045"/>
                </a:solidFill>
                <a:latin typeface="Arial"/>
                <a:ea typeface="Arial"/>
                <a:cs typeface="Arial"/>
              </a:defRPr>
            </a:lvl7pPr>
            <a:lvl8pPr algn="ctr">
              <a:defRPr sz="1950" b="1">
                <a:solidFill>
                  <a:srgbClr val="C95045"/>
                </a:solidFill>
                <a:latin typeface="Arial"/>
                <a:ea typeface="Arial"/>
                <a:cs typeface="Arial"/>
              </a:defRPr>
            </a:lvl8pPr>
            <a:lvl9pPr algn="ctr">
              <a:defRPr sz="1950" b="1">
                <a:solidFill>
                  <a:srgbClr val="C95045"/>
                </a:solidFill>
                <a:latin typeface="Arial"/>
                <a:ea typeface="Arial"/>
                <a:cs typeface="Arial"/>
              </a:defRPr>
            </a:lvl9pPr>
          </a:lstStyle>
          <a:p xmlns:a="http://schemas.openxmlformats.org/drawingml/2006/main">
            <a:pPr algn="ctr">
              <a:defRPr sz="1950" b="1">
                <a:solidFill>
                  <a:srgbClr val="C95045"/>
                </a:solidFill>
                <a:latin typeface="Arial"/>
                <a:ea typeface="Arial"/>
                <a:cs typeface="Arial"/>
              </a:defRPr>
            </a:pPr>
            <a:r>
              <a:rPr sz="1950" b="1">
                <a:solidFill>
                  <a:srgbClr val="C95045"/>
                </a:solidFill>
                <a:latin typeface="Arial"/>
                <a:ea typeface="Arial"/>
                <a:cs typeface="Arial"/>
              </a:rPr>
              <a:t>RED TEAM</a:t>
            </a:r>
          </a:p>
          <a:p xmlns:a="http://schemas.openxmlformats.org/drawingml/2006/main">
            <a:pPr algn="ctr">
              <a:defRPr sz="1950" b="1">
                <a:solidFill>
                  <a:srgbClr val="C95045"/>
                </a:solidFill>
                <a:latin typeface="Arial"/>
                <a:ea typeface="Arial"/>
                <a:cs typeface="Arial"/>
              </a:defRPr>
            </a:pPr>
            <a:r>
              <a:rPr sz="1950" b="1">
                <a:solidFill>
                  <a:srgbClr val="C95045"/>
                </a:solidFill>
                <a:latin typeface="Arial"/>
                <a:ea typeface="Arial"/>
                <a:cs typeface="Arial"/>
              </a:rPr>
              <a:t>Attack payloads</a:t>
            </a:r>
          </a:p>
        </p:txBody>
      </p:sp>
      <p:sp>
        <p:nvSpPr>
          <p:cNvPr id="11" name="BLUE TEAM Defense logic">
            <a:extLst xmlns:a="http://schemas.openxmlformats.org/drawingml/2006/main">
              <a:ext uri="{FF2B5EF4-FFF2-40B4-BE49-F238E27FC236}">
                <a16:creationId xmlns:a16="http://schemas.microsoft.com/office/drawing/2014/main" id="{C13668CB-1763-4A90-AEAB-02867EEE1C85}"/>
              </a:ext>
            </a:extLst>
          </p:cNvPr>
          <p:cNvSpPr>
            <a:spLocks xmlns:a="http://schemas.openxmlformats.org/drawingml/2006/main" noGrp="1"/>
          </p:cNvSpPr>
          <p:nvPr/>
        </p:nvSpPr>
        <p:spPr>
          <a:xfrm xmlns:a="http://schemas.openxmlformats.org/drawingml/2006/main">
            <a:off x="4819650" y="3810000"/>
            <a:ext cx="2571750" cy="952500"/>
          </a:xfrm>
          <a:prstGeom xmlns:a="http://schemas.openxmlformats.org/drawingml/2006/main" prst="rect">
            <a:avLst/>
          </a:prstGeom>
          <a:solidFill xmlns:a="http://schemas.openxmlformats.org/drawingml/2006/main">
            <a:srgbClr val="FFFFFF"/>
          </a:solidFill>
          <a:ln xmlns:a="http://schemas.openxmlformats.org/drawingml/2006/main" w="14288">
            <a:solidFill>
              <a:srgbClr val="087E78"/>
            </a:solidFill>
          </a:ln>
        </p:spPr>
        <p:txBody>
          <a:bodyPr xmlns:a="http://schemas.openxmlformats.org/drawingml/2006/main" lIns="114300" tIns="114300" rIns="114300" bIns="114300" anchor="ctr">
            <a:noAutofit/>
          </a:bodyPr>
          <a:lstStyle xmlns:a="http://schemas.openxmlformats.org/drawingml/2006/main">
            <a:defPPr algn="ctr">
              <a:defRPr sz="1950" b="1">
                <a:solidFill>
                  <a:srgbClr val="087E78"/>
                </a:solidFill>
                <a:latin typeface="Arial"/>
                <a:ea typeface="Arial"/>
                <a:cs typeface="Arial"/>
              </a:defRPr>
            </a:defPPr>
            <a:lvl1pPr algn="ctr">
              <a:defRPr sz="1950" b="1">
                <a:solidFill>
                  <a:srgbClr val="087E78"/>
                </a:solidFill>
                <a:latin typeface="Arial"/>
                <a:ea typeface="Arial"/>
                <a:cs typeface="Arial"/>
              </a:defRPr>
            </a:lvl1pPr>
            <a:lvl2pPr algn="ctr">
              <a:defRPr sz="1950" b="1">
                <a:solidFill>
                  <a:srgbClr val="087E78"/>
                </a:solidFill>
                <a:latin typeface="Arial"/>
                <a:ea typeface="Arial"/>
                <a:cs typeface="Arial"/>
              </a:defRPr>
            </a:lvl2pPr>
            <a:lvl3pPr algn="ctr">
              <a:defRPr sz="1950" b="1">
                <a:solidFill>
                  <a:srgbClr val="087E78"/>
                </a:solidFill>
                <a:latin typeface="Arial"/>
                <a:ea typeface="Arial"/>
                <a:cs typeface="Arial"/>
              </a:defRPr>
            </a:lvl3pPr>
            <a:lvl4pPr algn="ctr">
              <a:defRPr sz="1950" b="1">
                <a:solidFill>
                  <a:srgbClr val="087E78"/>
                </a:solidFill>
                <a:latin typeface="Arial"/>
                <a:ea typeface="Arial"/>
                <a:cs typeface="Arial"/>
              </a:defRPr>
            </a:lvl4pPr>
            <a:lvl5pPr algn="ctr">
              <a:defRPr sz="1950" b="1">
                <a:solidFill>
                  <a:srgbClr val="087E78"/>
                </a:solidFill>
                <a:latin typeface="Arial"/>
                <a:ea typeface="Arial"/>
                <a:cs typeface="Arial"/>
              </a:defRPr>
            </a:lvl5pPr>
            <a:lvl6pPr algn="ctr">
              <a:defRPr sz="1950" b="1">
                <a:solidFill>
                  <a:srgbClr val="087E78"/>
                </a:solidFill>
                <a:latin typeface="Arial"/>
                <a:ea typeface="Arial"/>
                <a:cs typeface="Arial"/>
              </a:defRPr>
            </a:lvl6pPr>
            <a:lvl7pPr algn="ctr">
              <a:defRPr sz="1950" b="1">
                <a:solidFill>
                  <a:srgbClr val="087E78"/>
                </a:solidFill>
                <a:latin typeface="Arial"/>
                <a:ea typeface="Arial"/>
                <a:cs typeface="Arial"/>
              </a:defRPr>
            </a:lvl7pPr>
            <a:lvl8pPr algn="ctr">
              <a:defRPr sz="1950" b="1">
                <a:solidFill>
                  <a:srgbClr val="087E78"/>
                </a:solidFill>
                <a:latin typeface="Arial"/>
                <a:ea typeface="Arial"/>
                <a:cs typeface="Arial"/>
              </a:defRPr>
            </a:lvl8pPr>
            <a:lvl9pPr algn="ctr">
              <a:defRPr sz="1950" b="1">
                <a:solidFill>
                  <a:srgbClr val="087E78"/>
                </a:solidFill>
                <a:latin typeface="Arial"/>
                <a:ea typeface="Arial"/>
                <a:cs typeface="Arial"/>
              </a:defRPr>
            </a:lvl9pPr>
          </a:lstStyle>
          <a:p xmlns:a="http://schemas.openxmlformats.org/drawingml/2006/main">
            <a:pPr algn="ctr">
              <a:defRPr sz="1950" b="1">
                <a:solidFill>
                  <a:srgbClr val="087E78"/>
                </a:solidFill>
                <a:latin typeface="Arial"/>
                <a:ea typeface="Arial"/>
                <a:cs typeface="Arial"/>
              </a:defRPr>
            </a:pPr>
            <a:r>
              <a:rPr sz="1950" b="1">
                <a:solidFill>
                  <a:srgbClr val="087E78"/>
                </a:solidFill>
                <a:latin typeface="Arial"/>
                <a:ea typeface="Arial"/>
                <a:cs typeface="Arial"/>
              </a:rPr>
              <a:t>BLUE TEAM</a:t>
            </a:r>
          </a:p>
          <a:p xmlns:a="http://schemas.openxmlformats.org/drawingml/2006/main">
            <a:pPr algn="ctr">
              <a:defRPr sz="1950" b="1">
                <a:solidFill>
                  <a:srgbClr val="087E78"/>
                </a:solidFill>
                <a:latin typeface="Arial"/>
                <a:ea typeface="Arial"/>
                <a:cs typeface="Arial"/>
              </a:defRPr>
            </a:pPr>
            <a:r>
              <a:rPr sz="1950" b="1">
                <a:solidFill>
                  <a:srgbClr val="087E78"/>
                </a:solidFill>
                <a:latin typeface="Arial"/>
                <a:ea typeface="Arial"/>
                <a:cs typeface="Arial"/>
              </a:rPr>
              <a:t>Defense logic</a:t>
            </a:r>
          </a:p>
        </p:txBody>
      </p:sp>
      <p:sp>
        <p:nvSpPr>
          <p:cNvPr id="12" name="CLIENT LLM Prompt and context state">
            <a:extLst xmlns:a="http://schemas.openxmlformats.org/drawingml/2006/main">
              <a:ext uri="{FF2B5EF4-FFF2-40B4-BE49-F238E27FC236}">
                <a16:creationId xmlns:a16="http://schemas.microsoft.com/office/drawing/2014/main" id="{99AFCC8F-024E-45EF-AD92-027720ABC54B}"/>
              </a:ext>
            </a:extLst>
          </p:cNvPr>
          <p:cNvSpPr>
            <a:spLocks xmlns:a="http://schemas.openxmlformats.org/drawingml/2006/main" noGrp="1"/>
          </p:cNvSpPr>
          <p:nvPr/>
        </p:nvSpPr>
        <p:spPr>
          <a:xfrm xmlns:a="http://schemas.openxmlformats.org/drawingml/2006/main">
            <a:off x="8639175" y="3810000"/>
            <a:ext cx="2571750" cy="952500"/>
          </a:xfrm>
          <a:prstGeom xmlns:a="http://schemas.openxmlformats.org/drawingml/2006/main" prst="rect">
            <a:avLst/>
          </a:prstGeom>
          <a:solidFill xmlns:a="http://schemas.openxmlformats.org/drawingml/2006/main">
            <a:srgbClr val="FFFFFF"/>
          </a:solidFill>
          <a:ln xmlns:a="http://schemas.openxmlformats.org/drawingml/2006/main" w="14288">
            <a:solidFill>
              <a:srgbClr val="425C7A"/>
            </a:solidFill>
          </a:ln>
        </p:spPr>
        <p:txBody>
          <a:bodyPr xmlns:a="http://schemas.openxmlformats.org/drawingml/2006/main" lIns="114300" tIns="114300" rIns="114300" bIns="114300" anchor="ctr">
            <a:noAutofit/>
          </a:bodyPr>
          <a:lstStyle xmlns:a="http://schemas.openxmlformats.org/drawingml/2006/main">
            <a:defPPr algn="ctr">
              <a:defRPr sz="1800" b="1">
                <a:solidFill>
                  <a:srgbClr val="425C7A"/>
                </a:solidFill>
                <a:latin typeface="Arial"/>
                <a:ea typeface="Arial"/>
                <a:cs typeface="Arial"/>
              </a:defRPr>
            </a:defPPr>
            <a:lvl1pPr algn="ctr">
              <a:defRPr sz="1800" b="1">
                <a:solidFill>
                  <a:srgbClr val="425C7A"/>
                </a:solidFill>
                <a:latin typeface="Arial"/>
                <a:ea typeface="Arial"/>
                <a:cs typeface="Arial"/>
              </a:defRPr>
            </a:lvl1pPr>
            <a:lvl2pPr algn="ctr">
              <a:defRPr sz="1800" b="1">
                <a:solidFill>
                  <a:srgbClr val="425C7A"/>
                </a:solidFill>
                <a:latin typeface="Arial"/>
                <a:ea typeface="Arial"/>
                <a:cs typeface="Arial"/>
              </a:defRPr>
            </a:lvl2pPr>
            <a:lvl3pPr algn="ctr">
              <a:defRPr sz="1800" b="1">
                <a:solidFill>
                  <a:srgbClr val="425C7A"/>
                </a:solidFill>
                <a:latin typeface="Arial"/>
                <a:ea typeface="Arial"/>
                <a:cs typeface="Arial"/>
              </a:defRPr>
            </a:lvl3pPr>
            <a:lvl4pPr algn="ctr">
              <a:defRPr sz="1800" b="1">
                <a:solidFill>
                  <a:srgbClr val="425C7A"/>
                </a:solidFill>
                <a:latin typeface="Arial"/>
                <a:ea typeface="Arial"/>
                <a:cs typeface="Arial"/>
              </a:defRPr>
            </a:lvl4pPr>
            <a:lvl5pPr algn="ctr">
              <a:defRPr sz="1800" b="1">
                <a:solidFill>
                  <a:srgbClr val="425C7A"/>
                </a:solidFill>
                <a:latin typeface="Arial"/>
                <a:ea typeface="Arial"/>
                <a:cs typeface="Arial"/>
              </a:defRPr>
            </a:lvl5pPr>
            <a:lvl6pPr algn="ctr">
              <a:defRPr sz="1800" b="1">
                <a:solidFill>
                  <a:srgbClr val="425C7A"/>
                </a:solidFill>
                <a:latin typeface="Arial"/>
                <a:ea typeface="Arial"/>
                <a:cs typeface="Arial"/>
              </a:defRPr>
            </a:lvl6pPr>
            <a:lvl7pPr algn="ctr">
              <a:defRPr sz="1800" b="1">
                <a:solidFill>
                  <a:srgbClr val="425C7A"/>
                </a:solidFill>
                <a:latin typeface="Arial"/>
                <a:ea typeface="Arial"/>
                <a:cs typeface="Arial"/>
              </a:defRPr>
            </a:lvl7pPr>
            <a:lvl8pPr algn="ctr">
              <a:defRPr sz="1800" b="1">
                <a:solidFill>
                  <a:srgbClr val="425C7A"/>
                </a:solidFill>
                <a:latin typeface="Arial"/>
                <a:ea typeface="Arial"/>
                <a:cs typeface="Arial"/>
              </a:defRPr>
            </a:lvl8pPr>
            <a:lvl9pPr algn="ctr">
              <a:defRPr sz="1800" b="1">
                <a:solidFill>
                  <a:srgbClr val="425C7A"/>
                </a:solidFill>
                <a:latin typeface="Arial"/>
                <a:ea typeface="Arial"/>
                <a:cs typeface="Arial"/>
              </a:defRPr>
            </a:lvl9pPr>
          </a:lstStyle>
          <a:p xmlns:a="http://schemas.openxmlformats.org/drawingml/2006/main">
            <a:pPr algn="ctr">
              <a:defRPr sz="1800" b="1">
                <a:solidFill>
                  <a:srgbClr val="425C7A"/>
                </a:solidFill>
                <a:latin typeface="Arial"/>
                <a:ea typeface="Arial"/>
                <a:cs typeface="Arial"/>
              </a:defRPr>
            </a:pPr>
            <a:r>
              <a:rPr sz="1800" b="1">
                <a:solidFill>
                  <a:srgbClr val="425C7A"/>
                </a:solidFill>
                <a:latin typeface="Arial"/>
                <a:ea typeface="Arial"/>
                <a:cs typeface="Arial"/>
              </a:rPr>
              <a:t>CLIENT LLM</a:t>
            </a:r>
          </a:p>
          <a:p xmlns:a="http://schemas.openxmlformats.org/drawingml/2006/main">
            <a:pPr algn="ctr">
              <a:defRPr sz="1800" b="1">
                <a:solidFill>
                  <a:srgbClr val="425C7A"/>
                </a:solidFill>
                <a:latin typeface="Arial"/>
                <a:ea typeface="Arial"/>
                <a:cs typeface="Arial"/>
              </a:defRPr>
            </a:pPr>
            <a:r>
              <a:rPr sz="1800" b="1">
                <a:solidFill>
                  <a:srgbClr val="425C7A"/>
                </a:solidFill>
                <a:latin typeface="Arial"/>
                <a:ea typeface="Arial"/>
                <a:cs typeface="Arial"/>
              </a:rPr>
              <a:t>Prompt and context state</a:t>
            </a:r>
          </a:p>
        </p:txBody>
      </p:sp>
      <p:sp>
        <p:nvSpPr>
          <p:cNvPr id="13" name="Leakage or interference can invalidate a safety finding.">
            <a:extLst xmlns:a="http://schemas.openxmlformats.org/drawingml/2006/main">
              <a:ext uri="{FF2B5EF4-FFF2-40B4-BE49-F238E27FC236}">
                <a16:creationId xmlns:a16="http://schemas.microsoft.com/office/drawing/2014/main" id="{4039B55E-74E3-42FE-96E2-DF023549A4E2}"/>
              </a:ext>
            </a:extLst>
          </p:cNvPr>
          <p:cNvSpPr>
            <a:spLocks xmlns:a="http://schemas.openxmlformats.org/drawingml/2006/main" noGrp="1"/>
          </p:cNvSpPr>
          <p:nvPr/>
        </p:nvSpPr>
        <p:spPr>
          <a:xfrm xmlns:a="http://schemas.openxmlformats.org/drawingml/2006/main">
            <a:off x="628650" y="5657850"/>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0A1420"/>
                </a:solidFill>
                <a:latin typeface="Arial"/>
                <a:ea typeface="Arial"/>
                <a:cs typeface="Arial"/>
              </a:defRPr>
            </a:defPPr>
            <a:lvl1pPr algn="l">
              <a:defRPr sz="2250" b="1">
                <a:solidFill>
                  <a:srgbClr val="0A1420"/>
                </a:solidFill>
                <a:latin typeface="Arial"/>
                <a:ea typeface="Arial"/>
                <a:cs typeface="Arial"/>
              </a:defRPr>
            </a:lvl1pPr>
            <a:lvl2pPr algn="l">
              <a:defRPr sz="2250" b="1">
                <a:solidFill>
                  <a:srgbClr val="0A1420"/>
                </a:solidFill>
                <a:latin typeface="Arial"/>
                <a:ea typeface="Arial"/>
                <a:cs typeface="Arial"/>
              </a:defRPr>
            </a:lvl2pPr>
            <a:lvl3pPr algn="l">
              <a:defRPr sz="2250" b="1">
                <a:solidFill>
                  <a:srgbClr val="0A1420"/>
                </a:solidFill>
                <a:latin typeface="Arial"/>
                <a:ea typeface="Arial"/>
                <a:cs typeface="Arial"/>
              </a:defRPr>
            </a:lvl3pPr>
            <a:lvl4pPr algn="l">
              <a:defRPr sz="2250" b="1">
                <a:solidFill>
                  <a:srgbClr val="0A1420"/>
                </a:solidFill>
                <a:latin typeface="Arial"/>
                <a:ea typeface="Arial"/>
                <a:cs typeface="Arial"/>
              </a:defRPr>
            </a:lvl4pPr>
            <a:lvl5pPr algn="l">
              <a:defRPr sz="2250" b="1">
                <a:solidFill>
                  <a:srgbClr val="0A1420"/>
                </a:solidFill>
                <a:latin typeface="Arial"/>
                <a:ea typeface="Arial"/>
                <a:cs typeface="Arial"/>
              </a:defRPr>
            </a:lvl5pPr>
            <a:lvl6pPr algn="l">
              <a:defRPr sz="2250" b="1">
                <a:solidFill>
                  <a:srgbClr val="0A1420"/>
                </a:solidFill>
                <a:latin typeface="Arial"/>
                <a:ea typeface="Arial"/>
                <a:cs typeface="Arial"/>
              </a:defRPr>
            </a:lvl6pPr>
            <a:lvl7pPr algn="l">
              <a:defRPr sz="2250" b="1">
                <a:solidFill>
                  <a:srgbClr val="0A1420"/>
                </a:solidFill>
                <a:latin typeface="Arial"/>
                <a:ea typeface="Arial"/>
                <a:cs typeface="Arial"/>
              </a:defRPr>
            </a:lvl7pPr>
            <a:lvl8pPr algn="l">
              <a:defRPr sz="2250" b="1">
                <a:solidFill>
                  <a:srgbClr val="0A1420"/>
                </a:solidFill>
                <a:latin typeface="Arial"/>
                <a:ea typeface="Arial"/>
                <a:cs typeface="Arial"/>
              </a:defRPr>
            </a:lvl8pPr>
            <a:lvl9pPr algn="l">
              <a:defRPr sz="2250" b="1">
                <a:solidFill>
                  <a:srgbClr val="0A1420"/>
                </a:solidFill>
                <a:latin typeface="Arial"/>
                <a:ea typeface="Arial"/>
                <a:cs typeface="Arial"/>
              </a:defRPr>
            </a:lvl9pPr>
          </a:lstStyle>
          <a:p xmlns:a="http://schemas.openxmlformats.org/drawingml/2006/main">
            <a:pPr algn="l">
              <a:defRPr sz="2250" b="1">
                <a:solidFill>
                  <a:srgbClr val="0A1420"/>
                </a:solidFill>
                <a:latin typeface="Arial"/>
                <a:ea typeface="Arial"/>
                <a:cs typeface="Arial"/>
              </a:defRPr>
            </a:pPr>
            <a:r>
              <a:rPr sz="2250" b="1">
                <a:solidFill>
                  <a:srgbClr val="0A1420"/>
                </a:solidFill>
                <a:latin typeface="Arial"/>
                <a:ea typeface="Arial"/>
                <a:cs typeface="Arial"/>
              </a:rPr>
              <a:t>Leakage or interference can invalidate a safety finding.</a:t>
            </a:r>
          </a:p>
        </p:txBody>
      </p:sp>
    </p:spTree>
    <p:extLst>
      <p:ext uri="{BB962C8B-B14F-4D97-AF65-F5344CB8AC3E}">
        <p14:creationId xmlns:p14="http://schemas.microsoft.com/office/powerpoint/2010/main" val="836555275"/>
      </p:ext>
    </p:extLst>
  </p:cSld>
</p:sld>
</file>

<file path=ppt/slides/slide3.xml><?xml version="1.0" encoding="utf-8"?>
<p:sld xmlns:p="http://schemas.openxmlformats.org/presentationml/2006/main">
  <p:cSld>
    <p:bg>
      <p:bgPr>
        <a:solidFill xmlns:a="http://schemas.openxmlformats.org/drawingml/2006/main">
          <a:srgbClr val="F5F5F0"/>
        </a:solidFill>
      </p:bgPr>
    </p:bg>
    <p:spTree>
      <p:nvGrpSpPr>
        <p:cNvPr id="1" name=""/>
        <p:cNvGrpSpPr/>
        <p:nvPr/>
      </p:nvGrpSpPr>
      <p:grpSpPr>
        <a:xfrm xmlns:a="http://schemas.openxmlformats.org/drawingml/2006/main"/>
      </p:grpSpPr>
      <p:sp>
        <p:nvSpPr>
          <p:cNvPr id="2" name="One controlled test lifecycle">
            <a:extLst xmlns:a="http://schemas.openxmlformats.org/drawingml/2006/main">
              <a:ext uri="{FF2B5EF4-FFF2-40B4-BE49-F238E27FC236}">
                <a16:creationId xmlns:a16="http://schemas.microsoft.com/office/drawing/2014/main" id="{AA2041AA-CD9A-473D-BD6B-AB8BA6A5E393}"/>
              </a:ext>
            </a:extLst>
          </p:cNvPr>
          <p:cNvSpPr>
            <a:spLocks xmlns:a="http://schemas.openxmlformats.org/drawingml/2006/main" noGrp="1"/>
          </p:cNvSpPr>
          <p:nvPr/>
        </p:nvSpPr>
        <p:spPr>
          <a:xfrm xmlns:a="http://schemas.openxmlformats.org/drawingml/2006/main">
            <a:off x="609600" y="457200"/>
            <a:ext cx="1095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0A1420"/>
                </a:solidFill>
                <a:latin typeface="Arial"/>
                <a:ea typeface="Arial"/>
                <a:cs typeface="Arial"/>
              </a:defRPr>
            </a:defPPr>
            <a:lvl1pPr algn="l">
              <a:defRPr sz="3300" b="1">
                <a:solidFill>
                  <a:srgbClr val="0A1420"/>
                </a:solidFill>
                <a:latin typeface="Arial"/>
                <a:ea typeface="Arial"/>
                <a:cs typeface="Arial"/>
              </a:defRPr>
            </a:lvl1pPr>
            <a:lvl2pPr algn="l">
              <a:defRPr sz="3300" b="1">
                <a:solidFill>
                  <a:srgbClr val="0A1420"/>
                </a:solidFill>
                <a:latin typeface="Arial"/>
                <a:ea typeface="Arial"/>
                <a:cs typeface="Arial"/>
              </a:defRPr>
            </a:lvl2pPr>
            <a:lvl3pPr algn="l">
              <a:defRPr sz="3300" b="1">
                <a:solidFill>
                  <a:srgbClr val="0A1420"/>
                </a:solidFill>
                <a:latin typeface="Arial"/>
                <a:ea typeface="Arial"/>
                <a:cs typeface="Arial"/>
              </a:defRPr>
            </a:lvl3pPr>
            <a:lvl4pPr algn="l">
              <a:defRPr sz="3300" b="1">
                <a:solidFill>
                  <a:srgbClr val="0A1420"/>
                </a:solidFill>
                <a:latin typeface="Arial"/>
                <a:ea typeface="Arial"/>
                <a:cs typeface="Arial"/>
              </a:defRPr>
            </a:lvl4pPr>
            <a:lvl5pPr algn="l">
              <a:defRPr sz="3300" b="1">
                <a:solidFill>
                  <a:srgbClr val="0A1420"/>
                </a:solidFill>
                <a:latin typeface="Arial"/>
                <a:ea typeface="Arial"/>
                <a:cs typeface="Arial"/>
              </a:defRPr>
            </a:lvl5pPr>
            <a:lvl6pPr algn="l">
              <a:defRPr sz="3300" b="1">
                <a:solidFill>
                  <a:srgbClr val="0A1420"/>
                </a:solidFill>
                <a:latin typeface="Arial"/>
                <a:ea typeface="Arial"/>
                <a:cs typeface="Arial"/>
              </a:defRPr>
            </a:lvl6pPr>
            <a:lvl7pPr algn="l">
              <a:defRPr sz="3300" b="1">
                <a:solidFill>
                  <a:srgbClr val="0A1420"/>
                </a:solidFill>
                <a:latin typeface="Arial"/>
                <a:ea typeface="Arial"/>
                <a:cs typeface="Arial"/>
              </a:defRPr>
            </a:lvl7pPr>
            <a:lvl8pPr algn="l">
              <a:defRPr sz="3300" b="1">
                <a:solidFill>
                  <a:srgbClr val="0A1420"/>
                </a:solidFill>
                <a:latin typeface="Arial"/>
                <a:ea typeface="Arial"/>
                <a:cs typeface="Arial"/>
              </a:defRPr>
            </a:lvl8pPr>
            <a:lvl9pPr algn="l">
              <a:defRPr sz="3300" b="1">
                <a:solidFill>
                  <a:srgbClr val="0A1420"/>
                </a:solidFill>
                <a:latin typeface="Arial"/>
                <a:ea typeface="Arial"/>
                <a:cs typeface="Arial"/>
              </a:defRPr>
            </a:lvl9pPr>
          </a:lstStyle>
          <a:p xmlns:a="http://schemas.openxmlformats.org/drawingml/2006/main">
            <a:pPr algn="l">
              <a:defRPr sz="3300" b="1">
                <a:solidFill>
                  <a:srgbClr val="0A1420"/>
                </a:solidFill>
                <a:latin typeface="Arial"/>
                <a:ea typeface="Arial"/>
                <a:cs typeface="Arial"/>
              </a:defRPr>
            </a:pPr>
            <a:r>
              <a:rPr sz="3300" b="1">
                <a:solidFill>
                  <a:srgbClr val="0A1420"/>
                </a:solidFill>
                <a:latin typeface="Arial"/>
                <a:ea typeface="Arial"/>
                <a:cs typeface="Arial"/>
              </a:rPr>
              <a:t>One controlled test lifecycle</a:t>
            </a:r>
          </a:p>
        </p:txBody>
      </p:sp>
      <p:sp>
        <p:nvSpPr>
          <p:cNvPr id="3" name="03">
            <a:extLst xmlns:a="http://schemas.openxmlformats.org/drawingml/2006/main">
              <a:ext uri="{FF2B5EF4-FFF2-40B4-BE49-F238E27FC236}">
                <a16:creationId xmlns:a16="http://schemas.microsoft.com/office/drawing/2014/main" id="{4079F815-BB61-429A-8CAC-EAC75B9DD78F}"/>
              </a:ext>
            </a:extLst>
          </p:cNvPr>
          <p:cNvSpPr>
            <a:spLocks xmlns:a="http://schemas.openxmlformats.org/drawingml/2006/main" noGrp="1"/>
          </p:cNvSpPr>
          <p:nvPr/>
        </p:nvSpPr>
        <p:spPr>
          <a:xfrm xmlns:a="http://schemas.openxmlformats.org/drawingml/2006/main">
            <a:off x="11144250" y="63436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2616F"/>
                </a:solidFill>
                <a:latin typeface="Arial"/>
                <a:ea typeface="Arial"/>
                <a:cs typeface="Arial"/>
              </a:defRPr>
            </a:defPPr>
            <a:lvl1pPr algn="r">
              <a:defRPr sz="1350" b="0">
                <a:solidFill>
                  <a:srgbClr val="52616F"/>
                </a:solidFill>
                <a:latin typeface="Arial"/>
                <a:ea typeface="Arial"/>
                <a:cs typeface="Arial"/>
              </a:defRPr>
            </a:lvl1pPr>
            <a:lvl2pPr algn="r">
              <a:defRPr sz="1350" b="0">
                <a:solidFill>
                  <a:srgbClr val="52616F"/>
                </a:solidFill>
                <a:latin typeface="Arial"/>
                <a:ea typeface="Arial"/>
                <a:cs typeface="Arial"/>
              </a:defRPr>
            </a:lvl2pPr>
            <a:lvl3pPr algn="r">
              <a:defRPr sz="1350" b="0">
                <a:solidFill>
                  <a:srgbClr val="52616F"/>
                </a:solidFill>
                <a:latin typeface="Arial"/>
                <a:ea typeface="Arial"/>
                <a:cs typeface="Arial"/>
              </a:defRPr>
            </a:lvl3pPr>
            <a:lvl4pPr algn="r">
              <a:defRPr sz="1350" b="0">
                <a:solidFill>
                  <a:srgbClr val="52616F"/>
                </a:solidFill>
                <a:latin typeface="Arial"/>
                <a:ea typeface="Arial"/>
                <a:cs typeface="Arial"/>
              </a:defRPr>
            </a:lvl4pPr>
            <a:lvl5pPr algn="r">
              <a:defRPr sz="1350" b="0">
                <a:solidFill>
                  <a:srgbClr val="52616F"/>
                </a:solidFill>
                <a:latin typeface="Arial"/>
                <a:ea typeface="Arial"/>
                <a:cs typeface="Arial"/>
              </a:defRPr>
            </a:lvl5pPr>
            <a:lvl6pPr algn="r">
              <a:defRPr sz="1350" b="0">
                <a:solidFill>
                  <a:srgbClr val="52616F"/>
                </a:solidFill>
                <a:latin typeface="Arial"/>
                <a:ea typeface="Arial"/>
                <a:cs typeface="Arial"/>
              </a:defRPr>
            </a:lvl6pPr>
            <a:lvl7pPr algn="r">
              <a:defRPr sz="1350" b="0">
                <a:solidFill>
                  <a:srgbClr val="52616F"/>
                </a:solidFill>
                <a:latin typeface="Arial"/>
                <a:ea typeface="Arial"/>
                <a:cs typeface="Arial"/>
              </a:defRPr>
            </a:lvl7pPr>
            <a:lvl8pPr algn="r">
              <a:defRPr sz="1350" b="0">
                <a:solidFill>
                  <a:srgbClr val="52616F"/>
                </a:solidFill>
                <a:latin typeface="Arial"/>
                <a:ea typeface="Arial"/>
                <a:cs typeface="Arial"/>
              </a:defRPr>
            </a:lvl8pPr>
            <a:lvl9pPr algn="r">
              <a:defRPr sz="1350" b="0">
                <a:solidFill>
                  <a:srgbClr val="52616F"/>
                </a:solidFill>
                <a:latin typeface="Arial"/>
                <a:ea typeface="Arial"/>
                <a:cs typeface="Arial"/>
              </a:defRPr>
            </a:lvl9pPr>
          </a:lstStyle>
          <a:p xmlns:a="http://schemas.openxmlformats.org/drawingml/2006/main">
            <a:pPr algn="r">
              <a:defRPr sz="1350" b="0">
                <a:solidFill>
                  <a:srgbClr val="52616F"/>
                </a:solidFill>
                <a:latin typeface="Arial"/>
                <a:ea typeface="Arial"/>
                <a:cs typeface="Arial"/>
              </a:defRPr>
            </a:pPr>
            <a:r>
              <a:rPr sz="1350" b="0">
                <a:solidFill>
                  <a:srgbClr val="52616F"/>
                </a:solidFill>
                <a:latin typeface="Arial"/>
                <a:ea typeface="Arial"/>
                <a:cs typeface="Arial"/>
              </a:rPr>
              <a:t>03</a:t>
            </a:r>
          </a:p>
        </p:txBody>
      </p:sp>
      <p:sp>
        <p:nvSpPr>
          <p:cNvPr id="4" name="Each result stays linked to its run and configuration.">
            <a:extLst xmlns:a="http://schemas.openxmlformats.org/drawingml/2006/main">
              <a:ext uri="{FF2B5EF4-FFF2-40B4-BE49-F238E27FC236}">
                <a16:creationId xmlns:a16="http://schemas.microsoft.com/office/drawing/2014/main" id="{D38ADCEC-4588-48D4-923E-4D269E070670}"/>
              </a:ext>
            </a:extLst>
          </p:cNvPr>
          <p:cNvSpPr>
            <a:spLocks xmlns:a="http://schemas.openxmlformats.org/drawingml/2006/main" noGrp="1"/>
          </p:cNvSpPr>
          <p:nvPr/>
        </p:nvSpPr>
        <p:spPr>
          <a:xfrm xmlns:a="http://schemas.openxmlformats.org/drawingml/2006/main">
            <a:off x="619125" y="1619250"/>
            <a:ext cx="106203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87E78"/>
                </a:solidFill>
                <a:latin typeface="Arial"/>
                <a:ea typeface="Arial"/>
                <a:cs typeface="Arial"/>
              </a:defRPr>
            </a:defPPr>
            <a:lvl1pPr algn="l">
              <a:defRPr sz="2175" b="1">
                <a:solidFill>
                  <a:srgbClr val="087E78"/>
                </a:solidFill>
                <a:latin typeface="Arial"/>
                <a:ea typeface="Arial"/>
                <a:cs typeface="Arial"/>
              </a:defRPr>
            </a:lvl1pPr>
            <a:lvl2pPr algn="l">
              <a:defRPr sz="2175" b="1">
                <a:solidFill>
                  <a:srgbClr val="087E78"/>
                </a:solidFill>
                <a:latin typeface="Arial"/>
                <a:ea typeface="Arial"/>
                <a:cs typeface="Arial"/>
              </a:defRPr>
            </a:lvl2pPr>
            <a:lvl3pPr algn="l">
              <a:defRPr sz="2175" b="1">
                <a:solidFill>
                  <a:srgbClr val="087E78"/>
                </a:solidFill>
                <a:latin typeface="Arial"/>
                <a:ea typeface="Arial"/>
                <a:cs typeface="Arial"/>
              </a:defRPr>
            </a:lvl3pPr>
            <a:lvl4pPr algn="l">
              <a:defRPr sz="2175" b="1">
                <a:solidFill>
                  <a:srgbClr val="087E78"/>
                </a:solidFill>
                <a:latin typeface="Arial"/>
                <a:ea typeface="Arial"/>
                <a:cs typeface="Arial"/>
              </a:defRPr>
            </a:lvl4pPr>
            <a:lvl5pPr algn="l">
              <a:defRPr sz="2175" b="1">
                <a:solidFill>
                  <a:srgbClr val="087E78"/>
                </a:solidFill>
                <a:latin typeface="Arial"/>
                <a:ea typeface="Arial"/>
                <a:cs typeface="Arial"/>
              </a:defRPr>
            </a:lvl5pPr>
            <a:lvl6pPr algn="l">
              <a:defRPr sz="2175" b="1">
                <a:solidFill>
                  <a:srgbClr val="087E78"/>
                </a:solidFill>
                <a:latin typeface="Arial"/>
                <a:ea typeface="Arial"/>
                <a:cs typeface="Arial"/>
              </a:defRPr>
            </a:lvl6pPr>
            <a:lvl7pPr algn="l">
              <a:defRPr sz="2175" b="1">
                <a:solidFill>
                  <a:srgbClr val="087E78"/>
                </a:solidFill>
                <a:latin typeface="Arial"/>
                <a:ea typeface="Arial"/>
                <a:cs typeface="Arial"/>
              </a:defRPr>
            </a:lvl7pPr>
            <a:lvl8pPr algn="l">
              <a:defRPr sz="2175" b="1">
                <a:solidFill>
                  <a:srgbClr val="087E78"/>
                </a:solidFill>
                <a:latin typeface="Arial"/>
                <a:ea typeface="Arial"/>
                <a:cs typeface="Arial"/>
              </a:defRPr>
            </a:lvl8pPr>
            <a:lvl9pPr algn="l">
              <a:defRPr sz="2175" b="1">
                <a:solidFill>
                  <a:srgbClr val="087E78"/>
                </a:solidFill>
                <a:latin typeface="Arial"/>
                <a:ea typeface="Arial"/>
                <a:cs typeface="Arial"/>
              </a:defRPr>
            </a:lvl9pPr>
          </a:lstStyle>
          <a:p xmlns:a="http://schemas.openxmlformats.org/drawingml/2006/main">
            <a:pPr algn="l">
              <a:defRPr sz="2175" b="1">
                <a:solidFill>
                  <a:srgbClr val="087E78"/>
                </a:solidFill>
                <a:latin typeface="Arial"/>
                <a:ea typeface="Arial"/>
                <a:cs typeface="Arial"/>
              </a:defRPr>
            </a:pPr>
            <a:r>
              <a:rPr sz="2175" b="1">
                <a:solidFill>
                  <a:srgbClr val="087E78"/>
                </a:solidFill>
                <a:latin typeface="Arial"/>
                <a:ea typeface="Arial"/>
                <a:cs typeface="Arial"/>
              </a:rPr>
              <a:t>Each result stays linked to its run and configuration.</a:t>
            </a:r>
          </a:p>
        </p:txBody>
      </p:sp>
      <p:sp>
        <p:nvSpPr>
          <p:cNvPr id="5" name="01">
            <a:extLst xmlns:a="http://schemas.openxmlformats.org/drawingml/2006/main">
              <a:ext uri="{FF2B5EF4-FFF2-40B4-BE49-F238E27FC236}">
                <a16:creationId xmlns:a16="http://schemas.microsoft.com/office/drawing/2014/main" id="{34009B9D-ED27-4300-8B2F-F5C9CF9C1375}"/>
              </a:ext>
            </a:extLst>
          </p:cNvPr>
          <p:cNvSpPr>
            <a:spLocks xmlns:a="http://schemas.openxmlformats.org/drawingml/2006/main" noGrp="1"/>
          </p:cNvSpPr>
          <p:nvPr/>
        </p:nvSpPr>
        <p:spPr>
          <a:xfrm xmlns:a="http://schemas.openxmlformats.org/drawingml/2006/main">
            <a:off x="628650" y="2476500"/>
            <a:ext cx="762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1">
                <a:solidFill>
                  <a:srgbClr val="087E78"/>
                </a:solidFill>
                <a:latin typeface="Arial"/>
                <a:ea typeface="Arial"/>
                <a:cs typeface="Arial"/>
              </a:defRPr>
            </a:defPPr>
            <a:lvl1pPr algn="l">
              <a:defRPr sz="2850" b="1">
                <a:solidFill>
                  <a:srgbClr val="087E78"/>
                </a:solidFill>
                <a:latin typeface="Arial"/>
                <a:ea typeface="Arial"/>
                <a:cs typeface="Arial"/>
              </a:defRPr>
            </a:lvl1pPr>
            <a:lvl2pPr algn="l">
              <a:defRPr sz="2850" b="1">
                <a:solidFill>
                  <a:srgbClr val="087E78"/>
                </a:solidFill>
                <a:latin typeface="Arial"/>
                <a:ea typeface="Arial"/>
                <a:cs typeface="Arial"/>
              </a:defRPr>
            </a:lvl2pPr>
            <a:lvl3pPr algn="l">
              <a:defRPr sz="2850" b="1">
                <a:solidFill>
                  <a:srgbClr val="087E78"/>
                </a:solidFill>
                <a:latin typeface="Arial"/>
                <a:ea typeface="Arial"/>
                <a:cs typeface="Arial"/>
              </a:defRPr>
            </a:lvl3pPr>
            <a:lvl4pPr algn="l">
              <a:defRPr sz="2850" b="1">
                <a:solidFill>
                  <a:srgbClr val="087E78"/>
                </a:solidFill>
                <a:latin typeface="Arial"/>
                <a:ea typeface="Arial"/>
                <a:cs typeface="Arial"/>
              </a:defRPr>
            </a:lvl4pPr>
            <a:lvl5pPr algn="l">
              <a:defRPr sz="2850" b="1">
                <a:solidFill>
                  <a:srgbClr val="087E78"/>
                </a:solidFill>
                <a:latin typeface="Arial"/>
                <a:ea typeface="Arial"/>
                <a:cs typeface="Arial"/>
              </a:defRPr>
            </a:lvl5pPr>
            <a:lvl6pPr algn="l">
              <a:defRPr sz="2850" b="1">
                <a:solidFill>
                  <a:srgbClr val="087E78"/>
                </a:solidFill>
                <a:latin typeface="Arial"/>
                <a:ea typeface="Arial"/>
                <a:cs typeface="Arial"/>
              </a:defRPr>
            </a:lvl6pPr>
            <a:lvl7pPr algn="l">
              <a:defRPr sz="2850" b="1">
                <a:solidFill>
                  <a:srgbClr val="087E78"/>
                </a:solidFill>
                <a:latin typeface="Arial"/>
                <a:ea typeface="Arial"/>
                <a:cs typeface="Arial"/>
              </a:defRPr>
            </a:lvl7pPr>
            <a:lvl8pPr algn="l">
              <a:defRPr sz="2850" b="1">
                <a:solidFill>
                  <a:srgbClr val="087E78"/>
                </a:solidFill>
                <a:latin typeface="Arial"/>
                <a:ea typeface="Arial"/>
                <a:cs typeface="Arial"/>
              </a:defRPr>
            </a:lvl8pPr>
            <a:lvl9pPr algn="l">
              <a:defRPr sz="2850" b="1">
                <a:solidFill>
                  <a:srgbClr val="087E78"/>
                </a:solidFill>
                <a:latin typeface="Arial"/>
                <a:ea typeface="Arial"/>
                <a:cs typeface="Arial"/>
              </a:defRPr>
            </a:lvl9pPr>
          </a:lstStyle>
          <a:p xmlns:a="http://schemas.openxmlformats.org/drawingml/2006/main">
            <a:pPr algn="l">
              <a:defRPr sz="2850" b="1">
                <a:solidFill>
                  <a:srgbClr val="087E78"/>
                </a:solidFill>
                <a:latin typeface="Arial"/>
                <a:ea typeface="Arial"/>
                <a:cs typeface="Arial"/>
              </a:defRPr>
            </a:pPr>
            <a:r>
              <a:rPr sz="2850" b="1">
                <a:solidFill>
                  <a:srgbClr val="087E78"/>
                </a:solidFill>
                <a:latin typeface="Arial"/>
                <a:ea typeface="Arial"/>
                <a:cs typeface="Arial"/>
              </a:rPr>
              <a:t>01</a:t>
            </a:r>
          </a:p>
        </p:txBody>
      </p:sp>
      <p:sp>
        <p:nvSpPr>
          <p:cNvPr id="6" name="Admit exact inputs">
            <a:extLst xmlns:a="http://schemas.openxmlformats.org/drawingml/2006/main">
              <a:ext uri="{FF2B5EF4-FFF2-40B4-BE49-F238E27FC236}">
                <a16:creationId xmlns:a16="http://schemas.microsoft.com/office/drawing/2014/main" id="{31F2D97E-C081-42C2-AB65-0806A2CCD792}"/>
              </a:ext>
            </a:extLst>
          </p:cNvPr>
          <p:cNvSpPr>
            <a:spLocks xmlns:a="http://schemas.openxmlformats.org/drawingml/2006/main" noGrp="1"/>
          </p:cNvSpPr>
          <p:nvPr/>
        </p:nvSpPr>
        <p:spPr>
          <a:xfrm xmlns:a="http://schemas.openxmlformats.org/drawingml/2006/main">
            <a:off x="1695450" y="2505075"/>
            <a:ext cx="3524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A1420"/>
                </a:solidFill>
                <a:latin typeface="Arial"/>
                <a:ea typeface="Arial"/>
                <a:cs typeface="Arial"/>
              </a:defRPr>
            </a:defPPr>
            <a:lvl1pPr algn="l">
              <a:defRPr sz="2175" b="1">
                <a:solidFill>
                  <a:srgbClr val="0A1420"/>
                </a:solidFill>
                <a:latin typeface="Arial"/>
                <a:ea typeface="Arial"/>
                <a:cs typeface="Arial"/>
              </a:defRPr>
            </a:lvl1pPr>
            <a:lvl2pPr algn="l">
              <a:defRPr sz="2175" b="1">
                <a:solidFill>
                  <a:srgbClr val="0A1420"/>
                </a:solidFill>
                <a:latin typeface="Arial"/>
                <a:ea typeface="Arial"/>
                <a:cs typeface="Arial"/>
              </a:defRPr>
            </a:lvl2pPr>
            <a:lvl3pPr algn="l">
              <a:defRPr sz="2175" b="1">
                <a:solidFill>
                  <a:srgbClr val="0A1420"/>
                </a:solidFill>
                <a:latin typeface="Arial"/>
                <a:ea typeface="Arial"/>
                <a:cs typeface="Arial"/>
              </a:defRPr>
            </a:lvl3pPr>
            <a:lvl4pPr algn="l">
              <a:defRPr sz="2175" b="1">
                <a:solidFill>
                  <a:srgbClr val="0A1420"/>
                </a:solidFill>
                <a:latin typeface="Arial"/>
                <a:ea typeface="Arial"/>
                <a:cs typeface="Arial"/>
              </a:defRPr>
            </a:lvl4pPr>
            <a:lvl5pPr algn="l">
              <a:defRPr sz="2175" b="1">
                <a:solidFill>
                  <a:srgbClr val="0A1420"/>
                </a:solidFill>
                <a:latin typeface="Arial"/>
                <a:ea typeface="Arial"/>
                <a:cs typeface="Arial"/>
              </a:defRPr>
            </a:lvl5pPr>
            <a:lvl6pPr algn="l">
              <a:defRPr sz="2175" b="1">
                <a:solidFill>
                  <a:srgbClr val="0A1420"/>
                </a:solidFill>
                <a:latin typeface="Arial"/>
                <a:ea typeface="Arial"/>
                <a:cs typeface="Arial"/>
              </a:defRPr>
            </a:lvl6pPr>
            <a:lvl7pPr algn="l">
              <a:defRPr sz="2175" b="1">
                <a:solidFill>
                  <a:srgbClr val="0A1420"/>
                </a:solidFill>
                <a:latin typeface="Arial"/>
                <a:ea typeface="Arial"/>
                <a:cs typeface="Arial"/>
              </a:defRPr>
            </a:lvl7pPr>
            <a:lvl8pPr algn="l">
              <a:defRPr sz="2175" b="1">
                <a:solidFill>
                  <a:srgbClr val="0A1420"/>
                </a:solidFill>
                <a:latin typeface="Arial"/>
                <a:ea typeface="Arial"/>
                <a:cs typeface="Arial"/>
              </a:defRPr>
            </a:lvl8pPr>
            <a:lvl9pPr algn="l">
              <a:defRPr sz="2175" b="1">
                <a:solidFill>
                  <a:srgbClr val="0A1420"/>
                </a:solidFill>
                <a:latin typeface="Arial"/>
                <a:ea typeface="Arial"/>
                <a:cs typeface="Arial"/>
              </a:defRPr>
            </a:lvl9pPr>
          </a:lstStyle>
          <a:p xmlns:a="http://schemas.openxmlformats.org/drawingml/2006/main">
            <a:pPr algn="l">
              <a:defRPr sz="2175" b="1">
                <a:solidFill>
                  <a:srgbClr val="0A1420"/>
                </a:solidFill>
                <a:latin typeface="Arial"/>
                <a:ea typeface="Arial"/>
                <a:cs typeface="Arial"/>
              </a:defRPr>
            </a:pPr>
            <a:r>
              <a:rPr sz="2175" b="1">
                <a:solidFill>
                  <a:srgbClr val="0A1420"/>
                </a:solidFill>
                <a:latin typeface="Arial"/>
                <a:ea typeface="Arial"/>
                <a:cs typeface="Arial"/>
              </a:rPr>
              <a:t>Admit exact inputs</a:t>
            </a:r>
          </a:p>
        </p:txBody>
      </p:sp>
      <p:sp>
        <p:nvSpPr>
          <p:cNvPr id="7" name="Source, model and authority checks before execution">
            <a:extLst xmlns:a="http://schemas.openxmlformats.org/drawingml/2006/main">
              <a:ext uri="{FF2B5EF4-FFF2-40B4-BE49-F238E27FC236}">
                <a16:creationId xmlns:a16="http://schemas.microsoft.com/office/drawing/2014/main" id="{07E76FF3-E380-4052-A293-77460B3521B1}"/>
              </a:ext>
            </a:extLst>
          </p:cNvPr>
          <p:cNvSpPr>
            <a:spLocks xmlns:a="http://schemas.openxmlformats.org/drawingml/2006/main" noGrp="1"/>
          </p:cNvSpPr>
          <p:nvPr/>
        </p:nvSpPr>
        <p:spPr>
          <a:xfrm xmlns:a="http://schemas.openxmlformats.org/drawingml/2006/main">
            <a:off x="5524500" y="2514600"/>
            <a:ext cx="5905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2616F"/>
                </a:solidFill>
                <a:latin typeface="Arial"/>
                <a:ea typeface="Arial"/>
                <a:cs typeface="Arial"/>
              </a:defRPr>
            </a:defPPr>
            <a:lvl1pPr algn="l">
              <a:defRPr sz="1875" b="0">
                <a:solidFill>
                  <a:srgbClr val="52616F"/>
                </a:solidFill>
                <a:latin typeface="Arial"/>
                <a:ea typeface="Arial"/>
                <a:cs typeface="Arial"/>
              </a:defRPr>
            </a:lvl1pPr>
            <a:lvl2pPr algn="l">
              <a:defRPr sz="1875" b="0">
                <a:solidFill>
                  <a:srgbClr val="52616F"/>
                </a:solidFill>
                <a:latin typeface="Arial"/>
                <a:ea typeface="Arial"/>
                <a:cs typeface="Arial"/>
              </a:defRPr>
            </a:lvl2pPr>
            <a:lvl3pPr algn="l">
              <a:defRPr sz="1875" b="0">
                <a:solidFill>
                  <a:srgbClr val="52616F"/>
                </a:solidFill>
                <a:latin typeface="Arial"/>
                <a:ea typeface="Arial"/>
                <a:cs typeface="Arial"/>
              </a:defRPr>
            </a:lvl3pPr>
            <a:lvl4pPr algn="l">
              <a:defRPr sz="1875" b="0">
                <a:solidFill>
                  <a:srgbClr val="52616F"/>
                </a:solidFill>
                <a:latin typeface="Arial"/>
                <a:ea typeface="Arial"/>
                <a:cs typeface="Arial"/>
              </a:defRPr>
            </a:lvl4pPr>
            <a:lvl5pPr algn="l">
              <a:defRPr sz="1875" b="0">
                <a:solidFill>
                  <a:srgbClr val="52616F"/>
                </a:solidFill>
                <a:latin typeface="Arial"/>
                <a:ea typeface="Arial"/>
                <a:cs typeface="Arial"/>
              </a:defRPr>
            </a:lvl5pPr>
            <a:lvl6pPr algn="l">
              <a:defRPr sz="1875" b="0">
                <a:solidFill>
                  <a:srgbClr val="52616F"/>
                </a:solidFill>
                <a:latin typeface="Arial"/>
                <a:ea typeface="Arial"/>
                <a:cs typeface="Arial"/>
              </a:defRPr>
            </a:lvl6pPr>
            <a:lvl7pPr algn="l">
              <a:defRPr sz="1875" b="0">
                <a:solidFill>
                  <a:srgbClr val="52616F"/>
                </a:solidFill>
                <a:latin typeface="Arial"/>
                <a:ea typeface="Arial"/>
                <a:cs typeface="Arial"/>
              </a:defRPr>
            </a:lvl7pPr>
            <a:lvl8pPr algn="l">
              <a:defRPr sz="1875" b="0">
                <a:solidFill>
                  <a:srgbClr val="52616F"/>
                </a:solidFill>
                <a:latin typeface="Arial"/>
                <a:ea typeface="Arial"/>
                <a:cs typeface="Arial"/>
              </a:defRPr>
            </a:lvl8pPr>
            <a:lvl9pPr algn="l">
              <a:defRPr sz="1875" b="0">
                <a:solidFill>
                  <a:srgbClr val="52616F"/>
                </a:solidFill>
                <a:latin typeface="Arial"/>
                <a:ea typeface="Arial"/>
                <a:cs typeface="Arial"/>
              </a:defRPr>
            </a:lvl9pPr>
          </a:lstStyle>
          <a:p xmlns:a="http://schemas.openxmlformats.org/drawingml/2006/main">
            <a:pPr algn="l">
              <a:defRPr sz="1875" b="0">
                <a:solidFill>
                  <a:srgbClr val="52616F"/>
                </a:solidFill>
                <a:latin typeface="Arial"/>
                <a:ea typeface="Arial"/>
                <a:cs typeface="Arial"/>
              </a:defRPr>
            </a:pPr>
            <a:r>
              <a:rPr sz="1875" b="0">
                <a:solidFill>
                  <a:srgbClr val="52616F"/>
                </a:solidFill>
                <a:latin typeface="Arial"/>
                <a:ea typeface="Arial"/>
                <a:cs typeface="Arial"/>
              </a:rPr>
              <a:t>Source, model and authority checks before execution</a:t>
            </a:r>
          </a:p>
        </p:txBody>
      </p:sp>
      <p:sp>
        <p:nvSpPr>
          <p:cNvPr id="8" name="02">
            <a:extLst xmlns:a="http://schemas.openxmlformats.org/drawingml/2006/main">
              <a:ext uri="{FF2B5EF4-FFF2-40B4-BE49-F238E27FC236}">
                <a16:creationId xmlns:a16="http://schemas.microsoft.com/office/drawing/2014/main" id="{7A5BD48E-FF54-4B6A-A1C3-679A5433BDB2}"/>
              </a:ext>
            </a:extLst>
          </p:cNvPr>
          <p:cNvSpPr>
            <a:spLocks xmlns:a="http://schemas.openxmlformats.org/drawingml/2006/main" noGrp="1"/>
          </p:cNvSpPr>
          <p:nvPr/>
        </p:nvSpPr>
        <p:spPr>
          <a:xfrm xmlns:a="http://schemas.openxmlformats.org/drawingml/2006/main">
            <a:off x="628650" y="3295650"/>
            <a:ext cx="762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1">
                <a:solidFill>
                  <a:srgbClr val="087E78"/>
                </a:solidFill>
                <a:latin typeface="Arial"/>
                <a:ea typeface="Arial"/>
                <a:cs typeface="Arial"/>
              </a:defRPr>
            </a:defPPr>
            <a:lvl1pPr algn="l">
              <a:defRPr sz="2850" b="1">
                <a:solidFill>
                  <a:srgbClr val="087E78"/>
                </a:solidFill>
                <a:latin typeface="Arial"/>
                <a:ea typeface="Arial"/>
                <a:cs typeface="Arial"/>
              </a:defRPr>
            </a:lvl1pPr>
            <a:lvl2pPr algn="l">
              <a:defRPr sz="2850" b="1">
                <a:solidFill>
                  <a:srgbClr val="087E78"/>
                </a:solidFill>
                <a:latin typeface="Arial"/>
                <a:ea typeface="Arial"/>
                <a:cs typeface="Arial"/>
              </a:defRPr>
            </a:lvl2pPr>
            <a:lvl3pPr algn="l">
              <a:defRPr sz="2850" b="1">
                <a:solidFill>
                  <a:srgbClr val="087E78"/>
                </a:solidFill>
                <a:latin typeface="Arial"/>
                <a:ea typeface="Arial"/>
                <a:cs typeface="Arial"/>
              </a:defRPr>
            </a:lvl3pPr>
            <a:lvl4pPr algn="l">
              <a:defRPr sz="2850" b="1">
                <a:solidFill>
                  <a:srgbClr val="087E78"/>
                </a:solidFill>
                <a:latin typeface="Arial"/>
                <a:ea typeface="Arial"/>
                <a:cs typeface="Arial"/>
              </a:defRPr>
            </a:lvl4pPr>
            <a:lvl5pPr algn="l">
              <a:defRPr sz="2850" b="1">
                <a:solidFill>
                  <a:srgbClr val="087E78"/>
                </a:solidFill>
                <a:latin typeface="Arial"/>
                <a:ea typeface="Arial"/>
                <a:cs typeface="Arial"/>
              </a:defRPr>
            </a:lvl5pPr>
            <a:lvl6pPr algn="l">
              <a:defRPr sz="2850" b="1">
                <a:solidFill>
                  <a:srgbClr val="087E78"/>
                </a:solidFill>
                <a:latin typeface="Arial"/>
                <a:ea typeface="Arial"/>
                <a:cs typeface="Arial"/>
              </a:defRPr>
            </a:lvl6pPr>
            <a:lvl7pPr algn="l">
              <a:defRPr sz="2850" b="1">
                <a:solidFill>
                  <a:srgbClr val="087E78"/>
                </a:solidFill>
                <a:latin typeface="Arial"/>
                <a:ea typeface="Arial"/>
                <a:cs typeface="Arial"/>
              </a:defRPr>
            </a:lvl7pPr>
            <a:lvl8pPr algn="l">
              <a:defRPr sz="2850" b="1">
                <a:solidFill>
                  <a:srgbClr val="087E78"/>
                </a:solidFill>
                <a:latin typeface="Arial"/>
                <a:ea typeface="Arial"/>
                <a:cs typeface="Arial"/>
              </a:defRPr>
            </a:lvl8pPr>
            <a:lvl9pPr algn="l">
              <a:defRPr sz="2850" b="1">
                <a:solidFill>
                  <a:srgbClr val="087E78"/>
                </a:solidFill>
                <a:latin typeface="Arial"/>
                <a:ea typeface="Arial"/>
                <a:cs typeface="Arial"/>
              </a:defRPr>
            </a:lvl9pPr>
          </a:lstStyle>
          <a:p xmlns:a="http://schemas.openxmlformats.org/drawingml/2006/main">
            <a:pPr algn="l">
              <a:defRPr sz="2850" b="1">
                <a:solidFill>
                  <a:srgbClr val="087E78"/>
                </a:solidFill>
                <a:latin typeface="Arial"/>
                <a:ea typeface="Arial"/>
                <a:cs typeface="Arial"/>
              </a:defRPr>
            </a:pPr>
            <a:r>
              <a:rPr sz="2850" b="1">
                <a:solidFill>
                  <a:srgbClr val="087E78"/>
                </a:solidFill>
                <a:latin typeface="Arial"/>
                <a:ea typeface="Arial"/>
                <a:cs typeface="Arial"/>
              </a:rPr>
              <a:t>02</a:t>
            </a:r>
          </a:p>
        </p:txBody>
      </p:sp>
      <p:sp>
        <p:nvSpPr>
          <p:cNvPr id="9" name="Separate model state">
            <a:extLst xmlns:a="http://schemas.openxmlformats.org/drawingml/2006/main">
              <a:ext uri="{FF2B5EF4-FFF2-40B4-BE49-F238E27FC236}">
                <a16:creationId xmlns:a16="http://schemas.microsoft.com/office/drawing/2014/main" id="{1E0FF12E-DEC7-4D5F-AA74-E8CE66F5492E}"/>
              </a:ext>
            </a:extLst>
          </p:cNvPr>
          <p:cNvSpPr>
            <a:spLocks xmlns:a="http://schemas.openxmlformats.org/drawingml/2006/main" noGrp="1"/>
          </p:cNvSpPr>
          <p:nvPr/>
        </p:nvSpPr>
        <p:spPr>
          <a:xfrm xmlns:a="http://schemas.openxmlformats.org/drawingml/2006/main">
            <a:off x="1695450" y="3324225"/>
            <a:ext cx="3524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A1420"/>
                </a:solidFill>
                <a:latin typeface="Arial"/>
                <a:ea typeface="Arial"/>
                <a:cs typeface="Arial"/>
              </a:defRPr>
            </a:defPPr>
            <a:lvl1pPr algn="l">
              <a:defRPr sz="2175" b="1">
                <a:solidFill>
                  <a:srgbClr val="0A1420"/>
                </a:solidFill>
                <a:latin typeface="Arial"/>
                <a:ea typeface="Arial"/>
                <a:cs typeface="Arial"/>
              </a:defRPr>
            </a:lvl1pPr>
            <a:lvl2pPr algn="l">
              <a:defRPr sz="2175" b="1">
                <a:solidFill>
                  <a:srgbClr val="0A1420"/>
                </a:solidFill>
                <a:latin typeface="Arial"/>
                <a:ea typeface="Arial"/>
                <a:cs typeface="Arial"/>
              </a:defRPr>
            </a:lvl2pPr>
            <a:lvl3pPr algn="l">
              <a:defRPr sz="2175" b="1">
                <a:solidFill>
                  <a:srgbClr val="0A1420"/>
                </a:solidFill>
                <a:latin typeface="Arial"/>
                <a:ea typeface="Arial"/>
                <a:cs typeface="Arial"/>
              </a:defRPr>
            </a:lvl3pPr>
            <a:lvl4pPr algn="l">
              <a:defRPr sz="2175" b="1">
                <a:solidFill>
                  <a:srgbClr val="0A1420"/>
                </a:solidFill>
                <a:latin typeface="Arial"/>
                <a:ea typeface="Arial"/>
                <a:cs typeface="Arial"/>
              </a:defRPr>
            </a:lvl4pPr>
            <a:lvl5pPr algn="l">
              <a:defRPr sz="2175" b="1">
                <a:solidFill>
                  <a:srgbClr val="0A1420"/>
                </a:solidFill>
                <a:latin typeface="Arial"/>
                <a:ea typeface="Arial"/>
                <a:cs typeface="Arial"/>
              </a:defRPr>
            </a:lvl5pPr>
            <a:lvl6pPr algn="l">
              <a:defRPr sz="2175" b="1">
                <a:solidFill>
                  <a:srgbClr val="0A1420"/>
                </a:solidFill>
                <a:latin typeface="Arial"/>
                <a:ea typeface="Arial"/>
                <a:cs typeface="Arial"/>
              </a:defRPr>
            </a:lvl6pPr>
            <a:lvl7pPr algn="l">
              <a:defRPr sz="2175" b="1">
                <a:solidFill>
                  <a:srgbClr val="0A1420"/>
                </a:solidFill>
                <a:latin typeface="Arial"/>
                <a:ea typeface="Arial"/>
                <a:cs typeface="Arial"/>
              </a:defRPr>
            </a:lvl7pPr>
            <a:lvl8pPr algn="l">
              <a:defRPr sz="2175" b="1">
                <a:solidFill>
                  <a:srgbClr val="0A1420"/>
                </a:solidFill>
                <a:latin typeface="Arial"/>
                <a:ea typeface="Arial"/>
                <a:cs typeface="Arial"/>
              </a:defRPr>
            </a:lvl8pPr>
            <a:lvl9pPr algn="l">
              <a:defRPr sz="2175" b="1">
                <a:solidFill>
                  <a:srgbClr val="0A1420"/>
                </a:solidFill>
                <a:latin typeface="Arial"/>
                <a:ea typeface="Arial"/>
                <a:cs typeface="Arial"/>
              </a:defRPr>
            </a:lvl9pPr>
          </a:lstStyle>
          <a:p xmlns:a="http://schemas.openxmlformats.org/drawingml/2006/main">
            <a:pPr algn="l">
              <a:defRPr sz="2175" b="1">
                <a:solidFill>
                  <a:srgbClr val="0A1420"/>
                </a:solidFill>
                <a:latin typeface="Arial"/>
                <a:ea typeface="Arial"/>
                <a:cs typeface="Arial"/>
              </a:defRPr>
            </a:pPr>
            <a:r>
              <a:rPr sz="2175" b="1">
                <a:solidFill>
                  <a:srgbClr val="0A1420"/>
                </a:solidFill>
                <a:latin typeface="Arial"/>
                <a:ea typeface="Arial"/>
                <a:cs typeface="Arial"/>
              </a:rPr>
              <a:t>Separate model state</a:t>
            </a:r>
          </a:p>
        </p:txBody>
      </p:sp>
      <p:sp>
        <p:nvSpPr>
          <p:cNvPr id="10" name="Three local lanes with isolated session contexts">
            <a:extLst xmlns:a="http://schemas.openxmlformats.org/drawingml/2006/main">
              <a:ext uri="{FF2B5EF4-FFF2-40B4-BE49-F238E27FC236}">
                <a16:creationId xmlns:a16="http://schemas.microsoft.com/office/drawing/2014/main" id="{85615E6F-9C1F-4167-A36E-3FD8F5DDEA59}"/>
              </a:ext>
            </a:extLst>
          </p:cNvPr>
          <p:cNvSpPr>
            <a:spLocks xmlns:a="http://schemas.openxmlformats.org/drawingml/2006/main" noGrp="1"/>
          </p:cNvSpPr>
          <p:nvPr/>
        </p:nvSpPr>
        <p:spPr>
          <a:xfrm xmlns:a="http://schemas.openxmlformats.org/drawingml/2006/main">
            <a:off x="5524500" y="3333750"/>
            <a:ext cx="5905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2616F"/>
                </a:solidFill>
                <a:latin typeface="Arial"/>
                <a:ea typeface="Arial"/>
                <a:cs typeface="Arial"/>
              </a:defRPr>
            </a:defPPr>
            <a:lvl1pPr algn="l">
              <a:defRPr sz="1875" b="0">
                <a:solidFill>
                  <a:srgbClr val="52616F"/>
                </a:solidFill>
                <a:latin typeface="Arial"/>
                <a:ea typeface="Arial"/>
                <a:cs typeface="Arial"/>
              </a:defRPr>
            </a:lvl1pPr>
            <a:lvl2pPr algn="l">
              <a:defRPr sz="1875" b="0">
                <a:solidFill>
                  <a:srgbClr val="52616F"/>
                </a:solidFill>
                <a:latin typeface="Arial"/>
                <a:ea typeface="Arial"/>
                <a:cs typeface="Arial"/>
              </a:defRPr>
            </a:lvl2pPr>
            <a:lvl3pPr algn="l">
              <a:defRPr sz="1875" b="0">
                <a:solidFill>
                  <a:srgbClr val="52616F"/>
                </a:solidFill>
                <a:latin typeface="Arial"/>
                <a:ea typeface="Arial"/>
                <a:cs typeface="Arial"/>
              </a:defRPr>
            </a:lvl3pPr>
            <a:lvl4pPr algn="l">
              <a:defRPr sz="1875" b="0">
                <a:solidFill>
                  <a:srgbClr val="52616F"/>
                </a:solidFill>
                <a:latin typeface="Arial"/>
                <a:ea typeface="Arial"/>
                <a:cs typeface="Arial"/>
              </a:defRPr>
            </a:lvl4pPr>
            <a:lvl5pPr algn="l">
              <a:defRPr sz="1875" b="0">
                <a:solidFill>
                  <a:srgbClr val="52616F"/>
                </a:solidFill>
                <a:latin typeface="Arial"/>
                <a:ea typeface="Arial"/>
                <a:cs typeface="Arial"/>
              </a:defRPr>
            </a:lvl5pPr>
            <a:lvl6pPr algn="l">
              <a:defRPr sz="1875" b="0">
                <a:solidFill>
                  <a:srgbClr val="52616F"/>
                </a:solidFill>
                <a:latin typeface="Arial"/>
                <a:ea typeface="Arial"/>
                <a:cs typeface="Arial"/>
              </a:defRPr>
            </a:lvl6pPr>
            <a:lvl7pPr algn="l">
              <a:defRPr sz="1875" b="0">
                <a:solidFill>
                  <a:srgbClr val="52616F"/>
                </a:solidFill>
                <a:latin typeface="Arial"/>
                <a:ea typeface="Arial"/>
                <a:cs typeface="Arial"/>
              </a:defRPr>
            </a:lvl7pPr>
            <a:lvl8pPr algn="l">
              <a:defRPr sz="1875" b="0">
                <a:solidFill>
                  <a:srgbClr val="52616F"/>
                </a:solidFill>
                <a:latin typeface="Arial"/>
                <a:ea typeface="Arial"/>
                <a:cs typeface="Arial"/>
              </a:defRPr>
            </a:lvl8pPr>
            <a:lvl9pPr algn="l">
              <a:defRPr sz="1875" b="0">
                <a:solidFill>
                  <a:srgbClr val="52616F"/>
                </a:solidFill>
                <a:latin typeface="Arial"/>
                <a:ea typeface="Arial"/>
                <a:cs typeface="Arial"/>
              </a:defRPr>
            </a:lvl9pPr>
          </a:lstStyle>
          <a:p xmlns:a="http://schemas.openxmlformats.org/drawingml/2006/main">
            <a:pPr algn="l">
              <a:defRPr sz="1875" b="0">
                <a:solidFill>
                  <a:srgbClr val="52616F"/>
                </a:solidFill>
                <a:latin typeface="Arial"/>
                <a:ea typeface="Arial"/>
                <a:cs typeface="Arial"/>
              </a:defRPr>
            </a:pPr>
            <a:r>
              <a:rPr sz="1875" b="0">
                <a:solidFill>
                  <a:srgbClr val="52616F"/>
                </a:solidFill>
                <a:latin typeface="Arial"/>
                <a:ea typeface="Arial"/>
                <a:cs typeface="Arial"/>
              </a:rPr>
              <a:t>Three local lanes with isolated session contexts</a:t>
            </a:r>
          </a:p>
        </p:txBody>
      </p:sp>
      <p:sp>
        <p:nvSpPr>
          <p:cNvPr id="11" name="03">
            <a:extLst xmlns:a="http://schemas.openxmlformats.org/drawingml/2006/main">
              <a:ext uri="{FF2B5EF4-FFF2-40B4-BE49-F238E27FC236}">
                <a16:creationId xmlns:a16="http://schemas.microsoft.com/office/drawing/2014/main" id="{066DE6C5-5EAA-4698-AB6B-947EEDC7EEDB}"/>
              </a:ext>
            </a:extLst>
          </p:cNvPr>
          <p:cNvSpPr>
            <a:spLocks xmlns:a="http://schemas.openxmlformats.org/drawingml/2006/main" noGrp="1"/>
          </p:cNvSpPr>
          <p:nvPr/>
        </p:nvSpPr>
        <p:spPr>
          <a:xfrm xmlns:a="http://schemas.openxmlformats.org/drawingml/2006/main">
            <a:off x="628650" y="4114800"/>
            <a:ext cx="762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1">
                <a:solidFill>
                  <a:srgbClr val="087E78"/>
                </a:solidFill>
                <a:latin typeface="Arial"/>
                <a:ea typeface="Arial"/>
                <a:cs typeface="Arial"/>
              </a:defRPr>
            </a:defPPr>
            <a:lvl1pPr algn="l">
              <a:defRPr sz="2850" b="1">
                <a:solidFill>
                  <a:srgbClr val="087E78"/>
                </a:solidFill>
                <a:latin typeface="Arial"/>
                <a:ea typeface="Arial"/>
                <a:cs typeface="Arial"/>
              </a:defRPr>
            </a:lvl1pPr>
            <a:lvl2pPr algn="l">
              <a:defRPr sz="2850" b="1">
                <a:solidFill>
                  <a:srgbClr val="087E78"/>
                </a:solidFill>
                <a:latin typeface="Arial"/>
                <a:ea typeface="Arial"/>
                <a:cs typeface="Arial"/>
              </a:defRPr>
            </a:lvl2pPr>
            <a:lvl3pPr algn="l">
              <a:defRPr sz="2850" b="1">
                <a:solidFill>
                  <a:srgbClr val="087E78"/>
                </a:solidFill>
                <a:latin typeface="Arial"/>
                <a:ea typeface="Arial"/>
                <a:cs typeface="Arial"/>
              </a:defRPr>
            </a:lvl3pPr>
            <a:lvl4pPr algn="l">
              <a:defRPr sz="2850" b="1">
                <a:solidFill>
                  <a:srgbClr val="087E78"/>
                </a:solidFill>
                <a:latin typeface="Arial"/>
                <a:ea typeface="Arial"/>
                <a:cs typeface="Arial"/>
              </a:defRPr>
            </a:lvl4pPr>
            <a:lvl5pPr algn="l">
              <a:defRPr sz="2850" b="1">
                <a:solidFill>
                  <a:srgbClr val="087E78"/>
                </a:solidFill>
                <a:latin typeface="Arial"/>
                <a:ea typeface="Arial"/>
                <a:cs typeface="Arial"/>
              </a:defRPr>
            </a:lvl5pPr>
            <a:lvl6pPr algn="l">
              <a:defRPr sz="2850" b="1">
                <a:solidFill>
                  <a:srgbClr val="087E78"/>
                </a:solidFill>
                <a:latin typeface="Arial"/>
                <a:ea typeface="Arial"/>
                <a:cs typeface="Arial"/>
              </a:defRPr>
            </a:lvl6pPr>
            <a:lvl7pPr algn="l">
              <a:defRPr sz="2850" b="1">
                <a:solidFill>
                  <a:srgbClr val="087E78"/>
                </a:solidFill>
                <a:latin typeface="Arial"/>
                <a:ea typeface="Arial"/>
                <a:cs typeface="Arial"/>
              </a:defRPr>
            </a:lvl7pPr>
            <a:lvl8pPr algn="l">
              <a:defRPr sz="2850" b="1">
                <a:solidFill>
                  <a:srgbClr val="087E78"/>
                </a:solidFill>
                <a:latin typeface="Arial"/>
                <a:ea typeface="Arial"/>
                <a:cs typeface="Arial"/>
              </a:defRPr>
            </a:lvl8pPr>
            <a:lvl9pPr algn="l">
              <a:defRPr sz="2850" b="1">
                <a:solidFill>
                  <a:srgbClr val="087E78"/>
                </a:solidFill>
                <a:latin typeface="Arial"/>
                <a:ea typeface="Arial"/>
                <a:cs typeface="Arial"/>
              </a:defRPr>
            </a:lvl9pPr>
          </a:lstStyle>
          <a:p xmlns:a="http://schemas.openxmlformats.org/drawingml/2006/main">
            <a:pPr algn="l">
              <a:defRPr sz="2850" b="1">
                <a:solidFill>
                  <a:srgbClr val="087E78"/>
                </a:solidFill>
                <a:latin typeface="Arial"/>
                <a:ea typeface="Arial"/>
                <a:cs typeface="Arial"/>
              </a:defRPr>
            </a:pPr>
            <a:r>
              <a:rPr sz="2850" b="1">
                <a:solidFill>
                  <a:srgbClr val="087E78"/>
                </a:solidFill>
                <a:latin typeface="Arial"/>
                <a:ea typeface="Arial"/>
                <a:cs typeface="Arial"/>
              </a:rPr>
              <a:t>03</a:t>
            </a:r>
          </a:p>
        </p:txBody>
      </p:sp>
      <p:sp>
        <p:nvSpPr>
          <p:cNvPr id="12" name="Control feedback">
            <a:extLst xmlns:a="http://schemas.openxmlformats.org/drawingml/2006/main">
              <a:ext uri="{FF2B5EF4-FFF2-40B4-BE49-F238E27FC236}">
                <a16:creationId xmlns:a16="http://schemas.microsoft.com/office/drawing/2014/main" id="{7650F838-ADC1-43F3-9BD5-6AAE6FB01B77}"/>
              </a:ext>
            </a:extLst>
          </p:cNvPr>
          <p:cNvSpPr>
            <a:spLocks xmlns:a="http://schemas.openxmlformats.org/drawingml/2006/main" noGrp="1"/>
          </p:cNvSpPr>
          <p:nvPr/>
        </p:nvSpPr>
        <p:spPr>
          <a:xfrm xmlns:a="http://schemas.openxmlformats.org/drawingml/2006/main">
            <a:off x="1695450" y="4143375"/>
            <a:ext cx="3524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A1420"/>
                </a:solidFill>
                <a:latin typeface="Arial"/>
                <a:ea typeface="Arial"/>
                <a:cs typeface="Arial"/>
              </a:defRPr>
            </a:defPPr>
            <a:lvl1pPr algn="l">
              <a:defRPr sz="2175" b="1">
                <a:solidFill>
                  <a:srgbClr val="0A1420"/>
                </a:solidFill>
                <a:latin typeface="Arial"/>
                <a:ea typeface="Arial"/>
                <a:cs typeface="Arial"/>
              </a:defRPr>
            </a:lvl1pPr>
            <a:lvl2pPr algn="l">
              <a:defRPr sz="2175" b="1">
                <a:solidFill>
                  <a:srgbClr val="0A1420"/>
                </a:solidFill>
                <a:latin typeface="Arial"/>
                <a:ea typeface="Arial"/>
                <a:cs typeface="Arial"/>
              </a:defRPr>
            </a:lvl2pPr>
            <a:lvl3pPr algn="l">
              <a:defRPr sz="2175" b="1">
                <a:solidFill>
                  <a:srgbClr val="0A1420"/>
                </a:solidFill>
                <a:latin typeface="Arial"/>
                <a:ea typeface="Arial"/>
                <a:cs typeface="Arial"/>
              </a:defRPr>
            </a:lvl3pPr>
            <a:lvl4pPr algn="l">
              <a:defRPr sz="2175" b="1">
                <a:solidFill>
                  <a:srgbClr val="0A1420"/>
                </a:solidFill>
                <a:latin typeface="Arial"/>
                <a:ea typeface="Arial"/>
                <a:cs typeface="Arial"/>
              </a:defRPr>
            </a:lvl4pPr>
            <a:lvl5pPr algn="l">
              <a:defRPr sz="2175" b="1">
                <a:solidFill>
                  <a:srgbClr val="0A1420"/>
                </a:solidFill>
                <a:latin typeface="Arial"/>
                <a:ea typeface="Arial"/>
                <a:cs typeface="Arial"/>
              </a:defRPr>
            </a:lvl5pPr>
            <a:lvl6pPr algn="l">
              <a:defRPr sz="2175" b="1">
                <a:solidFill>
                  <a:srgbClr val="0A1420"/>
                </a:solidFill>
                <a:latin typeface="Arial"/>
                <a:ea typeface="Arial"/>
                <a:cs typeface="Arial"/>
              </a:defRPr>
            </a:lvl6pPr>
            <a:lvl7pPr algn="l">
              <a:defRPr sz="2175" b="1">
                <a:solidFill>
                  <a:srgbClr val="0A1420"/>
                </a:solidFill>
                <a:latin typeface="Arial"/>
                <a:ea typeface="Arial"/>
                <a:cs typeface="Arial"/>
              </a:defRPr>
            </a:lvl7pPr>
            <a:lvl8pPr algn="l">
              <a:defRPr sz="2175" b="1">
                <a:solidFill>
                  <a:srgbClr val="0A1420"/>
                </a:solidFill>
                <a:latin typeface="Arial"/>
                <a:ea typeface="Arial"/>
                <a:cs typeface="Arial"/>
              </a:defRPr>
            </a:lvl8pPr>
            <a:lvl9pPr algn="l">
              <a:defRPr sz="2175" b="1">
                <a:solidFill>
                  <a:srgbClr val="0A1420"/>
                </a:solidFill>
                <a:latin typeface="Arial"/>
                <a:ea typeface="Arial"/>
                <a:cs typeface="Arial"/>
              </a:defRPr>
            </a:lvl9pPr>
          </a:lstStyle>
          <a:p xmlns:a="http://schemas.openxmlformats.org/drawingml/2006/main">
            <a:pPr algn="l">
              <a:defRPr sz="2175" b="1">
                <a:solidFill>
                  <a:srgbClr val="0A1420"/>
                </a:solidFill>
                <a:latin typeface="Arial"/>
                <a:ea typeface="Arial"/>
                <a:cs typeface="Arial"/>
              </a:defRPr>
            </a:pPr>
            <a:r>
              <a:rPr sz="2175" b="1">
                <a:solidFill>
                  <a:srgbClr val="0A1420"/>
                </a:solidFill>
                <a:latin typeface="Arial"/>
                <a:ea typeface="Arial"/>
                <a:cs typeface="Arial"/>
              </a:rPr>
              <a:t>Control feedback</a:t>
            </a:r>
          </a:p>
        </p:txBody>
      </p:sp>
      <p:sp>
        <p:nvSpPr>
          <p:cNvPr id="13" name="Authenticated roles, query budgets and timed release">
            <a:extLst xmlns:a="http://schemas.openxmlformats.org/drawingml/2006/main">
              <a:ext uri="{FF2B5EF4-FFF2-40B4-BE49-F238E27FC236}">
                <a16:creationId xmlns:a16="http://schemas.microsoft.com/office/drawing/2014/main" id="{1487482B-E85C-4DC8-84BE-5E17D48005D5}"/>
              </a:ext>
            </a:extLst>
          </p:cNvPr>
          <p:cNvSpPr>
            <a:spLocks xmlns:a="http://schemas.openxmlformats.org/drawingml/2006/main" noGrp="1"/>
          </p:cNvSpPr>
          <p:nvPr/>
        </p:nvSpPr>
        <p:spPr>
          <a:xfrm xmlns:a="http://schemas.openxmlformats.org/drawingml/2006/main">
            <a:off x="5524500" y="4152900"/>
            <a:ext cx="5905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2616F"/>
                </a:solidFill>
                <a:latin typeface="Arial"/>
                <a:ea typeface="Arial"/>
                <a:cs typeface="Arial"/>
              </a:defRPr>
            </a:defPPr>
            <a:lvl1pPr algn="l">
              <a:defRPr sz="1875" b="0">
                <a:solidFill>
                  <a:srgbClr val="52616F"/>
                </a:solidFill>
                <a:latin typeface="Arial"/>
                <a:ea typeface="Arial"/>
                <a:cs typeface="Arial"/>
              </a:defRPr>
            </a:lvl1pPr>
            <a:lvl2pPr algn="l">
              <a:defRPr sz="1875" b="0">
                <a:solidFill>
                  <a:srgbClr val="52616F"/>
                </a:solidFill>
                <a:latin typeface="Arial"/>
                <a:ea typeface="Arial"/>
                <a:cs typeface="Arial"/>
              </a:defRPr>
            </a:lvl2pPr>
            <a:lvl3pPr algn="l">
              <a:defRPr sz="1875" b="0">
                <a:solidFill>
                  <a:srgbClr val="52616F"/>
                </a:solidFill>
                <a:latin typeface="Arial"/>
                <a:ea typeface="Arial"/>
                <a:cs typeface="Arial"/>
              </a:defRPr>
            </a:lvl3pPr>
            <a:lvl4pPr algn="l">
              <a:defRPr sz="1875" b="0">
                <a:solidFill>
                  <a:srgbClr val="52616F"/>
                </a:solidFill>
                <a:latin typeface="Arial"/>
                <a:ea typeface="Arial"/>
                <a:cs typeface="Arial"/>
              </a:defRPr>
            </a:lvl4pPr>
            <a:lvl5pPr algn="l">
              <a:defRPr sz="1875" b="0">
                <a:solidFill>
                  <a:srgbClr val="52616F"/>
                </a:solidFill>
                <a:latin typeface="Arial"/>
                <a:ea typeface="Arial"/>
                <a:cs typeface="Arial"/>
              </a:defRPr>
            </a:lvl5pPr>
            <a:lvl6pPr algn="l">
              <a:defRPr sz="1875" b="0">
                <a:solidFill>
                  <a:srgbClr val="52616F"/>
                </a:solidFill>
                <a:latin typeface="Arial"/>
                <a:ea typeface="Arial"/>
                <a:cs typeface="Arial"/>
              </a:defRPr>
            </a:lvl6pPr>
            <a:lvl7pPr algn="l">
              <a:defRPr sz="1875" b="0">
                <a:solidFill>
                  <a:srgbClr val="52616F"/>
                </a:solidFill>
                <a:latin typeface="Arial"/>
                <a:ea typeface="Arial"/>
                <a:cs typeface="Arial"/>
              </a:defRPr>
            </a:lvl7pPr>
            <a:lvl8pPr algn="l">
              <a:defRPr sz="1875" b="0">
                <a:solidFill>
                  <a:srgbClr val="52616F"/>
                </a:solidFill>
                <a:latin typeface="Arial"/>
                <a:ea typeface="Arial"/>
                <a:cs typeface="Arial"/>
              </a:defRPr>
            </a:lvl8pPr>
            <a:lvl9pPr algn="l">
              <a:defRPr sz="1875" b="0">
                <a:solidFill>
                  <a:srgbClr val="52616F"/>
                </a:solidFill>
                <a:latin typeface="Arial"/>
                <a:ea typeface="Arial"/>
                <a:cs typeface="Arial"/>
              </a:defRPr>
            </a:lvl9pPr>
          </a:lstStyle>
          <a:p xmlns:a="http://schemas.openxmlformats.org/drawingml/2006/main">
            <a:pPr algn="l">
              <a:defRPr sz="1875" b="0">
                <a:solidFill>
                  <a:srgbClr val="52616F"/>
                </a:solidFill>
                <a:latin typeface="Arial"/>
                <a:ea typeface="Arial"/>
                <a:cs typeface="Arial"/>
              </a:defRPr>
            </a:pPr>
            <a:r>
              <a:rPr sz="1875" b="0">
                <a:solidFill>
                  <a:srgbClr val="52616F"/>
                </a:solidFill>
                <a:latin typeface="Arial"/>
                <a:ea typeface="Arial"/>
                <a:cs typeface="Arial"/>
              </a:rPr>
              <a:t>Authenticated roles, query budgets and timed release</a:t>
            </a:r>
          </a:p>
        </p:txBody>
      </p:sp>
      <p:sp>
        <p:nvSpPr>
          <p:cNvPr id="14" name="04">
            <a:extLst xmlns:a="http://schemas.openxmlformats.org/drawingml/2006/main">
              <a:ext uri="{FF2B5EF4-FFF2-40B4-BE49-F238E27FC236}">
                <a16:creationId xmlns:a16="http://schemas.microsoft.com/office/drawing/2014/main" id="{D4343450-DBD3-48E1-915B-F293972E6EFF}"/>
              </a:ext>
            </a:extLst>
          </p:cNvPr>
          <p:cNvSpPr>
            <a:spLocks xmlns:a="http://schemas.openxmlformats.org/drawingml/2006/main" noGrp="1"/>
          </p:cNvSpPr>
          <p:nvPr/>
        </p:nvSpPr>
        <p:spPr>
          <a:xfrm xmlns:a="http://schemas.openxmlformats.org/drawingml/2006/main">
            <a:off x="628650" y="4933950"/>
            <a:ext cx="762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1">
                <a:solidFill>
                  <a:srgbClr val="087E78"/>
                </a:solidFill>
                <a:latin typeface="Arial"/>
                <a:ea typeface="Arial"/>
                <a:cs typeface="Arial"/>
              </a:defRPr>
            </a:defPPr>
            <a:lvl1pPr algn="l">
              <a:defRPr sz="2850" b="1">
                <a:solidFill>
                  <a:srgbClr val="087E78"/>
                </a:solidFill>
                <a:latin typeface="Arial"/>
                <a:ea typeface="Arial"/>
                <a:cs typeface="Arial"/>
              </a:defRPr>
            </a:lvl1pPr>
            <a:lvl2pPr algn="l">
              <a:defRPr sz="2850" b="1">
                <a:solidFill>
                  <a:srgbClr val="087E78"/>
                </a:solidFill>
                <a:latin typeface="Arial"/>
                <a:ea typeface="Arial"/>
                <a:cs typeface="Arial"/>
              </a:defRPr>
            </a:lvl2pPr>
            <a:lvl3pPr algn="l">
              <a:defRPr sz="2850" b="1">
                <a:solidFill>
                  <a:srgbClr val="087E78"/>
                </a:solidFill>
                <a:latin typeface="Arial"/>
                <a:ea typeface="Arial"/>
                <a:cs typeface="Arial"/>
              </a:defRPr>
            </a:lvl3pPr>
            <a:lvl4pPr algn="l">
              <a:defRPr sz="2850" b="1">
                <a:solidFill>
                  <a:srgbClr val="087E78"/>
                </a:solidFill>
                <a:latin typeface="Arial"/>
                <a:ea typeface="Arial"/>
                <a:cs typeface="Arial"/>
              </a:defRPr>
            </a:lvl4pPr>
            <a:lvl5pPr algn="l">
              <a:defRPr sz="2850" b="1">
                <a:solidFill>
                  <a:srgbClr val="087E78"/>
                </a:solidFill>
                <a:latin typeface="Arial"/>
                <a:ea typeface="Arial"/>
                <a:cs typeface="Arial"/>
              </a:defRPr>
            </a:lvl5pPr>
            <a:lvl6pPr algn="l">
              <a:defRPr sz="2850" b="1">
                <a:solidFill>
                  <a:srgbClr val="087E78"/>
                </a:solidFill>
                <a:latin typeface="Arial"/>
                <a:ea typeface="Arial"/>
                <a:cs typeface="Arial"/>
              </a:defRPr>
            </a:lvl6pPr>
            <a:lvl7pPr algn="l">
              <a:defRPr sz="2850" b="1">
                <a:solidFill>
                  <a:srgbClr val="087E78"/>
                </a:solidFill>
                <a:latin typeface="Arial"/>
                <a:ea typeface="Arial"/>
                <a:cs typeface="Arial"/>
              </a:defRPr>
            </a:lvl7pPr>
            <a:lvl8pPr algn="l">
              <a:defRPr sz="2850" b="1">
                <a:solidFill>
                  <a:srgbClr val="087E78"/>
                </a:solidFill>
                <a:latin typeface="Arial"/>
                <a:ea typeface="Arial"/>
                <a:cs typeface="Arial"/>
              </a:defRPr>
            </a:lvl8pPr>
            <a:lvl9pPr algn="l">
              <a:defRPr sz="2850" b="1">
                <a:solidFill>
                  <a:srgbClr val="087E78"/>
                </a:solidFill>
                <a:latin typeface="Arial"/>
                <a:ea typeface="Arial"/>
                <a:cs typeface="Arial"/>
              </a:defRPr>
            </a:lvl9pPr>
          </a:lstStyle>
          <a:p xmlns:a="http://schemas.openxmlformats.org/drawingml/2006/main">
            <a:pPr algn="l">
              <a:defRPr sz="2850" b="1">
                <a:solidFill>
                  <a:srgbClr val="087E78"/>
                </a:solidFill>
                <a:latin typeface="Arial"/>
                <a:ea typeface="Arial"/>
                <a:cs typeface="Arial"/>
              </a:defRPr>
            </a:pPr>
            <a:r>
              <a:rPr sz="2850" b="1">
                <a:solidFill>
                  <a:srgbClr val="087E78"/>
                </a:solidFill>
                <a:latin typeface="Arial"/>
                <a:ea typeface="Arial"/>
                <a:cs typeface="Arial"/>
              </a:rPr>
              <a:t>04</a:t>
            </a:r>
          </a:p>
        </p:txBody>
      </p:sp>
      <p:sp>
        <p:nvSpPr>
          <p:cNvPr id="15" name="Verify evidence">
            <a:extLst xmlns:a="http://schemas.openxmlformats.org/drawingml/2006/main">
              <a:ext uri="{FF2B5EF4-FFF2-40B4-BE49-F238E27FC236}">
                <a16:creationId xmlns:a16="http://schemas.microsoft.com/office/drawing/2014/main" id="{72BB1E09-9619-4974-98F3-8860B1F0401C}"/>
              </a:ext>
            </a:extLst>
          </p:cNvPr>
          <p:cNvSpPr>
            <a:spLocks xmlns:a="http://schemas.openxmlformats.org/drawingml/2006/main" noGrp="1"/>
          </p:cNvSpPr>
          <p:nvPr/>
        </p:nvSpPr>
        <p:spPr>
          <a:xfrm xmlns:a="http://schemas.openxmlformats.org/drawingml/2006/main">
            <a:off x="1695450" y="4962525"/>
            <a:ext cx="3524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A1420"/>
                </a:solidFill>
                <a:latin typeface="Arial"/>
                <a:ea typeface="Arial"/>
                <a:cs typeface="Arial"/>
              </a:defRPr>
            </a:defPPr>
            <a:lvl1pPr algn="l">
              <a:defRPr sz="2175" b="1">
                <a:solidFill>
                  <a:srgbClr val="0A1420"/>
                </a:solidFill>
                <a:latin typeface="Arial"/>
                <a:ea typeface="Arial"/>
                <a:cs typeface="Arial"/>
              </a:defRPr>
            </a:lvl1pPr>
            <a:lvl2pPr algn="l">
              <a:defRPr sz="2175" b="1">
                <a:solidFill>
                  <a:srgbClr val="0A1420"/>
                </a:solidFill>
                <a:latin typeface="Arial"/>
                <a:ea typeface="Arial"/>
                <a:cs typeface="Arial"/>
              </a:defRPr>
            </a:lvl2pPr>
            <a:lvl3pPr algn="l">
              <a:defRPr sz="2175" b="1">
                <a:solidFill>
                  <a:srgbClr val="0A1420"/>
                </a:solidFill>
                <a:latin typeface="Arial"/>
                <a:ea typeface="Arial"/>
                <a:cs typeface="Arial"/>
              </a:defRPr>
            </a:lvl3pPr>
            <a:lvl4pPr algn="l">
              <a:defRPr sz="2175" b="1">
                <a:solidFill>
                  <a:srgbClr val="0A1420"/>
                </a:solidFill>
                <a:latin typeface="Arial"/>
                <a:ea typeface="Arial"/>
                <a:cs typeface="Arial"/>
              </a:defRPr>
            </a:lvl4pPr>
            <a:lvl5pPr algn="l">
              <a:defRPr sz="2175" b="1">
                <a:solidFill>
                  <a:srgbClr val="0A1420"/>
                </a:solidFill>
                <a:latin typeface="Arial"/>
                <a:ea typeface="Arial"/>
                <a:cs typeface="Arial"/>
              </a:defRPr>
            </a:lvl5pPr>
            <a:lvl6pPr algn="l">
              <a:defRPr sz="2175" b="1">
                <a:solidFill>
                  <a:srgbClr val="0A1420"/>
                </a:solidFill>
                <a:latin typeface="Arial"/>
                <a:ea typeface="Arial"/>
                <a:cs typeface="Arial"/>
              </a:defRPr>
            </a:lvl6pPr>
            <a:lvl7pPr algn="l">
              <a:defRPr sz="2175" b="1">
                <a:solidFill>
                  <a:srgbClr val="0A1420"/>
                </a:solidFill>
                <a:latin typeface="Arial"/>
                <a:ea typeface="Arial"/>
                <a:cs typeface="Arial"/>
              </a:defRPr>
            </a:lvl7pPr>
            <a:lvl8pPr algn="l">
              <a:defRPr sz="2175" b="1">
                <a:solidFill>
                  <a:srgbClr val="0A1420"/>
                </a:solidFill>
                <a:latin typeface="Arial"/>
                <a:ea typeface="Arial"/>
                <a:cs typeface="Arial"/>
              </a:defRPr>
            </a:lvl8pPr>
            <a:lvl9pPr algn="l">
              <a:defRPr sz="2175" b="1">
                <a:solidFill>
                  <a:srgbClr val="0A1420"/>
                </a:solidFill>
                <a:latin typeface="Arial"/>
                <a:ea typeface="Arial"/>
                <a:cs typeface="Arial"/>
              </a:defRPr>
            </a:lvl9pPr>
          </a:lstStyle>
          <a:p xmlns:a="http://schemas.openxmlformats.org/drawingml/2006/main">
            <a:pPr algn="l">
              <a:defRPr sz="2175" b="1">
                <a:solidFill>
                  <a:srgbClr val="0A1420"/>
                </a:solidFill>
                <a:latin typeface="Arial"/>
                <a:ea typeface="Arial"/>
                <a:cs typeface="Arial"/>
              </a:defRPr>
            </a:pPr>
            <a:r>
              <a:rPr sz="2175" b="1">
                <a:solidFill>
                  <a:srgbClr val="0A1420"/>
                </a:solidFill>
                <a:latin typeface="Arial"/>
                <a:ea typeface="Arial"/>
                <a:cs typeface="Arial"/>
              </a:rPr>
              <a:t>Verify evidence</a:t>
            </a:r>
          </a:p>
        </p:txBody>
      </p:sp>
      <p:sp>
        <p:nvSpPr>
          <p:cNvPr id="16" name="Recorder and witness records with an offline verifier">
            <a:extLst xmlns:a="http://schemas.openxmlformats.org/drawingml/2006/main">
              <a:ext uri="{FF2B5EF4-FFF2-40B4-BE49-F238E27FC236}">
                <a16:creationId xmlns:a16="http://schemas.microsoft.com/office/drawing/2014/main" id="{159B4B73-6964-4D0D-90E5-E53DA6B4E82F}"/>
              </a:ext>
            </a:extLst>
          </p:cNvPr>
          <p:cNvSpPr>
            <a:spLocks xmlns:a="http://schemas.openxmlformats.org/drawingml/2006/main" noGrp="1"/>
          </p:cNvSpPr>
          <p:nvPr/>
        </p:nvSpPr>
        <p:spPr>
          <a:xfrm xmlns:a="http://schemas.openxmlformats.org/drawingml/2006/main">
            <a:off x="5524500" y="4972050"/>
            <a:ext cx="5905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2616F"/>
                </a:solidFill>
                <a:latin typeface="Arial"/>
                <a:ea typeface="Arial"/>
                <a:cs typeface="Arial"/>
              </a:defRPr>
            </a:defPPr>
            <a:lvl1pPr algn="l">
              <a:defRPr sz="1875" b="0">
                <a:solidFill>
                  <a:srgbClr val="52616F"/>
                </a:solidFill>
                <a:latin typeface="Arial"/>
                <a:ea typeface="Arial"/>
                <a:cs typeface="Arial"/>
              </a:defRPr>
            </a:lvl1pPr>
            <a:lvl2pPr algn="l">
              <a:defRPr sz="1875" b="0">
                <a:solidFill>
                  <a:srgbClr val="52616F"/>
                </a:solidFill>
                <a:latin typeface="Arial"/>
                <a:ea typeface="Arial"/>
                <a:cs typeface="Arial"/>
              </a:defRPr>
            </a:lvl2pPr>
            <a:lvl3pPr algn="l">
              <a:defRPr sz="1875" b="0">
                <a:solidFill>
                  <a:srgbClr val="52616F"/>
                </a:solidFill>
                <a:latin typeface="Arial"/>
                <a:ea typeface="Arial"/>
                <a:cs typeface="Arial"/>
              </a:defRPr>
            </a:lvl3pPr>
            <a:lvl4pPr algn="l">
              <a:defRPr sz="1875" b="0">
                <a:solidFill>
                  <a:srgbClr val="52616F"/>
                </a:solidFill>
                <a:latin typeface="Arial"/>
                <a:ea typeface="Arial"/>
                <a:cs typeface="Arial"/>
              </a:defRPr>
            </a:lvl4pPr>
            <a:lvl5pPr algn="l">
              <a:defRPr sz="1875" b="0">
                <a:solidFill>
                  <a:srgbClr val="52616F"/>
                </a:solidFill>
                <a:latin typeface="Arial"/>
                <a:ea typeface="Arial"/>
                <a:cs typeface="Arial"/>
              </a:defRPr>
            </a:lvl5pPr>
            <a:lvl6pPr algn="l">
              <a:defRPr sz="1875" b="0">
                <a:solidFill>
                  <a:srgbClr val="52616F"/>
                </a:solidFill>
                <a:latin typeface="Arial"/>
                <a:ea typeface="Arial"/>
                <a:cs typeface="Arial"/>
              </a:defRPr>
            </a:lvl6pPr>
            <a:lvl7pPr algn="l">
              <a:defRPr sz="1875" b="0">
                <a:solidFill>
                  <a:srgbClr val="52616F"/>
                </a:solidFill>
                <a:latin typeface="Arial"/>
                <a:ea typeface="Arial"/>
                <a:cs typeface="Arial"/>
              </a:defRPr>
            </a:lvl7pPr>
            <a:lvl8pPr algn="l">
              <a:defRPr sz="1875" b="0">
                <a:solidFill>
                  <a:srgbClr val="52616F"/>
                </a:solidFill>
                <a:latin typeface="Arial"/>
                <a:ea typeface="Arial"/>
                <a:cs typeface="Arial"/>
              </a:defRPr>
            </a:lvl8pPr>
            <a:lvl9pPr algn="l">
              <a:defRPr sz="1875" b="0">
                <a:solidFill>
                  <a:srgbClr val="52616F"/>
                </a:solidFill>
                <a:latin typeface="Arial"/>
                <a:ea typeface="Arial"/>
                <a:cs typeface="Arial"/>
              </a:defRPr>
            </a:lvl9pPr>
          </a:lstStyle>
          <a:p xmlns:a="http://schemas.openxmlformats.org/drawingml/2006/main">
            <a:pPr algn="l">
              <a:defRPr sz="1875" b="0">
                <a:solidFill>
                  <a:srgbClr val="52616F"/>
                </a:solidFill>
                <a:latin typeface="Arial"/>
                <a:ea typeface="Arial"/>
                <a:cs typeface="Arial"/>
              </a:defRPr>
            </a:pPr>
            <a:r>
              <a:rPr sz="1875" b="0">
                <a:solidFill>
                  <a:srgbClr val="52616F"/>
                </a:solidFill>
                <a:latin typeface="Arial"/>
                <a:ea typeface="Arial"/>
                <a:cs typeface="Arial"/>
              </a:rPr>
              <a:t>Recorder and witness records with an offline verifier</a:t>
            </a:r>
          </a:p>
        </p:txBody>
      </p:sp>
    </p:spTree>
    <p:extLst>
      <p:ext uri="{BB962C8B-B14F-4D97-AF65-F5344CB8AC3E}">
        <p14:creationId xmlns:p14="http://schemas.microsoft.com/office/powerpoint/2010/main" val="1076862774"/>
      </p:ext>
    </p:extLst>
  </p:cSld>
</p:sld>
</file>

<file path=ppt/slides/slide4.xml><?xml version="1.0" encoding="utf-8"?>
<p:sld xmlns:p="http://schemas.openxmlformats.org/presentationml/2006/main">
  <p:cSld>
    <p:bg>
      <p:bgPr>
        <a:solidFill xmlns:a="http://schemas.openxmlformats.org/drawingml/2006/main">
          <a:srgbClr val="0A1420"/>
        </a:solidFill>
      </p:bgPr>
    </p:bg>
    <p:spTree>
      <p:nvGrpSpPr>
        <p:cNvPr id="1" name=""/>
        <p:cNvGrpSpPr/>
        <p:nvPr/>
      </p:nvGrpSpPr>
      <p:grpSpPr>
        <a:xfrm xmlns:a="http://schemas.openxmlformats.org/drawingml/2006/main"/>
      </p:grpSpPr>
      <p:cxnSp>
        <p:nvCxnSpPr>
          <p:cNvPr id="2" name="">
            <a:extLst xmlns:a="http://schemas.openxmlformats.org/drawingml/2006/main">
              <a:ext uri="{FF2B5EF4-FFF2-40B4-BE49-F238E27FC236}">
                <a16:creationId xmlns:a16="http://schemas.microsoft.com/office/drawing/2014/main" id="{0E40F581-745D-4FE1-B50E-EF60D06465BB}"/>
              </a:ext>
            </a:extLst>
          </p:cNvPr>
          <p:cNvCxnSpPr>
            <a:stCxn xmlns:a="http://schemas.openxmlformats.org/drawingml/2006/main" id="20" idx="3"/>
            <a:endCxn xmlns:a="http://schemas.openxmlformats.org/drawingml/2006/main" id="21" idx="1"/>
          </p:cNvCxnSpPr>
          <p:nvPr/>
        </p:nvCxnSpPr>
        <p:spPr>
          <a:xfrm xmlns:a="http://schemas.openxmlformats.org/drawingml/2006/main">
            <a:off x="6191250" y="5715000"/>
            <a:ext cx="1905000" cy="0"/>
          </a:xfrm>
          <a:prstGeom xmlns:a="http://schemas.openxmlformats.org/drawingml/2006/main" prst="straightConnector1">
            <a:avLst/>
          </a:prstGeom>
          <a:ln xmlns:a="http://schemas.openxmlformats.org/drawingml/2006/main" w="19050">
            <a:solidFill>
              <a:srgbClr val="00B9C8"/>
            </a:solidFill>
            <a:prstDash val="solid"/>
            <a:tailEnd type="triangle" w="sm" len="sm"/>
          </a:ln>
        </p:spPr>
      </p:cxnSp>
      <p:cxnSp>
        <p:nvCxnSpPr>
          <p:cNvPr id="3" name="">
            <a:extLst xmlns:a="http://schemas.openxmlformats.org/drawingml/2006/main">
              <a:ext uri="{FF2B5EF4-FFF2-40B4-BE49-F238E27FC236}">
                <a16:creationId xmlns:a16="http://schemas.microsoft.com/office/drawing/2014/main" id="{07C98969-2A3D-4B4F-8BCD-7F7F3FAEF6F2}"/>
              </a:ext>
            </a:extLst>
          </p:cNvPr>
          <p:cNvCxnSpPr>
            <a:stCxn xmlns:a="http://schemas.openxmlformats.org/drawingml/2006/main" id="13" idx="2"/>
            <a:endCxn xmlns:a="http://schemas.openxmlformats.org/drawingml/2006/main" id="20" idx="0"/>
          </p:cNvCxnSpPr>
          <p:nvPr/>
        </p:nvCxnSpPr>
        <p:spPr>
          <a:xfrm xmlns:a="http://schemas.openxmlformats.org/drawingml/2006/main">
            <a:off x="4238625" y="4772025"/>
            <a:ext cx="333375" cy="609600"/>
          </a:xfrm>
          <a:prstGeom xmlns:a="http://schemas.openxmlformats.org/drawingml/2006/main" prst="straightConnector1">
            <a:avLst/>
          </a:prstGeom>
          <a:ln xmlns:a="http://schemas.openxmlformats.org/drawingml/2006/main" w="19050">
            <a:solidFill>
              <a:srgbClr val="00B9C8"/>
            </a:solidFill>
            <a:prstDash val="solid"/>
            <a:tailEnd type="triangle" w="sm" len="sm"/>
          </a:ln>
        </p:spPr>
      </p:cxnSp>
      <p:cxnSp>
        <p:nvCxnSpPr>
          <p:cNvPr id="4" name="">
            <a:extLst xmlns:a="http://schemas.openxmlformats.org/drawingml/2006/main">
              <a:ext uri="{FF2B5EF4-FFF2-40B4-BE49-F238E27FC236}">
                <a16:creationId xmlns:a16="http://schemas.microsoft.com/office/drawing/2014/main" id="{33D428C2-E61A-4C05-8640-D8990F6E7303}"/>
              </a:ext>
            </a:extLst>
          </p:cNvPr>
          <p:cNvCxnSpPr>
            <a:stCxn xmlns:a="http://schemas.openxmlformats.org/drawingml/2006/main" id="16" idx="2"/>
            <a:endCxn xmlns:a="http://schemas.openxmlformats.org/drawingml/2006/main" id="19" idx="0"/>
          </p:cNvCxnSpPr>
          <p:nvPr/>
        </p:nvCxnSpPr>
        <p:spPr>
          <a:xfrm xmlns:a="http://schemas.openxmlformats.org/drawingml/2006/main">
            <a:off x="8872538" y="3181350"/>
            <a:ext cx="1657350" cy="390525"/>
          </a:xfrm>
          <a:prstGeom xmlns:a="http://schemas.openxmlformats.org/drawingml/2006/main" prst="straightConnector1">
            <a:avLst/>
          </a:prstGeom>
          <a:ln xmlns:a="http://schemas.openxmlformats.org/drawingml/2006/main" w="19050">
            <a:solidFill>
              <a:srgbClr val="00B9C8"/>
            </a:solidFill>
            <a:prstDash val="solid"/>
            <a:tailEnd type="triangle" w="sm" len="sm"/>
          </a:ln>
        </p:spPr>
      </p:cxnSp>
      <p:cxnSp>
        <p:nvCxnSpPr>
          <p:cNvPr id="5" name="">
            <a:extLst xmlns:a="http://schemas.openxmlformats.org/drawingml/2006/main">
              <a:ext uri="{FF2B5EF4-FFF2-40B4-BE49-F238E27FC236}">
                <a16:creationId xmlns:a16="http://schemas.microsoft.com/office/drawing/2014/main" id="{FCA9F009-EA2B-49D9-98BD-42FA4EF824BA}"/>
              </a:ext>
            </a:extLst>
          </p:cNvPr>
          <p:cNvCxnSpPr>
            <a:stCxn xmlns:a="http://schemas.openxmlformats.org/drawingml/2006/main" id="16" idx="2"/>
            <a:endCxn xmlns:a="http://schemas.openxmlformats.org/drawingml/2006/main" id="18" idx="0"/>
          </p:cNvCxnSpPr>
          <p:nvPr/>
        </p:nvCxnSpPr>
        <p:spPr>
          <a:xfrm xmlns:a="http://schemas.openxmlformats.org/drawingml/2006/main">
            <a:off x="8872538" y="3181350"/>
            <a:ext cx="0" cy="390525"/>
          </a:xfrm>
          <a:prstGeom xmlns:a="http://schemas.openxmlformats.org/drawingml/2006/main" prst="straightConnector1">
            <a:avLst/>
          </a:prstGeom>
          <a:ln xmlns:a="http://schemas.openxmlformats.org/drawingml/2006/main" w="19050">
            <a:solidFill>
              <a:srgbClr val="00B9C8"/>
            </a:solidFill>
            <a:prstDash val="solid"/>
            <a:tailEnd type="triangle" w="sm" len="sm"/>
          </a:ln>
        </p:spPr>
      </p:cxnSp>
      <p:cxnSp>
        <p:nvCxnSpPr>
          <p:cNvPr id="6" name="">
            <a:extLst xmlns:a="http://schemas.openxmlformats.org/drawingml/2006/main">
              <a:ext uri="{FF2B5EF4-FFF2-40B4-BE49-F238E27FC236}">
                <a16:creationId xmlns:a16="http://schemas.microsoft.com/office/drawing/2014/main" id="{36709848-3B31-46CF-8EDB-01CF568DAEE1}"/>
              </a:ext>
            </a:extLst>
          </p:cNvPr>
          <p:cNvCxnSpPr>
            <a:stCxn xmlns:a="http://schemas.openxmlformats.org/drawingml/2006/main" id="16" idx="2"/>
            <a:endCxn xmlns:a="http://schemas.openxmlformats.org/drawingml/2006/main" id="17" idx="0"/>
          </p:cNvCxnSpPr>
          <p:nvPr/>
        </p:nvCxnSpPr>
        <p:spPr>
          <a:xfrm xmlns:a="http://schemas.openxmlformats.org/drawingml/2006/main" flipH="1">
            <a:off x="7215188" y="3181350"/>
            <a:ext cx="1657350" cy="390525"/>
          </a:xfrm>
          <a:prstGeom xmlns:a="http://schemas.openxmlformats.org/drawingml/2006/main" prst="straightConnector1">
            <a:avLst/>
          </a:prstGeom>
          <a:ln xmlns:a="http://schemas.openxmlformats.org/drawingml/2006/main" w="19050">
            <a:solidFill>
              <a:srgbClr val="00B9C8"/>
            </a:solidFill>
            <a:prstDash val="solid"/>
            <a:tailEnd type="triangle" w="sm" len="sm"/>
          </a:ln>
        </p:spPr>
      </p:cxnSp>
      <p:cxnSp>
        <p:nvCxnSpPr>
          <p:cNvPr id="7" name="">
            <a:extLst xmlns:a="http://schemas.openxmlformats.org/drawingml/2006/main">
              <a:ext uri="{FF2B5EF4-FFF2-40B4-BE49-F238E27FC236}">
                <a16:creationId xmlns:a16="http://schemas.microsoft.com/office/drawing/2014/main" id="{0C598737-C43B-4586-98FD-55BCCAFAAC61}"/>
              </a:ext>
            </a:extLst>
          </p:cNvPr>
          <p:cNvCxnSpPr>
            <a:stCxn xmlns:a="http://schemas.openxmlformats.org/drawingml/2006/main" id="13" idx="3"/>
            <a:endCxn xmlns:a="http://schemas.openxmlformats.org/drawingml/2006/main" id="16" idx="1"/>
          </p:cNvCxnSpPr>
          <p:nvPr/>
        </p:nvCxnSpPr>
        <p:spPr>
          <a:xfrm xmlns:a="http://schemas.openxmlformats.org/drawingml/2006/main" flipV="1">
            <a:off x="5524500" y="2876550"/>
            <a:ext cx="942975" cy="704850"/>
          </a:xfrm>
          <a:prstGeom xmlns:a="http://schemas.openxmlformats.org/drawingml/2006/main" prst="straightConnector1">
            <a:avLst/>
          </a:prstGeom>
          <a:ln xmlns:a="http://schemas.openxmlformats.org/drawingml/2006/main" w="19050">
            <a:solidFill>
              <a:srgbClr val="00B9C8"/>
            </a:solidFill>
            <a:prstDash val="solid"/>
            <a:tailEnd type="triangle" w="sm" len="sm"/>
          </a:ln>
        </p:spPr>
      </p:cxnSp>
      <p:cxnSp>
        <p:nvCxnSpPr>
          <p:cNvPr id="8" name="">
            <a:extLst xmlns:a="http://schemas.openxmlformats.org/drawingml/2006/main">
              <a:ext uri="{FF2B5EF4-FFF2-40B4-BE49-F238E27FC236}">
                <a16:creationId xmlns:a16="http://schemas.microsoft.com/office/drawing/2014/main" id="{0E95C480-8827-4DC6-ABAB-3FC84632FB62}"/>
              </a:ext>
            </a:extLst>
          </p:cNvPr>
          <p:cNvCxnSpPr>
            <a:stCxn xmlns:a="http://schemas.openxmlformats.org/drawingml/2006/main" id="12" idx="3"/>
            <a:endCxn xmlns:a="http://schemas.openxmlformats.org/drawingml/2006/main" id="13" idx="1"/>
          </p:cNvCxnSpPr>
          <p:nvPr/>
        </p:nvCxnSpPr>
        <p:spPr>
          <a:xfrm xmlns:a="http://schemas.openxmlformats.org/drawingml/2006/main">
            <a:off x="2381250" y="3543300"/>
            <a:ext cx="571500" cy="38100"/>
          </a:xfrm>
          <a:prstGeom xmlns:a="http://schemas.openxmlformats.org/drawingml/2006/main" prst="straightConnector1">
            <a:avLst/>
          </a:prstGeom>
          <a:ln xmlns:a="http://schemas.openxmlformats.org/drawingml/2006/main" w="19050">
            <a:solidFill>
              <a:srgbClr val="00B9C8"/>
            </a:solidFill>
            <a:prstDash val="solid"/>
            <a:tailEnd type="triangle" w="sm" len="sm"/>
          </a:ln>
        </p:spPr>
      </p:cxnSp>
      <p:sp>
        <p:nvSpPr>
          <p:cNvPr id="9" name="Implemented backend architecture">
            <a:extLst xmlns:a="http://schemas.openxmlformats.org/drawingml/2006/main">
              <a:ext uri="{FF2B5EF4-FFF2-40B4-BE49-F238E27FC236}">
                <a16:creationId xmlns:a16="http://schemas.microsoft.com/office/drawing/2014/main" id="{2C75550E-5391-43BB-9050-19C1C751159F}"/>
              </a:ext>
            </a:extLst>
          </p:cNvPr>
          <p:cNvSpPr>
            <a:spLocks xmlns:a="http://schemas.openxmlformats.org/drawingml/2006/main" noGrp="1"/>
          </p:cNvSpPr>
          <p:nvPr/>
        </p:nvSpPr>
        <p:spPr>
          <a:xfrm xmlns:a="http://schemas.openxmlformats.org/drawingml/2006/main">
            <a:off x="609600" y="457200"/>
            <a:ext cx="1095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Arial"/>
                <a:ea typeface="Arial"/>
                <a:cs typeface="Arial"/>
              </a:defRPr>
            </a:defPPr>
            <a:lvl1pPr algn="l">
              <a:defRPr sz="3300" b="1">
                <a:solidFill>
                  <a:srgbClr val="FFFFFF"/>
                </a:solidFill>
                <a:latin typeface="Arial"/>
                <a:ea typeface="Arial"/>
                <a:cs typeface="Arial"/>
              </a:defRPr>
            </a:lvl1pPr>
            <a:lvl2pPr algn="l">
              <a:defRPr sz="3300" b="1">
                <a:solidFill>
                  <a:srgbClr val="FFFFFF"/>
                </a:solidFill>
                <a:latin typeface="Arial"/>
                <a:ea typeface="Arial"/>
                <a:cs typeface="Arial"/>
              </a:defRPr>
            </a:lvl2pPr>
            <a:lvl3pPr algn="l">
              <a:defRPr sz="3300" b="1">
                <a:solidFill>
                  <a:srgbClr val="FFFFFF"/>
                </a:solidFill>
                <a:latin typeface="Arial"/>
                <a:ea typeface="Arial"/>
                <a:cs typeface="Arial"/>
              </a:defRPr>
            </a:lvl3pPr>
            <a:lvl4pPr algn="l">
              <a:defRPr sz="3300" b="1">
                <a:solidFill>
                  <a:srgbClr val="FFFFFF"/>
                </a:solidFill>
                <a:latin typeface="Arial"/>
                <a:ea typeface="Arial"/>
                <a:cs typeface="Arial"/>
              </a:defRPr>
            </a:lvl4pPr>
            <a:lvl5pPr algn="l">
              <a:defRPr sz="3300" b="1">
                <a:solidFill>
                  <a:srgbClr val="FFFFFF"/>
                </a:solidFill>
                <a:latin typeface="Arial"/>
                <a:ea typeface="Arial"/>
                <a:cs typeface="Arial"/>
              </a:defRPr>
            </a:lvl5pPr>
            <a:lvl6pPr algn="l">
              <a:defRPr sz="3300" b="1">
                <a:solidFill>
                  <a:srgbClr val="FFFFFF"/>
                </a:solidFill>
                <a:latin typeface="Arial"/>
                <a:ea typeface="Arial"/>
                <a:cs typeface="Arial"/>
              </a:defRPr>
            </a:lvl6pPr>
            <a:lvl7pPr algn="l">
              <a:defRPr sz="3300" b="1">
                <a:solidFill>
                  <a:srgbClr val="FFFFFF"/>
                </a:solidFill>
                <a:latin typeface="Arial"/>
                <a:ea typeface="Arial"/>
                <a:cs typeface="Arial"/>
              </a:defRPr>
            </a:lvl7pPr>
            <a:lvl8pPr algn="l">
              <a:defRPr sz="3300" b="1">
                <a:solidFill>
                  <a:srgbClr val="FFFFFF"/>
                </a:solidFill>
                <a:latin typeface="Arial"/>
                <a:ea typeface="Arial"/>
                <a:cs typeface="Arial"/>
              </a:defRPr>
            </a:lvl8pPr>
            <a:lvl9pPr algn="l">
              <a:defRPr sz="3300" b="1">
                <a:solidFill>
                  <a:srgbClr val="FFFFFF"/>
                </a:solidFill>
                <a:latin typeface="Arial"/>
                <a:ea typeface="Arial"/>
                <a:cs typeface="Arial"/>
              </a:defRPr>
            </a:lvl9pPr>
          </a:lstStyle>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Implemented backend architecture</a:t>
            </a:r>
          </a:p>
        </p:txBody>
      </p:sp>
      <p:sp>
        <p:nvSpPr>
          <p:cNvPr id="10" name="04">
            <a:extLst xmlns:a="http://schemas.openxmlformats.org/drawingml/2006/main">
              <a:ext uri="{FF2B5EF4-FFF2-40B4-BE49-F238E27FC236}">
                <a16:creationId xmlns:a16="http://schemas.microsoft.com/office/drawing/2014/main" id="{C4F3EDD4-6BC0-441B-9422-C873678BF077}"/>
              </a:ext>
            </a:extLst>
          </p:cNvPr>
          <p:cNvSpPr>
            <a:spLocks xmlns:a="http://schemas.openxmlformats.org/drawingml/2006/main" noGrp="1"/>
          </p:cNvSpPr>
          <p:nvPr/>
        </p:nvSpPr>
        <p:spPr>
          <a:xfrm xmlns:a="http://schemas.openxmlformats.org/drawingml/2006/main">
            <a:off x="11144250" y="63436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A8BBC8"/>
                </a:solidFill>
                <a:latin typeface="Arial"/>
                <a:ea typeface="Arial"/>
                <a:cs typeface="Arial"/>
              </a:defRPr>
            </a:defPPr>
            <a:lvl1pPr algn="r">
              <a:defRPr sz="1350" b="0">
                <a:solidFill>
                  <a:srgbClr val="A8BBC8"/>
                </a:solidFill>
                <a:latin typeface="Arial"/>
                <a:ea typeface="Arial"/>
                <a:cs typeface="Arial"/>
              </a:defRPr>
            </a:lvl1pPr>
            <a:lvl2pPr algn="r">
              <a:defRPr sz="1350" b="0">
                <a:solidFill>
                  <a:srgbClr val="A8BBC8"/>
                </a:solidFill>
                <a:latin typeface="Arial"/>
                <a:ea typeface="Arial"/>
                <a:cs typeface="Arial"/>
              </a:defRPr>
            </a:lvl2pPr>
            <a:lvl3pPr algn="r">
              <a:defRPr sz="1350" b="0">
                <a:solidFill>
                  <a:srgbClr val="A8BBC8"/>
                </a:solidFill>
                <a:latin typeface="Arial"/>
                <a:ea typeface="Arial"/>
                <a:cs typeface="Arial"/>
              </a:defRPr>
            </a:lvl3pPr>
            <a:lvl4pPr algn="r">
              <a:defRPr sz="1350" b="0">
                <a:solidFill>
                  <a:srgbClr val="A8BBC8"/>
                </a:solidFill>
                <a:latin typeface="Arial"/>
                <a:ea typeface="Arial"/>
                <a:cs typeface="Arial"/>
              </a:defRPr>
            </a:lvl4pPr>
            <a:lvl5pPr algn="r">
              <a:defRPr sz="1350" b="0">
                <a:solidFill>
                  <a:srgbClr val="A8BBC8"/>
                </a:solidFill>
                <a:latin typeface="Arial"/>
                <a:ea typeface="Arial"/>
                <a:cs typeface="Arial"/>
              </a:defRPr>
            </a:lvl5pPr>
            <a:lvl6pPr algn="r">
              <a:defRPr sz="1350" b="0">
                <a:solidFill>
                  <a:srgbClr val="A8BBC8"/>
                </a:solidFill>
                <a:latin typeface="Arial"/>
                <a:ea typeface="Arial"/>
                <a:cs typeface="Arial"/>
              </a:defRPr>
            </a:lvl6pPr>
            <a:lvl7pPr algn="r">
              <a:defRPr sz="1350" b="0">
                <a:solidFill>
                  <a:srgbClr val="A8BBC8"/>
                </a:solidFill>
                <a:latin typeface="Arial"/>
                <a:ea typeface="Arial"/>
                <a:cs typeface="Arial"/>
              </a:defRPr>
            </a:lvl7pPr>
            <a:lvl8pPr algn="r">
              <a:defRPr sz="1350" b="0">
                <a:solidFill>
                  <a:srgbClr val="A8BBC8"/>
                </a:solidFill>
                <a:latin typeface="Arial"/>
                <a:ea typeface="Arial"/>
                <a:cs typeface="Arial"/>
              </a:defRPr>
            </a:lvl8pPr>
            <a:lvl9pPr algn="r">
              <a:defRPr sz="1350" b="0">
                <a:solidFill>
                  <a:srgbClr val="A8BBC8"/>
                </a:solidFill>
                <a:latin typeface="Arial"/>
                <a:ea typeface="Arial"/>
                <a:cs typeface="Arial"/>
              </a:defRPr>
            </a:lvl9pPr>
          </a:lstStyle>
          <a:p xmlns:a="http://schemas.openxmlformats.org/drawingml/2006/main">
            <a:pPr algn="r">
              <a:defRPr sz="1350" b="0">
                <a:solidFill>
                  <a:srgbClr val="A8BBC8"/>
                </a:solidFill>
                <a:latin typeface="Arial"/>
                <a:ea typeface="Arial"/>
                <a:cs typeface="Arial"/>
              </a:defRPr>
            </a:pPr>
            <a:r>
              <a:rPr sz="1350" b="0">
                <a:solidFill>
                  <a:srgbClr val="A8BBC8"/>
                </a:solidFill>
                <a:latin typeface="Arial"/>
                <a:ea typeface="Arial"/>
                <a:cs typeface="Arial"/>
              </a:rPr>
              <a:t>04</a:t>
            </a:r>
          </a:p>
        </p:txBody>
      </p:sp>
      <p:sp>
        <p:nvSpPr>
          <p:cNvPr id="11" name="Local execution stays offline after preparation">
            <a:extLst xmlns:a="http://schemas.openxmlformats.org/drawingml/2006/main">
              <a:ext uri="{FF2B5EF4-FFF2-40B4-BE49-F238E27FC236}">
                <a16:creationId xmlns:a16="http://schemas.microsoft.com/office/drawing/2014/main" id="{41D0B5A2-165C-43A7-A1A9-2DB0F265EDCD}"/>
              </a:ext>
            </a:extLst>
          </p:cNvPr>
          <p:cNvSpPr>
            <a:spLocks xmlns:a="http://schemas.openxmlformats.org/drawingml/2006/main" noGrp="1"/>
          </p:cNvSpPr>
          <p:nvPr/>
        </p:nvSpPr>
        <p:spPr>
          <a:xfrm xmlns:a="http://schemas.openxmlformats.org/drawingml/2006/main">
            <a:off x="619125" y="143827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A8BBC8"/>
                </a:solidFill>
                <a:latin typeface="Arial"/>
                <a:ea typeface="Arial"/>
                <a:cs typeface="Arial"/>
              </a:defRPr>
            </a:defPPr>
            <a:lvl1pPr algn="l">
              <a:defRPr sz="2025" b="0">
                <a:solidFill>
                  <a:srgbClr val="A8BBC8"/>
                </a:solidFill>
                <a:latin typeface="Arial"/>
                <a:ea typeface="Arial"/>
                <a:cs typeface="Arial"/>
              </a:defRPr>
            </a:lvl1pPr>
            <a:lvl2pPr algn="l">
              <a:defRPr sz="2025" b="0">
                <a:solidFill>
                  <a:srgbClr val="A8BBC8"/>
                </a:solidFill>
                <a:latin typeface="Arial"/>
                <a:ea typeface="Arial"/>
                <a:cs typeface="Arial"/>
              </a:defRPr>
            </a:lvl2pPr>
            <a:lvl3pPr algn="l">
              <a:defRPr sz="2025" b="0">
                <a:solidFill>
                  <a:srgbClr val="A8BBC8"/>
                </a:solidFill>
                <a:latin typeface="Arial"/>
                <a:ea typeface="Arial"/>
                <a:cs typeface="Arial"/>
              </a:defRPr>
            </a:lvl3pPr>
            <a:lvl4pPr algn="l">
              <a:defRPr sz="2025" b="0">
                <a:solidFill>
                  <a:srgbClr val="A8BBC8"/>
                </a:solidFill>
                <a:latin typeface="Arial"/>
                <a:ea typeface="Arial"/>
                <a:cs typeface="Arial"/>
              </a:defRPr>
            </a:lvl4pPr>
            <a:lvl5pPr algn="l">
              <a:defRPr sz="2025" b="0">
                <a:solidFill>
                  <a:srgbClr val="A8BBC8"/>
                </a:solidFill>
                <a:latin typeface="Arial"/>
                <a:ea typeface="Arial"/>
                <a:cs typeface="Arial"/>
              </a:defRPr>
            </a:lvl5pPr>
            <a:lvl6pPr algn="l">
              <a:defRPr sz="2025" b="0">
                <a:solidFill>
                  <a:srgbClr val="A8BBC8"/>
                </a:solidFill>
                <a:latin typeface="Arial"/>
                <a:ea typeface="Arial"/>
                <a:cs typeface="Arial"/>
              </a:defRPr>
            </a:lvl6pPr>
            <a:lvl7pPr algn="l">
              <a:defRPr sz="2025" b="0">
                <a:solidFill>
                  <a:srgbClr val="A8BBC8"/>
                </a:solidFill>
                <a:latin typeface="Arial"/>
                <a:ea typeface="Arial"/>
                <a:cs typeface="Arial"/>
              </a:defRPr>
            </a:lvl7pPr>
            <a:lvl8pPr algn="l">
              <a:defRPr sz="2025" b="0">
                <a:solidFill>
                  <a:srgbClr val="A8BBC8"/>
                </a:solidFill>
                <a:latin typeface="Arial"/>
                <a:ea typeface="Arial"/>
                <a:cs typeface="Arial"/>
              </a:defRPr>
            </a:lvl8pPr>
            <a:lvl9pPr algn="l">
              <a:defRPr sz="2025" b="0">
                <a:solidFill>
                  <a:srgbClr val="A8BBC8"/>
                </a:solidFill>
                <a:latin typeface="Arial"/>
                <a:ea typeface="Arial"/>
                <a:cs typeface="Arial"/>
              </a:defRPr>
            </a:lvl9pPr>
          </a:lstStyle>
          <a:p xmlns:a="http://schemas.openxmlformats.org/drawingml/2006/main">
            <a:pPr algn="l">
              <a:defRPr sz="2025" b="0">
                <a:solidFill>
                  <a:srgbClr val="A8BBC8"/>
                </a:solidFill>
                <a:latin typeface="Arial"/>
                <a:ea typeface="Arial"/>
                <a:cs typeface="Arial"/>
              </a:defRPr>
            </a:pPr>
            <a:r>
              <a:rPr sz="2025" b="0">
                <a:solidFill>
                  <a:srgbClr val="A8BBC8"/>
                </a:solidFill>
                <a:latin typeface="Arial"/>
                <a:ea typeface="Arial"/>
                <a:cs typeface="Arial"/>
              </a:rPr>
              <a:t>Local execution stays offline after preparation</a:t>
            </a:r>
          </a:p>
        </p:txBody>
      </p:sp>
      <p:sp>
        <p:nvSpPr>
          <p:cNvPr id="12" name="Red / Operator mTLS clients">
            <a:extLst xmlns:a="http://schemas.openxmlformats.org/drawingml/2006/main">
              <a:ext uri="{FF2B5EF4-FFF2-40B4-BE49-F238E27FC236}">
                <a16:creationId xmlns:a16="http://schemas.microsoft.com/office/drawing/2014/main" id="{E5396837-359D-4F99-B5D2-F6D7B6C83EFD}"/>
              </a:ext>
            </a:extLst>
          </p:cNvPr>
          <p:cNvSpPr>
            <a:spLocks xmlns:a="http://schemas.openxmlformats.org/drawingml/2006/main" noGrp="1"/>
          </p:cNvSpPr>
          <p:nvPr/>
        </p:nvSpPr>
        <p:spPr>
          <a:xfrm xmlns:a="http://schemas.openxmlformats.org/drawingml/2006/main">
            <a:off x="619125" y="2876550"/>
            <a:ext cx="1762125" cy="1333500"/>
          </a:xfrm>
          <a:prstGeom xmlns:a="http://schemas.openxmlformats.org/drawingml/2006/main" prst="rect">
            <a:avLst/>
          </a:prstGeom>
          <a:solidFill xmlns:a="http://schemas.openxmlformats.org/drawingml/2006/main">
            <a:srgbClr val="142433"/>
          </a:solidFill>
          <a:ln xmlns:a="http://schemas.openxmlformats.org/drawingml/2006/main" w="14288">
            <a:solidFill>
              <a:srgbClr val="48616F"/>
            </a:solidFill>
          </a:ln>
        </p:spPr>
        <p:txBody>
          <a:bodyPr xmlns:a="http://schemas.openxmlformats.org/drawingml/2006/main" lIns="114300" tIns="114300" rIns="114300" bIns="114300" anchor="ctr">
            <a:noAutofit/>
          </a:bodyPr>
          <a:lstStyle xmlns:a="http://schemas.openxmlformats.org/drawingml/2006/main">
            <a:defPPr algn="ctr">
              <a:defRPr sz="1800" b="1">
                <a:solidFill>
                  <a:srgbClr val="FFFFFF"/>
                </a:solidFill>
                <a:latin typeface="Arial"/>
                <a:ea typeface="Arial"/>
                <a:cs typeface="Arial"/>
              </a:defRPr>
            </a:defPPr>
            <a:lvl1pPr algn="ctr">
              <a:defRPr sz="1800" b="1">
                <a:solidFill>
                  <a:srgbClr val="FFFFFF"/>
                </a:solidFill>
                <a:latin typeface="Arial"/>
                <a:ea typeface="Arial"/>
                <a:cs typeface="Arial"/>
              </a:defRPr>
            </a:lvl1pPr>
            <a:lvl2pPr algn="ctr">
              <a:defRPr sz="1800" b="1">
                <a:solidFill>
                  <a:srgbClr val="FFFFFF"/>
                </a:solidFill>
                <a:latin typeface="Arial"/>
                <a:ea typeface="Arial"/>
                <a:cs typeface="Arial"/>
              </a:defRPr>
            </a:lvl2pPr>
            <a:lvl3pPr algn="ctr">
              <a:defRPr sz="1800" b="1">
                <a:solidFill>
                  <a:srgbClr val="FFFFFF"/>
                </a:solidFill>
                <a:latin typeface="Arial"/>
                <a:ea typeface="Arial"/>
                <a:cs typeface="Arial"/>
              </a:defRPr>
            </a:lvl3pPr>
            <a:lvl4pPr algn="ctr">
              <a:defRPr sz="1800" b="1">
                <a:solidFill>
                  <a:srgbClr val="FFFFFF"/>
                </a:solidFill>
                <a:latin typeface="Arial"/>
                <a:ea typeface="Arial"/>
                <a:cs typeface="Arial"/>
              </a:defRPr>
            </a:lvl4pPr>
            <a:lvl5pPr algn="ctr">
              <a:defRPr sz="1800" b="1">
                <a:solidFill>
                  <a:srgbClr val="FFFFFF"/>
                </a:solidFill>
                <a:latin typeface="Arial"/>
                <a:ea typeface="Arial"/>
                <a:cs typeface="Arial"/>
              </a:defRPr>
            </a:lvl5pPr>
            <a:lvl6pPr algn="ctr">
              <a:defRPr sz="1800" b="1">
                <a:solidFill>
                  <a:srgbClr val="FFFFFF"/>
                </a:solidFill>
                <a:latin typeface="Arial"/>
                <a:ea typeface="Arial"/>
                <a:cs typeface="Arial"/>
              </a:defRPr>
            </a:lvl6pPr>
            <a:lvl7pPr algn="ctr">
              <a:defRPr sz="1800" b="1">
                <a:solidFill>
                  <a:srgbClr val="FFFFFF"/>
                </a:solidFill>
                <a:latin typeface="Arial"/>
                <a:ea typeface="Arial"/>
                <a:cs typeface="Arial"/>
              </a:defRPr>
            </a:lvl7pPr>
            <a:lvl8pPr algn="ctr">
              <a:defRPr sz="1800" b="1">
                <a:solidFill>
                  <a:srgbClr val="FFFFFF"/>
                </a:solidFill>
                <a:latin typeface="Arial"/>
                <a:ea typeface="Arial"/>
                <a:cs typeface="Arial"/>
              </a:defRPr>
            </a:lvl8pPr>
            <a:lvl9pPr algn="ctr">
              <a:defRPr sz="1800" b="1">
                <a:solidFill>
                  <a:srgbClr val="FFFFFF"/>
                </a:solidFill>
                <a:latin typeface="Arial"/>
                <a:ea typeface="Arial"/>
                <a:cs typeface="Arial"/>
              </a:defRPr>
            </a:lvl9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Red / Operator</a:t>
            </a:r>
          </a:p>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mTLS clients</a:t>
            </a:r>
          </a:p>
        </p:txBody>
      </p:sp>
      <p:sp>
        <p:nvSpPr>
          <p:cNvPr id="13" name="TRUSTED BROKER  Python + SQLite Roles and budgets Run lifecycle">
            <a:extLst xmlns:a="http://schemas.openxmlformats.org/drawingml/2006/main">
              <a:ext uri="{FF2B5EF4-FFF2-40B4-BE49-F238E27FC236}">
                <a16:creationId xmlns:a16="http://schemas.microsoft.com/office/drawing/2014/main" id="{AF4FCA17-2CBB-423C-A1B5-B93CCC4E8F45}"/>
              </a:ext>
            </a:extLst>
          </p:cNvPr>
          <p:cNvSpPr>
            <a:spLocks xmlns:a="http://schemas.openxmlformats.org/drawingml/2006/main" noGrp="1"/>
          </p:cNvSpPr>
          <p:nvPr/>
        </p:nvSpPr>
        <p:spPr>
          <a:xfrm xmlns:a="http://schemas.openxmlformats.org/drawingml/2006/main">
            <a:off x="2952750" y="2390775"/>
            <a:ext cx="2571750" cy="2381250"/>
          </a:xfrm>
          <a:prstGeom xmlns:a="http://schemas.openxmlformats.org/drawingml/2006/main" prst="rect">
            <a:avLst/>
          </a:prstGeom>
          <a:solidFill xmlns:a="http://schemas.openxmlformats.org/drawingml/2006/main">
            <a:srgbClr val="142433"/>
          </a:solidFill>
          <a:ln xmlns:a="http://schemas.openxmlformats.org/drawingml/2006/main" w="14288">
            <a:solidFill>
              <a:srgbClr val="00B9C8"/>
            </a:solidFill>
          </a:ln>
        </p:spPr>
        <p:txBody>
          <a:bodyPr xmlns:a="http://schemas.openxmlformats.org/drawingml/2006/main" lIns="114300" tIns="114300" rIns="114300" bIns="114300" anchor="ctr">
            <a:noAutofit/>
          </a:bodyPr>
          <a:lstStyle xmlns:a="http://schemas.openxmlformats.org/drawingml/2006/main">
            <a:defPPr algn="ctr">
              <a:defRPr sz="1800" b="1">
                <a:solidFill>
                  <a:srgbClr val="FFFFFF"/>
                </a:solidFill>
                <a:latin typeface="Arial"/>
                <a:ea typeface="Arial"/>
                <a:cs typeface="Arial"/>
              </a:defRPr>
            </a:defPPr>
            <a:lvl1pPr algn="ctr">
              <a:defRPr sz="1800" b="1">
                <a:solidFill>
                  <a:srgbClr val="FFFFFF"/>
                </a:solidFill>
                <a:latin typeface="Arial"/>
                <a:ea typeface="Arial"/>
                <a:cs typeface="Arial"/>
              </a:defRPr>
            </a:lvl1pPr>
            <a:lvl2pPr algn="ctr">
              <a:defRPr sz="1800" b="1">
                <a:solidFill>
                  <a:srgbClr val="FFFFFF"/>
                </a:solidFill>
                <a:latin typeface="Arial"/>
                <a:ea typeface="Arial"/>
                <a:cs typeface="Arial"/>
              </a:defRPr>
            </a:lvl2pPr>
            <a:lvl3pPr algn="ctr">
              <a:defRPr sz="1800" b="1">
                <a:solidFill>
                  <a:srgbClr val="FFFFFF"/>
                </a:solidFill>
                <a:latin typeface="Arial"/>
                <a:ea typeface="Arial"/>
                <a:cs typeface="Arial"/>
              </a:defRPr>
            </a:lvl3pPr>
            <a:lvl4pPr algn="ctr">
              <a:defRPr sz="1800" b="1">
                <a:solidFill>
                  <a:srgbClr val="FFFFFF"/>
                </a:solidFill>
                <a:latin typeface="Arial"/>
                <a:ea typeface="Arial"/>
                <a:cs typeface="Arial"/>
              </a:defRPr>
            </a:lvl4pPr>
            <a:lvl5pPr algn="ctr">
              <a:defRPr sz="1800" b="1">
                <a:solidFill>
                  <a:srgbClr val="FFFFFF"/>
                </a:solidFill>
                <a:latin typeface="Arial"/>
                <a:ea typeface="Arial"/>
                <a:cs typeface="Arial"/>
              </a:defRPr>
            </a:lvl5pPr>
            <a:lvl6pPr algn="ctr">
              <a:defRPr sz="1800" b="1">
                <a:solidFill>
                  <a:srgbClr val="FFFFFF"/>
                </a:solidFill>
                <a:latin typeface="Arial"/>
                <a:ea typeface="Arial"/>
                <a:cs typeface="Arial"/>
              </a:defRPr>
            </a:lvl6pPr>
            <a:lvl7pPr algn="ctr">
              <a:defRPr sz="1800" b="1">
                <a:solidFill>
                  <a:srgbClr val="FFFFFF"/>
                </a:solidFill>
                <a:latin typeface="Arial"/>
                <a:ea typeface="Arial"/>
                <a:cs typeface="Arial"/>
              </a:defRPr>
            </a:lvl7pPr>
            <a:lvl8pPr algn="ctr">
              <a:defRPr sz="1800" b="1">
                <a:solidFill>
                  <a:srgbClr val="FFFFFF"/>
                </a:solidFill>
                <a:latin typeface="Arial"/>
                <a:ea typeface="Arial"/>
                <a:cs typeface="Arial"/>
              </a:defRPr>
            </a:lvl8pPr>
            <a:lvl9pPr algn="ctr">
              <a:defRPr sz="1800" b="1">
                <a:solidFill>
                  <a:srgbClr val="FFFFFF"/>
                </a:solidFill>
                <a:latin typeface="Arial"/>
                <a:ea typeface="Arial"/>
                <a:cs typeface="Arial"/>
              </a:defRPr>
            </a:lvl9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TRUSTED BROKER</a:t>
            </a:r>
          </a:p>
          <a:p xmlns:a="http://schemas.openxmlformats.org/drawingml/2006/main">
            <a:r>
              <a:t/>
            </a:r>
          </a:p>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Python + SQLite</a:t>
            </a:r>
          </a:p>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Roles and budgets</a:t>
            </a:r>
          </a:p>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Run lifecycle</a:t>
            </a:r>
          </a:p>
        </p:txBody>
      </p:sp>
      <p:sp>
        <p:nvSpPr>
          <p:cNvPr id="14" name="Isolated execution boundary">
            <a:extLst xmlns:a="http://schemas.openxmlformats.org/drawingml/2006/main">
              <a:ext uri="{FF2B5EF4-FFF2-40B4-BE49-F238E27FC236}">
                <a16:creationId xmlns:a16="http://schemas.microsoft.com/office/drawing/2014/main" id="{FD71AE2B-B38D-4565-9F4D-F47C0E8533FE}"/>
              </a:ext>
            </a:extLst>
          </p:cNvPr>
          <p:cNvSpPr>
            <a:spLocks xmlns:a="http://schemas.openxmlformats.org/drawingml/2006/main" noGrp="1"/>
          </p:cNvSpPr>
          <p:nvPr/>
        </p:nvSpPr>
        <p:spPr>
          <a:xfrm xmlns:a="http://schemas.openxmlformats.org/drawingml/2006/main">
            <a:off x="6191250" y="2000250"/>
            <a:ext cx="5381625" cy="2952750"/>
          </a:xfrm>
          <a:prstGeom xmlns:a="http://schemas.openxmlformats.org/drawingml/2006/main" prst="rect">
            <a:avLst/>
          </a:prstGeom>
          <a:noFill xmlns:a="http://schemas.openxmlformats.org/drawingml/2006/main"/>
          <a:ln xmlns:a="http://schemas.openxmlformats.org/drawingml/2006/main" w="14288">
            <a:solidFill>
              <a:srgbClr val="537380"/>
            </a:solidFill>
            <a:prstDash val="dash"/>
          </a:ln>
        </p:spPr>
      </p:sp>
      <p:sp>
        <p:nvSpPr>
          <p:cNvPr id="15" name="ISOLATED EXECUTION">
            <a:extLst xmlns:a="http://schemas.openxmlformats.org/drawingml/2006/main">
              <a:ext uri="{FF2B5EF4-FFF2-40B4-BE49-F238E27FC236}">
                <a16:creationId xmlns:a16="http://schemas.microsoft.com/office/drawing/2014/main" id="{31425ABD-E346-4CCF-A3D1-92513E3A7526}"/>
              </a:ext>
            </a:extLst>
          </p:cNvPr>
          <p:cNvSpPr>
            <a:spLocks xmlns:a="http://schemas.openxmlformats.org/drawingml/2006/main" noGrp="1"/>
          </p:cNvSpPr>
          <p:nvPr/>
        </p:nvSpPr>
        <p:spPr>
          <a:xfrm xmlns:a="http://schemas.openxmlformats.org/drawingml/2006/main">
            <a:off x="6429375" y="2133600"/>
            <a:ext cx="4905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A8BBC8"/>
                </a:solidFill>
                <a:latin typeface="Arial"/>
                <a:ea typeface="Arial"/>
                <a:cs typeface="Arial"/>
              </a:defRPr>
            </a:defPPr>
            <a:lvl1pPr algn="l">
              <a:defRPr sz="1425" b="1">
                <a:solidFill>
                  <a:srgbClr val="A8BBC8"/>
                </a:solidFill>
                <a:latin typeface="Arial"/>
                <a:ea typeface="Arial"/>
                <a:cs typeface="Arial"/>
              </a:defRPr>
            </a:lvl1pPr>
            <a:lvl2pPr algn="l">
              <a:defRPr sz="1425" b="1">
                <a:solidFill>
                  <a:srgbClr val="A8BBC8"/>
                </a:solidFill>
                <a:latin typeface="Arial"/>
                <a:ea typeface="Arial"/>
                <a:cs typeface="Arial"/>
              </a:defRPr>
            </a:lvl2pPr>
            <a:lvl3pPr algn="l">
              <a:defRPr sz="1425" b="1">
                <a:solidFill>
                  <a:srgbClr val="A8BBC8"/>
                </a:solidFill>
                <a:latin typeface="Arial"/>
                <a:ea typeface="Arial"/>
                <a:cs typeface="Arial"/>
              </a:defRPr>
            </a:lvl3pPr>
            <a:lvl4pPr algn="l">
              <a:defRPr sz="1425" b="1">
                <a:solidFill>
                  <a:srgbClr val="A8BBC8"/>
                </a:solidFill>
                <a:latin typeface="Arial"/>
                <a:ea typeface="Arial"/>
                <a:cs typeface="Arial"/>
              </a:defRPr>
            </a:lvl4pPr>
            <a:lvl5pPr algn="l">
              <a:defRPr sz="1425" b="1">
                <a:solidFill>
                  <a:srgbClr val="A8BBC8"/>
                </a:solidFill>
                <a:latin typeface="Arial"/>
                <a:ea typeface="Arial"/>
                <a:cs typeface="Arial"/>
              </a:defRPr>
            </a:lvl5pPr>
            <a:lvl6pPr algn="l">
              <a:defRPr sz="1425" b="1">
                <a:solidFill>
                  <a:srgbClr val="A8BBC8"/>
                </a:solidFill>
                <a:latin typeface="Arial"/>
                <a:ea typeface="Arial"/>
                <a:cs typeface="Arial"/>
              </a:defRPr>
            </a:lvl6pPr>
            <a:lvl7pPr algn="l">
              <a:defRPr sz="1425" b="1">
                <a:solidFill>
                  <a:srgbClr val="A8BBC8"/>
                </a:solidFill>
                <a:latin typeface="Arial"/>
                <a:ea typeface="Arial"/>
                <a:cs typeface="Arial"/>
              </a:defRPr>
            </a:lvl7pPr>
            <a:lvl8pPr algn="l">
              <a:defRPr sz="1425" b="1">
                <a:solidFill>
                  <a:srgbClr val="A8BBC8"/>
                </a:solidFill>
                <a:latin typeface="Arial"/>
                <a:ea typeface="Arial"/>
                <a:cs typeface="Arial"/>
              </a:defRPr>
            </a:lvl8pPr>
            <a:lvl9pPr algn="l">
              <a:defRPr sz="1425" b="1">
                <a:solidFill>
                  <a:srgbClr val="A8BBC8"/>
                </a:solidFill>
                <a:latin typeface="Arial"/>
                <a:ea typeface="Arial"/>
                <a:cs typeface="Arial"/>
              </a:defRPr>
            </a:lvl9pPr>
          </a:lstStyle>
          <a:p xmlns:a="http://schemas.openxmlformats.org/drawingml/2006/main">
            <a:pPr algn="l">
              <a:defRPr sz="1425" b="1">
                <a:solidFill>
                  <a:srgbClr val="A8BBC8"/>
                </a:solidFill>
                <a:latin typeface="Arial"/>
                <a:ea typeface="Arial"/>
                <a:cs typeface="Arial"/>
              </a:defRPr>
            </a:pPr>
            <a:r>
              <a:rPr sz="1425" b="1">
                <a:solidFill>
                  <a:srgbClr val="A8BBC8"/>
                </a:solidFill>
                <a:latin typeface="Arial"/>
                <a:ea typeface="Arial"/>
                <a:cs typeface="Arial"/>
              </a:rPr>
              <a:t>ISOLATED EXECUTION</a:t>
            </a:r>
          </a:p>
        </p:txBody>
      </p:sp>
      <p:sp>
        <p:nvSpPr>
          <p:cNvPr id="16" name="Transient defense cell">
            <a:extLst xmlns:a="http://schemas.openxmlformats.org/drawingml/2006/main">
              <a:ext uri="{FF2B5EF4-FFF2-40B4-BE49-F238E27FC236}">
                <a16:creationId xmlns:a16="http://schemas.microsoft.com/office/drawing/2014/main" id="{AEE1D2E9-3ADA-43D9-9961-4E2193E12A6F}"/>
              </a:ext>
            </a:extLst>
          </p:cNvPr>
          <p:cNvSpPr>
            <a:spLocks xmlns:a="http://schemas.openxmlformats.org/drawingml/2006/main" noGrp="1"/>
          </p:cNvSpPr>
          <p:nvPr/>
        </p:nvSpPr>
        <p:spPr>
          <a:xfrm xmlns:a="http://schemas.openxmlformats.org/drawingml/2006/main">
            <a:off x="6467475" y="2571750"/>
            <a:ext cx="4810125" cy="609600"/>
          </a:xfrm>
          <a:prstGeom xmlns:a="http://schemas.openxmlformats.org/drawingml/2006/main" prst="rect">
            <a:avLst/>
          </a:prstGeom>
          <a:solidFill xmlns:a="http://schemas.openxmlformats.org/drawingml/2006/main">
            <a:srgbClr val="18363A"/>
          </a:solidFill>
          <a:ln xmlns:a="http://schemas.openxmlformats.org/drawingml/2006/main" w="14288">
            <a:solidFill>
              <a:srgbClr val="00B9C8"/>
            </a:solidFill>
          </a:ln>
        </p:spPr>
        <p:txBody>
          <a:bodyPr xmlns:a="http://schemas.openxmlformats.org/drawingml/2006/main" lIns="114300" tIns="114300" rIns="114300" bIns="114300" anchor="ctr">
            <a:noAutofit/>
          </a:bodyPr>
          <a:lstStyle xmlns:a="http://schemas.openxmlformats.org/drawingml/2006/main">
            <a:defPPr algn="ctr">
              <a:defRPr sz="1875" b="1">
                <a:solidFill>
                  <a:srgbClr val="FFFFFF"/>
                </a:solidFill>
                <a:latin typeface="Arial"/>
                <a:ea typeface="Arial"/>
                <a:cs typeface="Arial"/>
              </a:defRPr>
            </a:defPPr>
            <a:lvl1pPr algn="ctr">
              <a:defRPr sz="1875" b="1">
                <a:solidFill>
                  <a:srgbClr val="FFFFFF"/>
                </a:solidFill>
                <a:latin typeface="Arial"/>
                <a:ea typeface="Arial"/>
                <a:cs typeface="Arial"/>
              </a:defRPr>
            </a:lvl1pPr>
            <a:lvl2pPr algn="ctr">
              <a:defRPr sz="1875" b="1">
                <a:solidFill>
                  <a:srgbClr val="FFFFFF"/>
                </a:solidFill>
                <a:latin typeface="Arial"/>
                <a:ea typeface="Arial"/>
                <a:cs typeface="Arial"/>
              </a:defRPr>
            </a:lvl2pPr>
            <a:lvl3pPr algn="ctr">
              <a:defRPr sz="1875" b="1">
                <a:solidFill>
                  <a:srgbClr val="FFFFFF"/>
                </a:solidFill>
                <a:latin typeface="Arial"/>
                <a:ea typeface="Arial"/>
                <a:cs typeface="Arial"/>
              </a:defRPr>
            </a:lvl3pPr>
            <a:lvl4pPr algn="ctr">
              <a:defRPr sz="1875" b="1">
                <a:solidFill>
                  <a:srgbClr val="FFFFFF"/>
                </a:solidFill>
                <a:latin typeface="Arial"/>
                <a:ea typeface="Arial"/>
                <a:cs typeface="Arial"/>
              </a:defRPr>
            </a:lvl4pPr>
            <a:lvl5pPr algn="ctr">
              <a:defRPr sz="1875" b="1">
                <a:solidFill>
                  <a:srgbClr val="FFFFFF"/>
                </a:solidFill>
                <a:latin typeface="Arial"/>
                <a:ea typeface="Arial"/>
                <a:cs typeface="Arial"/>
              </a:defRPr>
            </a:lvl5pPr>
            <a:lvl6pPr algn="ctr">
              <a:defRPr sz="1875" b="1">
                <a:solidFill>
                  <a:srgbClr val="FFFFFF"/>
                </a:solidFill>
                <a:latin typeface="Arial"/>
                <a:ea typeface="Arial"/>
                <a:cs typeface="Arial"/>
              </a:defRPr>
            </a:lvl6pPr>
            <a:lvl7pPr algn="ctr">
              <a:defRPr sz="1875" b="1">
                <a:solidFill>
                  <a:srgbClr val="FFFFFF"/>
                </a:solidFill>
                <a:latin typeface="Arial"/>
                <a:ea typeface="Arial"/>
                <a:cs typeface="Arial"/>
              </a:defRPr>
            </a:lvl7pPr>
            <a:lvl8pPr algn="ctr">
              <a:defRPr sz="1875" b="1">
                <a:solidFill>
                  <a:srgbClr val="FFFFFF"/>
                </a:solidFill>
                <a:latin typeface="Arial"/>
                <a:ea typeface="Arial"/>
                <a:cs typeface="Arial"/>
              </a:defRPr>
            </a:lvl8pPr>
            <a:lvl9pPr algn="ctr">
              <a:defRPr sz="1875" b="1">
                <a:solidFill>
                  <a:srgbClr val="FFFFFF"/>
                </a:solidFill>
                <a:latin typeface="Arial"/>
                <a:ea typeface="Arial"/>
                <a:cs typeface="Arial"/>
              </a:defRPr>
            </a:lvl9pPr>
          </a:lstStyle>
          <a:p xmlns:a="http://schemas.openxmlformats.org/drawingml/2006/main">
            <a:pPr algn="ctr">
              <a:defRPr sz="1875" b="1">
                <a:solidFill>
                  <a:srgbClr val="FFFFFF"/>
                </a:solidFill>
                <a:latin typeface="Arial"/>
                <a:ea typeface="Arial"/>
                <a:cs typeface="Arial"/>
              </a:defRPr>
            </a:pPr>
            <a:r>
              <a:rPr sz="1875" b="1">
                <a:solidFill>
                  <a:srgbClr val="FFFFFF"/>
                </a:solidFill>
                <a:latin typeface="Arial"/>
                <a:ea typeface="Arial"/>
                <a:cs typeface="Arial"/>
              </a:rPr>
              <a:t>Transient defense cell</a:t>
            </a:r>
          </a:p>
        </p:txBody>
      </p:sp>
      <p:sp>
        <p:nvSpPr>
          <p:cNvPr id="17" name="Lane 1 Qwen llama.cpp">
            <a:extLst xmlns:a="http://schemas.openxmlformats.org/drawingml/2006/main">
              <a:ext uri="{FF2B5EF4-FFF2-40B4-BE49-F238E27FC236}">
                <a16:creationId xmlns:a16="http://schemas.microsoft.com/office/drawing/2014/main" id="{B581F763-6551-4B7C-8022-3AFC775240A4}"/>
              </a:ext>
            </a:extLst>
          </p:cNvPr>
          <p:cNvSpPr>
            <a:spLocks xmlns:a="http://schemas.openxmlformats.org/drawingml/2006/main" noGrp="1"/>
          </p:cNvSpPr>
          <p:nvPr/>
        </p:nvSpPr>
        <p:spPr>
          <a:xfrm xmlns:a="http://schemas.openxmlformats.org/drawingml/2006/main">
            <a:off x="6467475" y="3571875"/>
            <a:ext cx="1495425" cy="1123950"/>
          </a:xfrm>
          <a:prstGeom xmlns:a="http://schemas.openxmlformats.org/drawingml/2006/main" prst="rect">
            <a:avLst/>
          </a:prstGeom>
          <a:solidFill xmlns:a="http://schemas.openxmlformats.org/drawingml/2006/main">
            <a:srgbClr val="142433"/>
          </a:solidFill>
          <a:ln xmlns:a="http://schemas.openxmlformats.org/drawingml/2006/main" w="14288">
            <a:solidFill>
              <a:srgbClr val="537380"/>
            </a:solidFill>
          </a:ln>
        </p:spPr>
        <p:txBody>
          <a:bodyPr xmlns:a="http://schemas.openxmlformats.org/drawingml/2006/main" lIns="114300" tIns="114300" rIns="114300" bIns="114300" anchor="ctr">
            <a:noAutofit/>
          </a:bodyPr>
          <a:lstStyle xmlns:a="http://schemas.openxmlformats.org/drawingml/2006/main">
            <a:defPPr algn="ctr">
              <a:defRPr sz="1800" b="1">
                <a:solidFill>
                  <a:srgbClr val="FFFFFF"/>
                </a:solidFill>
                <a:latin typeface="Arial"/>
                <a:ea typeface="Arial"/>
                <a:cs typeface="Arial"/>
              </a:defRPr>
            </a:defPPr>
            <a:lvl1pPr algn="ctr">
              <a:defRPr sz="1800" b="1">
                <a:solidFill>
                  <a:srgbClr val="FFFFFF"/>
                </a:solidFill>
                <a:latin typeface="Arial"/>
                <a:ea typeface="Arial"/>
                <a:cs typeface="Arial"/>
              </a:defRPr>
            </a:lvl1pPr>
            <a:lvl2pPr algn="ctr">
              <a:defRPr sz="1800" b="1">
                <a:solidFill>
                  <a:srgbClr val="FFFFFF"/>
                </a:solidFill>
                <a:latin typeface="Arial"/>
                <a:ea typeface="Arial"/>
                <a:cs typeface="Arial"/>
              </a:defRPr>
            </a:lvl2pPr>
            <a:lvl3pPr algn="ctr">
              <a:defRPr sz="1800" b="1">
                <a:solidFill>
                  <a:srgbClr val="FFFFFF"/>
                </a:solidFill>
                <a:latin typeface="Arial"/>
                <a:ea typeface="Arial"/>
                <a:cs typeface="Arial"/>
              </a:defRPr>
            </a:lvl3pPr>
            <a:lvl4pPr algn="ctr">
              <a:defRPr sz="1800" b="1">
                <a:solidFill>
                  <a:srgbClr val="FFFFFF"/>
                </a:solidFill>
                <a:latin typeface="Arial"/>
                <a:ea typeface="Arial"/>
                <a:cs typeface="Arial"/>
              </a:defRPr>
            </a:lvl4pPr>
            <a:lvl5pPr algn="ctr">
              <a:defRPr sz="1800" b="1">
                <a:solidFill>
                  <a:srgbClr val="FFFFFF"/>
                </a:solidFill>
                <a:latin typeface="Arial"/>
                <a:ea typeface="Arial"/>
                <a:cs typeface="Arial"/>
              </a:defRPr>
            </a:lvl5pPr>
            <a:lvl6pPr algn="ctr">
              <a:defRPr sz="1800" b="1">
                <a:solidFill>
                  <a:srgbClr val="FFFFFF"/>
                </a:solidFill>
                <a:latin typeface="Arial"/>
                <a:ea typeface="Arial"/>
                <a:cs typeface="Arial"/>
              </a:defRPr>
            </a:lvl6pPr>
            <a:lvl7pPr algn="ctr">
              <a:defRPr sz="1800" b="1">
                <a:solidFill>
                  <a:srgbClr val="FFFFFF"/>
                </a:solidFill>
                <a:latin typeface="Arial"/>
                <a:ea typeface="Arial"/>
                <a:cs typeface="Arial"/>
              </a:defRPr>
            </a:lvl7pPr>
            <a:lvl8pPr algn="ctr">
              <a:defRPr sz="1800" b="1">
                <a:solidFill>
                  <a:srgbClr val="FFFFFF"/>
                </a:solidFill>
                <a:latin typeface="Arial"/>
                <a:ea typeface="Arial"/>
                <a:cs typeface="Arial"/>
              </a:defRPr>
            </a:lvl8pPr>
            <a:lvl9pPr algn="ctr">
              <a:defRPr sz="1800" b="1">
                <a:solidFill>
                  <a:srgbClr val="FFFFFF"/>
                </a:solidFill>
                <a:latin typeface="Arial"/>
                <a:ea typeface="Arial"/>
                <a:cs typeface="Arial"/>
              </a:defRPr>
            </a:lvl9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Lane 1</a:t>
            </a:r>
          </a:p>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Qwen</a:t>
            </a:r>
          </a:p>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llama.cpp</a:t>
            </a:r>
          </a:p>
        </p:txBody>
      </p:sp>
      <p:sp>
        <p:nvSpPr>
          <p:cNvPr id="18" name="Lane 2 Qwen llama.cpp">
            <a:extLst xmlns:a="http://schemas.openxmlformats.org/drawingml/2006/main">
              <a:ext uri="{FF2B5EF4-FFF2-40B4-BE49-F238E27FC236}">
                <a16:creationId xmlns:a16="http://schemas.microsoft.com/office/drawing/2014/main" id="{B2A706A2-E103-4511-A8D3-F0878C15FDDE}"/>
              </a:ext>
            </a:extLst>
          </p:cNvPr>
          <p:cNvSpPr>
            <a:spLocks xmlns:a="http://schemas.openxmlformats.org/drawingml/2006/main" noGrp="1"/>
          </p:cNvSpPr>
          <p:nvPr/>
        </p:nvSpPr>
        <p:spPr>
          <a:xfrm xmlns:a="http://schemas.openxmlformats.org/drawingml/2006/main">
            <a:off x="8124825" y="3571875"/>
            <a:ext cx="1495425" cy="1123950"/>
          </a:xfrm>
          <a:prstGeom xmlns:a="http://schemas.openxmlformats.org/drawingml/2006/main" prst="rect">
            <a:avLst/>
          </a:prstGeom>
          <a:solidFill xmlns:a="http://schemas.openxmlformats.org/drawingml/2006/main">
            <a:srgbClr val="142433"/>
          </a:solidFill>
          <a:ln xmlns:a="http://schemas.openxmlformats.org/drawingml/2006/main" w="14288">
            <a:solidFill>
              <a:srgbClr val="537380"/>
            </a:solidFill>
          </a:ln>
        </p:spPr>
        <p:txBody>
          <a:bodyPr xmlns:a="http://schemas.openxmlformats.org/drawingml/2006/main" lIns="114300" tIns="114300" rIns="114300" bIns="114300" anchor="ctr">
            <a:noAutofit/>
          </a:bodyPr>
          <a:lstStyle xmlns:a="http://schemas.openxmlformats.org/drawingml/2006/main">
            <a:defPPr algn="ctr">
              <a:defRPr sz="1800" b="1">
                <a:solidFill>
                  <a:srgbClr val="FFFFFF"/>
                </a:solidFill>
                <a:latin typeface="Arial"/>
                <a:ea typeface="Arial"/>
                <a:cs typeface="Arial"/>
              </a:defRPr>
            </a:defPPr>
            <a:lvl1pPr algn="ctr">
              <a:defRPr sz="1800" b="1">
                <a:solidFill>
                  <a:srgbClr val="FFFFFF"/>
                </a:solidFill>
                <a:latin typeface="Arial"/>
                <a:ea typeface="Arial"/>
                <a:cs typeface="Arial"/>
              </a:defRPr>
            </a:lvl1pPr>
            <a:lvl2pPr algn="ctr">
              <a:defRPr sz="1800" b="1">
                <a:solidFill>
                  <a:srgbClr val="FFFFFF"/>
                </a:solidFill>
                <a:latin typeface="Arial"/>
                <a:ea typeface="Arial"/>
                <a:cs typeface="Arial"/>
              </a:defRPr>
            </a:lvl2pPr>
            <a:lvl3pPr algn="ctr">
              <a:defRPr sz="1800" b="1">
                <a:solidFill>
                  <a:srgbClr val="FFFFFF"/>
                </a:solidFill>
                <a:latin typeface="Arial"/>
                <a:ea typeface="Arial"/>
                <a:cs typeface="Arial"/>
              </a:defRPr>
            </a:lvl3pPr>
            <a:lvl4pPr algn="ctr">
              <a:defRPr sz="1800" b="1">
                <a:solidFill>
                  <a:srgbClr val="FFFFFF"/>
                </a:solidFill>
                <a:latin typeface="Arial"/>
                <a:ea typeface="Arial"/>
                <a:cs typeface="Arial"/>
              </a:defRPr>
            </a:lvl4pPr>
            <a:lvl5pPr algn="ctr">
              <a:defRPr sz="1800" b="1">
                <a:solidFill>
                  <a:srgbClr val="FFFFFF"/>
                </a:solidFill>
                <a:latin typeface="Arial"/>
                <a:ea typeface="Arial"/>
                <a:cs typeface="Arial"/>
              </a:defRPr>
            </a:lvl5pPr>
            <a:lvl6pPr algn="ctr">
              <a:defRPr sz="1800" b="1">
                <a:solidFill>
                  <a:srgbClr val="FFFFFF"/>
                </a:solidFill>
                <a:latin typeface="Arial"/>
                <a:ea typeface="Arial"/>
                <a:cs typeface="Arial"/>
              </a:defRPr>
            </a:lvl6pPr>
            <a:lvl7pPr algn="ctr">
              <a:defRPr sz="1800" b="1">
                <a:solidFill>
                  <a:srgbClr val="FFFFFF"/>
                </a:solidFill>
                <a:latin typeface="Arial"/>
                <a:ea typeface="Arial"/>
                <a:cs typeface="Arial"/>
              </a:defRPr>
            </a:lvl7pPr>
            <a:lvl8pPr algn="ctr">
              <a:defRPr sz="1800" b="1">
                <a:solidFill>
                  <a:srgbClr val="FFFFFF"/>
                </a:solidFill>
                <a:latin typeface="Arial"/>
                <a:ea typeface="Arial"/>
                <a:cs typeface="Arial"/>
              </a:defRPr>
            </a:lvl8pPr>
            <a:lvl9pPr algn="ctr">
              <a:defRPr sz="1800" b="1">
                <a:solidFill>
                  <a:srgbClr val="FFFFFF"/>
                </a:solidFill>
                <a:latin typeface="Arial"/>
                <a:ea typeface="Arial"/>
                <a:cs typeface="Arial"/>
              </a:defRPr>
            </a:lvl9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Lane 2</a:t>
            </a:r>
          </a:p>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Qwen</a:t>
            </a:r>
          </a:p>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llama.cpp</a:t>
            </a:r>
          </a:p>
        </p:txBody>
      </p:sp>
      <p:sp>
        <p:nvSpPr>
          <p:cNvPr id="19" name="Lane 3 Qwen llama.cpp">
            <a:extLst xmlns:a="http://schemas.openxmlformats.org/drawingml/2006/main">
              <a:ext uri="{FF2B5EF4-FFF2-40B4-BE49-F238E27FC236}">
                <a16:creationId xmlns:a16="http://schemas.microsoft.com/office/drawing/2014/main" id="{E6C1B8BB-67F9-4519-805E-26BB7607B3F0}"/>
              </a:ext>
            </a:extLst>
          </p:cNvPr>
          <p:cNvSpPr>
            <a:spLocks xmlns:a="http://schemas.openxmlformats.org/drawingml/2006/main" noGrp="1"/>
          </p:cNvSpPr>
          <p:nvPr/>
        </p:nvSpPr>
        <p:spPr>
          <a:xfrm xmlns:a="http://schemas.openxmlformats.org/drawingml/2006/main">
            <a:off x="9782175" y="3571875"/>
            <a:ext cx="1495425" cy="1123950"/>
          </a:xfrm>
          <a:prstGeom xmlns:a="http://schemas.openxmlformats.org/drawingml/2006/main" prst="rect">
            <a:avLst/>
          </a:prstGeom>
          <a:solidFill xmlns:a="http://schemas.openxmlformats.org/drawingml/2006/main">
            <a:srgbClr val="142433"/>
          </a:solidFill>
          <a:ln xmlns:a="http://schemas.openxmlformats.org/drawingml/2006/main" w="14288">
            <a:solidFill>
              <a:srgbClr val="537380"/>
            </a:solidFill>
          </a:ln>
        </p:spPr>
        <p:txBody>
          <a:bodyPr xmlns:a="http://schemas.openxmlformats.org/drawingml/2006/main" lIns="114300" tIns="114300" rIns="114300" bIns="114300" anchor="ctr">
            <a:noAutofit/>
          </a:bodyPr>
          <a:lstStyle xmlns:a="http://schemas.openxmlformats.org/drawingml/2006/main">
            <a:defPPr algn="ctr">
              <a:defRPr sz="1800" b="1">
                <a:solidFill>
                  <a:srgbClr val="FFFFFF"/>
                </a:solidFill>
                <a:latin typeface="Arial"/>
                <a:ea typeface="Arial"/>
                <a:cs typeface="Arial"/>
              </a:defRPr>
            </a:defPPr>
            <a:lvl1pPr algn="ctr">
              <a:defRPr sz="1800" b="1">
                <a:solidFill>
                  <a:srgbClr val="FFFFFF"/>
                </a:solidFill>
                <a:latin typeface="Arial"/>
                <a:ea typeface="Arial"/>
                <a:cs typeface="Arial"/>
              </a:defRPr>
            </a:lvl1pPr>
            <a:lvl2pPr algn="ctr">
              <a:defRPr sz="1800" b="1">
                <a:solidFill>
                  <a:srgbClr val="FFFFFF"/>
                </a:solidFill>
                <a:latin typeface="Arial"/>
                <a:ea typeface="Arial"/>
                <a:cs typeface="Arial"/>
              </a:defRPr>
            </a:lvl2pPr>
            <a:lvl3pPr algn="ctr">
              <a:defRPr sz="1800" b="1">
                <a:solidFill>
                  <a:srgbClr val="FFFFFF"/>
                </a:solidFill>
                <a:latin typeface="Arial"/>
                <a:ea typeface="Arial"/>
                <a:cs typeface="Arial"/>
              </a:defRPr>
            </a:lvl3pPr>
            <a:lvl4pPr algn="ctr">
              <a:defRPr sz="1800" b="1">
                <a:solidFill>
                  <a:srgbClr val="FFFFFF"/>
                </a:solidFill>
                <a:latin typeface="Arial"/>
                <a:ea typeface="Arial"/>
                <a:cs typeface="Arial"/>
              </a:defRPr>
            </a:lvl4pPr>
            <a:lvl5pPr algn="ctr">
              <a:defRPr sz="1800" b="1">
                <a:solidFill>
                  <a:srgbClr val="FFFFFF"/>
                </a:solidFill>
                <a:latin typeface="Arial"/>
                <a:ea typeface="Arial"/>
                <a:cs typeface="Arial"/>
              </a:defRPr>
            </a:lvl5pPr>
            <a:lvl6pPr algn="ctr">
              <a:defRPr sz="1800" b="1">
                <a:solidFill>
                  <a:srgbClr val="FFFFFF"/>
                </a:solidFill>
                <a:latin typeface="Arial"/>
                <a:ea typeface="Arial"/>
                <a:cs typeface="Arial"/>
              </a:defRPr>
            </a:lvl6pPr>
            <a:lvl7pPr algn="ctr">
              <a:defRPr sz="1800" b="1">
                <a:solidFill>
                  <a:srgbClr val="FFFFFF"/>
                </a:solidFill>
                <a:latin typeface="Arial"/>
                <a:ea typeface="Arial"/>
                <a:cs typeface="Arial"/>
              </a:defRPr>
            </a:lvl7pPr>
            <a:lvl8pPr algn="ctr">
              <a:defRPr sz="1800" b="1">
                <a:solidFill>
                  <a:srgbClr val="FFFFFF"/>
                </a:solidFill>
                <a:latin typeface="Arial"/>
                <a:ea typeface="Arial"/>
                <a:cs typeface="Arial"/>
              </a:defRPr>
            </a:lvl8pPr>
            <a:lvl9pPr algn="ctr">
              <a:defRPr sz="1800" b="1">
                <a:solidFill>
                  <a:srgbClr val="FFFFFF"/>
                </a:solidFill>
                <a:latin typeface="Arial"/>
                <a:ea typeface="Arial"/>
                <a:cs typeface="Arial"/>
              </a:defRPr>
            </a:lvl9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Lane 3</a:t>
            </a:r>
          </a:p>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Qwen</a:t>
            </a:r>
          </a:p>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llama.cpp</a:t>
            </a:r>
          </a:p>
        </p:txBody>
      </p:sp>
      <p:sp>
        <p:nvSpPr>
          <p:cNvPr id="20" name="Recorder + witness Signed run events">
            <a:extLst xmlns:a="http://schemas.openxmlformats.org/drawingml/2006/main">
              <a:ext uri="{FF2B5EF4-FFF2-40B4-BE49-F238E27FC236}">
                <a16:creationId xmlns:a16="http://schemas.microsoft.com/office/drawing/2014/main" id="{10DF7976-9A58-4873-B4E9-49074B823858}"/>
              </a:ext>
            </a:extLst>
          </p:cNvPr>
          <p:cNvSpPr>
            <a:spLocks xmlns:a="http://schemas.openxmlformats.org/drawingml/2006/main" noGrp="1"/>
          </p:cNvSpPr>
          <p:nvPr/>
        </p:nvSpPr>
        <p:spPr>
          <a:xfrm xmlns:a="http://schemas.openxmlformats.org/drawingml/2006/main">
            <a:off x="2952750" y="5381625"/>
            <a:ext cx="3238500" cy="666750"/>
          </a:xfrm>
          <a:prstGeom xmlns:a="http://schemas.openxmlformats.org/drawingml/2006/main" prst="rect">
            <a:avLst/>
          </a:prstGeom>
          <a:solidFill xmlns:a="http://schemas.openxmlformats.org/drawingml/2006/main">
            <a:srgbClr val="142433"/>
          </a:solidFill>
          <a:ln xmlns:a="http://schemas.openxmlformats.org/drawingml/2006/main" w="14288">
            <a:solidFill>
              <a:srgbClr val="00B9C8"/>
            </a:solidFill>
          </a:ln>
        </p:spPr>
        <p:txBody>
          <a:bodyPr xmlns:a="http://schemas.openxmlformats.org/drawingml/2006/main" lIns="114300" tIns="114300" rIns="114300" bIns="114300" anchor="ctr">
            <a:noAutofit/>
          </a:bodyPr>
          <a:lstStyle xmlns:a="http://schemas.openxmlformats.org/drawingml/2006/main">
            <a:defPPr algn="ctr">
              <a:defRPr sz="1800" b="1">
                <a:solidFill>
                  <a:srgbClr val="FFFFFF"/>
                </a:solidFill>
                <a:latin typeface="Arial"/>
                <a:ea typeface="Arial"/>
                <a:cs typeface="Arial"/>
              </a:defRPr>
            </a:defPPr>
            <a:lvl1pPr algn="ctr">
              <a:defRPr sz="1800" b="1">
                <a:solidFill>
                  <a:srgbClr val="FFFFFF"/>
                </a:solidFill>
                <a:latin typeface="Arial"/>
                <a:ea typeface="Arial"/>
                <a:cs typeface="Arial"/>
              </a:defRPr>
            </a:lvl1pPr>
            <a:lvl2pPr algn="ctr">
              <a:defRPr sz="1800" b="1">
                <a:solidFill>
                  <a:srgbClr val="FFFFFF"/>
                </a:solidFill>
                <a:latin typeface="Arial"/>
                <a:ea typeface="Arial"/>
                <a:cs typeface="Arial"/>
              </a:defRPr>
            </a:lvl2pPr>
            <a:lvl3pPr algn="ctr">
              <a:defRPr sz="1800" b="1">
                <a:solidFill>
                  <a:srgbClr val="FFFFFF"/>
                </a:solidFill>
                <a:latin typeface="Arial"/>
                <a:ea typeface="Arial"/>
                <a:cs typeface="Arial"/>
              </a:defRPr>
            </a:lvl3pPr>
            <a:lvl4pPr algn="ctr">
              <a:defRPr sz="1800" b="1">
                <a:solidFill>
                  <a:srgbClr val="FFFFFF"/>
                </a:solidFill>
                <a:latin typeface="Arial"/>
                <a:ea typeface="Arial"/>
                <a:cs typeface="Arial"/>
              </a:defRPr>
            </a:lvl4pPr>
            <a:lvl5pPr algn="ctr">
              <a:defRPr sz="1800" b="1">
                <a:solidFill>
                  <a:srgbClr val="FFFFFF"/>
                </a:solidFill>
                <a:latin typeface="Arial"/>
                <a:ea typeface="Arial"/>
                <a:cs typeface="Arial"/>
              </a:defRPr>
            </a:lvl5pPr>
            <a:lvl6pPr algn="ctr">
              <a:defRPr sz="1800" b="1">
                <a:solidFill>
                  <a:srgbClr val="FFFFFF"/>
                </a:solidFill>
                <a:latin typeface="Arial"/>
                <a:ea typeface="Arial"/>
                <a:cs typeface="Arial"/>
              </a:defRPr>
            </a:lvl6pPr>
            <a:lvl7pPr algn="ctr">
              <a:defRPr sz="1800" b="1">
                <a:solidFill>
                  <a:srgbClr val="FFFFFF"/>
                </a:solidFill>
                <a:latin typeface="Arial"/>
                <a:ea typeface="Arial"/>
                <a:cs typeface="Arial"/>
              </a:defRPr>
            </a:lvl7pPr>
            <a:lvl8pPr algn="ctr">
              <a:defRPr sz="1800" b="1">
                <a:solidFill>
                  <a:srgbClr val="FFFFFF"/>
                </a:solidFill>
                <a:latin typeface="Arial"/>
                <a:ea typeface="Arial"/>
                <a:cs typeface="Arial"/>
              </a:defRPr>
            </a:lvl8pPr>
            <a:lvl9pPr algn="ctr">
              <a:defRPr sz="1800" b="1">
                <a:solidFill>
                  <a:srgbClr val="FFFFFF"/>
                </a:solidFill>
                <a:latin typeface="Arial"/>
                <a:ea typeface="Arial"/>
                <a:cs typeface="Arial"/>
              </a:defRPr>
            </a:lvl9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Recorder + witness</a:t>
            </a:r>
          </a:p>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Signed run events</a:t>
            </a:r>
          </a:p>
        </p:txBody>
      </p:sp>
      <p:sp>
        <p:nvSpPr>
          <p:cNvPr id="21" name="Offline verifier Evidence bundle checks">
            <a:extLst xmlns:a="http://schemas.openxmlformats.org/drawingml/2006/main">
              <a:ext uri="{FF2B5EF4-FFF2-40B4-BE49-F238E27FC236}">
                <a16:creationId xmlns:a16="http://schemas.microsoft.com/office/drawing/2014/main" id="{28E4C2B5-D3EF-4413-845D-F77FE3574F37}"/>
              </a:ext>
            </a:extLst>
          </p:cNvPr>
          <p:cNvSpPr>
            <a:spLocks xmlns:a="http://schemas.openxmlformats.org/drawingml/2006/main" noGrp="1"/>
          </p:cNvSpPr>
          <p:nvPr/>
        </p:nvSpPr>
        <p:spPr>
          <a:xfrm xmlns:a="http://schemas.openxmlformats.org/drawingml/2006/main">
            <a:off x="8096250" y="5381625"/>
            <a:ext cx="3476625" cy="666750"/>
          </a:xfrm>
          <a:prstGeom xmlns:a="http://schemas.openxmlformats.org/drawingml/2006/main" prst="rect">
            <a:avLst/>
          </a:prstGeom>
          <a:solidFill xmlns:a="http://schemas.openxmlformats.org/drawingml/2006/main">
            <a:srgbClr val="142433"/>
          </a:solidFill>
          <a:ln xmlns:a="http://schemas.openxmlformats.org/drawingml/2006/main" w="14288">
            <a:solidFill>
              <a:srgbClr val="00B9C8"/>
            </a:solidFill>
          </a:ln>
        </p:spPr>
        <p:txBody>
          <a:bodyPr xmlns:a="http://schemas.openxmlformats.org/drawingml/2006/main" lIns="114300" tIns="114300" rIns="114300" bIns="114300" anchor="ctr">
            <a:noAutofit/>
          </a:bodyPr>
          <a:lstStyle xmlns:a="http://schemas.openxmlformats.org/drawingml/2006/main">
            <a:defPPr algn="ctr">
              <a:defRPr sz="1800" b="1">
                <a:solidFill>
                  <a:srgbClr val="FFFFFF"/>
                </a:solidFill>
                <a:latin typeface="Arial"/>
                <a:ea typeface="Arial"/>
                <a:cs typeface="Arial"/>
              </a:defRPr>
            </a:defPPr>
            <a:lvl1pPr algn="ctr">
              <a:defRPr sz="1800" b="1">
                <a:solidFill>
                  <a:srgbClr val="FFFFFF"/>
                </a:solidFill>
                <a:latin typeface="Arial"/>
                <a:ea typeface="Arial"/>
                <a:cs typeface="Arial"/>
              </a:defRPr>
            </a:lvl1pPr>
            <a:lvl2pPr algn="ctr">
              <a:defRPr sz="1800" b="1">
                <a:solidFill>
                  <a:srgbClr val="FFFFFF"/>
                </a:solidFill>
                <a:latin typeface="Arial"/>
                <a:ea typeface="Arial"/>
                <a:cs typeface="Arial"/>
              </a:defRPr>
            </a:lvl2pPr>
            <a:lvl3pPr algn="ctr">
              <a:defRPr sz="1800" b="1">
                <a:solidFill>
                  <a:srgbClr val="FFFFFF"/>
                </a:solidFill>
                <a:latin typeface="Arial"/>
                <a:ea typeface="Arial"/>
                <a:cs typeface="Arial"/>
              </a:defRPr>
            </a:lvl3pPr>
            <a:lvl4pPr algn="ctr">
              <a:defRPr sz="1800" b="1">
                <a:solidFill>
                  <a:srgbClr val="FFFFFF"/>
                </a:solidFill>
                <a:latin typeface="Arial"/>
                <a:ea typeface="Arial"/>
                <a:cs typeface="Arial"/>
              </a:defRPr>
            </a:lvl4pPr>
            <a:lvl5pPr algn="ctr">
              <a:defRPr sz="1800" b="1">
                <a:solidFill>
                  <a:srgbClr val="FFFFFF"/>
                </a:solidFill>
                <a:latin typeface="Arial"/>
                <a:ea typeface="Arial"/>
                <a:cs typeface="Arial"/>
              </a:defRPr>
            </a:lvl5pPr>
            <a:lvl6pPr algn="ctr">
              <a:defRPr sz="1800" b="1">
                <a:solidFill>
                  <a:srgbClr val="FFFFFF"/>
                </a:solidFill>
                <a:latin typeface="Arial"/>
                <a:ea typeface="Arial"/>
                <a:cs typeface="Arial"/>
              </a:defRPr>
            </a:lvl6pPr>
            <a:lvl7pPr algn="ctr">
              <a:defRPr sz="1800" b="1">
                <a:solidFill>
                  <a:srgbClr val="FFFFFF"/>
                </a:solidFill>
                <a:latin typeface="Arial"/>
                <a:ea typeface="Arial"/>
                <a:cs typeface="Arial"/>
              </a:defRPr>
            </a:lvl7pPr>
            <a:lvl8pPr algn="ctr">
              <a:defRPr sz="1800" b="1">
                <a:solidFill>
                  <a:srgbClr val="FFFFFF"/>
                </a:solidFill>
                <a:latin typeface="Arial"/>
                <a:ea typeface="Arial"/>
                <a:cs typeface="Arial"/>
              </a:defRPr>
            </a:lvl8pPr>
            <a:lvl9pPr algn="ctr">
              <a:defRPr sz="1800" b="1">
                <a:solidFill>
                  <a:srgbClr val="FFFFFF"/>
                </a:solidFill>
                <a:latin typeface="Arial"/>
                <a:ea typeface="Arial"/>
                <a:cs typeface="Arial"/>
              </a:defRPr>
            </a:lvl9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Offline verifier</a:t>
            </a:r>
          </a:p>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Evidence bundle checks</a:t>
            </a:r>
          </a:p>
        </p:txBody>
      </p:sp>
      <p:sp>
        <p:nvSpPr>
          <p:cNvPr id="22" name="Docker containers isolate the lanes. Owner-managed keys establish the ">
            <a:extLst xmlns:a="http://schemas.openxmlformats.org/drawingml/2006/main">
              <a:ext uri="{FF2B5EF4-FFF2-40B4-BE49-F238E27FC236}">
                <a16:creationId xmlns:a16="http://schemas.microsoft.com/office/drawing/2014/main" id="{BF4953CB-3870-401F-B04C-B79D1EDA2176}"/>
              </a:ext>
            </a:extLst>
          </p:cNvPr>
          <p:cNvSpPr>
            <a:spLocks xmlns:a="http://schemas.openxmlformats.org/drawingml/2006/main" noGrp="1"/>
          </p:cNvSpPr>
          <p:nvPr/>
        </p:nvSpPr>
        <p:spPr>
          <a:xfrm xmlns:a="http://schemas.openxmlformats.org/drawingml/2006/main">
            <a:off x="609600" y="6191250"/>
            <a:ext cx="10191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A8BBC8"/>
                </a:solidFill>
                <a:latin typeface="Arial"/>
                <a:ea typeface="Arial"/>
                <a:cs typeface="Arial"/>
              </a:defRPr>
            </a:defPPr>
            <a:lvl1pPr algn="l">
              <a:defRPr sz="1350" b="0">
                <a:solidFill>
                  <a:srgbClr val="A8BBC8"/>
                </a:solidFill>
                <a:latin typeface="Arial"/>
                <a:ea typeface="Arial"/>
                <a:cs typeface="Arial"/>
              </a:defRPr>
            </a:lvl1pPr>
            <a:lvl2pPr algn="l">
              <a:defRPr sz="1350" b="0">
                <a:solidFill>
                  <a:srgbClr val="A8BBC8"/>
                </a:solidFill>
                <a:latin typeface="Arial"/>
                <a:ea typeface="Arial"/>
                <a:cs typeface="Arial"/>
              </a:defRPr>
            </a:lvl2pPr>
            <a:lvl3pPr algn="l">
              <a:defRPr sz="1350" b="0">
                <a:solidFill>
                  <a:srgbClr val="A8BBC8"/>
                </a:solidFill>
                <a:latin typeface="Arial"/>
                <a:ea typeface="Arial"/>
                <a:cs typeface="Arial"/>
              </a:defRPr>
            </a:lvl3pPr>
            <a:lvl4pPr algn="l">
              <a:defRPr sz="1350" b="0">
                <a:solidFill>
                  <a:srgbClr val="A8BBC8"/>
                </a:solidFill>
                <a:latin typeface="Arial"/>
                <a:ea typeface="Arial"/>
                <a:cs typeface="Arial"/>
              </a:defRPr>
            </a:lvl4pPr>
            <a:lvl5pPr algn="l">
              <a:defRPr sz="1350" b="0">
                <a:solidFill>
                  <a:srgbClr val="A8BBC8"/>
                </a:solidFill>
                <a:latin typeface="Arial"/>
                <a:ea typeface="Arial"/>
                <a:cs typeface="Arial"/>
              </a:defRPr>
            </a:lvl5pPr>
            <a:lvl6pPr algn="l">
              <a:defRPr sz="1350" b="0">
                <a:solidFill>
                  <a:srgbClr val="A8BBC8"/>
                </a:solidFill>
                <a:latin typeface="Arial"/>
                <a:ea typeface="Arial"/>
                <a:cs typeface="Arial"/>
              </a:defRPr>
            </a:lvl6pPr>
            <a:lvl7pPr algn="l">
              <a:defRPr sz="1350" b="0">
                <a:solidFill>
                  <a:srgbClr val="A8BBC8"/>
                </a:solidFill>
                <a:latin typeface="Arial"/>
                <a:ea typeface="Arial"/>
                <a:cs typeface="Arial"/>
              </a:defRPr>
            </a:lvl7pPr>
            <a:lvl8pPr algn="l">
              <a:defRPr sz="1350" b="0">
                <a:solidFill>
                  <a:srgbClr val="A8BBC8"/>
                </a:solidFill>
                <a:latin typeface="Arial"/>
                <a:ea typeface="Arial"/>
                <a:cs typeface="Arial"/>
              </a:defRPr>
            </a:lvl8pPr>
            <a:lvl9pPr algn="l">
              <a:defRPr sz="1350" b="0">
                <a:solidFill>
                  <a:srgbClr val="A8BBC8"/>
                </a:solidFill>
                <a:latin typeface="Arial"/>
                <a:ea typeface="Arial"/>
                <a:cs typeface="Arial"/>
              </a:defRPr>
            </a:lvl9pPr>
          </a:lstStyle>
          <a:p xmlns:a="http://schemas.openxmlformats.org/drawingml/2006/main">
            <a:pPr algn="l">
              <a:defRPr sz="1350" b="0">
                <a:solidFill>
                  <a:srgbClr val="A8BBC8"/>
                </a:solidFill>
                <a:latin typeface="Arial"/>
                <a:ea typeface="Arial"/>
                <a:cs typeface="Arial"/>
              </a:defRPr>
            </a:pPr>
            <a:r>
              <a:rPr sz="1350" b="0">
                <a:solidFill>
                  <a:srgbClr val="A8BBC8"/>
                </a:solidFill>
                <a:latin typeface="Arial"/>
                <a:ea typeface="Arial"/>
                <a:cs typeface="Arial"/>
              </a:rPr>
              <a:t>Docker containers isolate the lanes. Owner-managed keys establish the local trust roots.</a:t>
            </a:r>
          </a:p>
        </p:txBody>
      </p:sp>
    </p:spTree>
    <p:extLst>
      <p:ext uri="{BB962C8B-B14F-4D97-AF65-F5344CB8AC3E}">
        <p14:creationId xmlns:p14="http://schemas.microsoft.com/office/powerpoint/2010/main" val="671258803"/>
      </p:ext>
    </p:extLst>
  </p:cSld>
</p:sld>
</file>

<file path=ppt/slides/slide5.xml><?xml version="1.0" encoding="utf-8"?>
<p:sld xmlns:p="http://schemas.openxmlformats.org/presentationml/2006/main">
  <p:cSld>
    <p:bg>
      <p:bgPr>
        <a:solidFill xmlns:a="http://schemas.openxmlformats.org/drawingml/2006/main">
          <a:srgbClr val="F5F5F0"/>
        </a:solidFill>
      </p:bgPr>
    </p:bg>
    <p:spTree>
      <p:nvGrpSpPr>
        <p:cNvPr id="1" name=""/>
        <p:cNvGrpSpPr/>
        <p:nvPr/>
      </p:nvGrpSpPr>
      <p:grpSpPr>
        <a:xfrm xmlns:a="http://schemas.openxmlformats.org/drawingml/2006/main"/>
      </p:grpSpPr>
      <p:cxnSp>
        <p:nvCxnSpPr>
          <p:cNvPr id="2" name="">
            <a:extLst xmlns:a="http://schemas.openxmlformats.org/drawingml/2006/main">
              <a:ext uri="{FF2B5EF4-FFF2-40B4-BE49-F238E27FC236}">
                <a16:creationId xmlns:a16="http://schemas.microsoft.com/office/drawing/2014/main" id="{D821D378-1496-44CF-915D-14274EDAE426}"/>
              </a:ext>
            </a:extLst>
          </p:cNvPr>
          <p:cNvCxnSpPr>
            <a:stCxn xmlns:a="http://schemas.openxmlformats.org/drawingml/2006/main" id="19" idx="3"/>
            <a:endCxn xmlns:a="http://schemas.openxmlformats.org/drawingml/2006/main" id="22" idx="1"/>
          </p:cNvCxnSpPr>
          <p:nvPr/>
        </p:nvCxnSpPr>
        <p:spPr>
          <a:xfrm xmlns:a="http://schemas.openxmlformats.org/drawingml/2006/main">
            <a:off x="9334500" y="3581400"/>
            <a:ext cx="238125" cy="0"/>
          </a:xfrm>
          <a:prstGeom xmlns:a="http://schemas.openxmlformats.org/drawingml/2006/main" prst="straightConnector1">
            <a:avLst/>
          </a:prstGeom>
          <a:ln xmlns:a="http://schemas.openxmlformats.org/drawingml/2006/main" w="19050">
            <a:solidFill>
              <a:srgbClr val="087E78"/>
            </a:solidFill>
            <a:prstDash val="solid"/>
            <a:tailEnd type="triangle" w="sm" len="sm"/>
          </a:ln>
        </p:spPr>
      </p:cxnSp>
      <p:cxnSp>
        <p:nvCxnSpPr>
          <p:cNvPr id="3" name="">
            <a:extLst xmlns:a="http://schemas.openxmlformats.org/drawingml/2006/main">
              <a:ext uri="{FF2B5EF4-FFF2-40B4-BE49-F238E27FC236}">
                <a16:creationId xmlns:a16="http://schemas.microsoft.com/office/drawing/2014/main" id="{4BF3971B-F3ED-4D0B-988B-9B732DE5A033}"/>
              </a:ext>
            </a:extLst>
          </p:cNvPr>
          <p:cNvCxnSpPr>
            <a:stCxn xmlns:a="http://schemas.openxmlformats.org/drawingml/2006/main" id="16" idx="3"/>
            <a:endCxn xmlns:a="http://schemas.openxmlformats.org/drawingml/2006/main" id="19" idx="1"/>
          </p:cNvCxnSpPr>
          <p:nvPr/>
        </p:nvCxnSpPr>
        <p:spPr>
          <a:xfrm xmlns:a="http://schemas.openxmlformats.org/drawingml/2006/main">
            <a:off x="7096125" y="3581400"/>
            <a:ext cx="238125" cy="0"/>
          </a:xfrm>
          <a:prstGeom xmlns:a="http://schemas.openxmlformats.org/drawingml/2006/main" prst="straightConnector1">
            <a:avLst/>
          </a:prstGeom>
          <a:ln xmlns:a="http://schemas.openxmlformats.org/drawingml/2006/main" w="19050">
            <a:solidFill>
              <a:srgbClr val="087E78"/>
            </a:solidFill>
            <a:prstDash val="solid"/>
            <a:tailEnd type="triangle" w="sm" len="sm"/>
          </a:ln>
        </p:spPr>
      </p:cxnSp>
      <p:cxnSp>
        <p:nvCxnSpPr>
          <p:cNvPr id="4" name="">
            <a:extLst xmlns:a="http://schemas.openxmlformats.org/drawingml/2006/main">
              <a:ext uri="{FF2B5EF4-FFF2-40B4-BE49-F238E27FC236}">
                <a16:creationId xmlns:a16="http://schemas.microsoft.com/office/drawing/2014/main" id="{BDFC9732-6843-473E-9F7B-CE6C40692DB6}"/>
              </a:ext>
            </a:extLst>
          </p:cNvPr>
          <p:cNvCxnSpPr>
            <a:stCxn xmlns:a="http://schemas.openxmlformats.org/drawingml/2006/main" id="13" idx="3"/>
            <a:endCxn xmlns:a="http://schemas.openxmlformats.org/drawingml/2006/main" id="16" idx="1"/>
          </p:cNvCxnSpPr>
          <p:nvPr/>
        </p:nvCxnSpPr>
        <p:spPr>
          <a:xfrm xmlns:a="http://schemas.openxmlformats.org/drawingml/2006/main">
            <a:off x="4857750" y="3581400"/>
            <a:ext cx="238125" cy="0"/>
          </a:xfrm>
          <a:prstGeom xmlns:a="http://schemas.openxmlformats.org/drawingml/2006/main" prst="straightConnector1">
            <a:avLst/>
          </a:prstGeom>
          <a:ln xmlns:a="http://schemas.openxmlformats.org/drawingml/2006/main" w="19050">
            <a:solidFill>
              <a:srgbClr val="087E78"/>
            </a:solidFill>
            <a:prstDash val="solid"/>
            <a:tailEnd type="triangle" w="sm" len="sm"/>
          </a:ln>
        </p:spPr>
      </p:cxnSp>
      <p:cxnSp>
        <p:nvCxnSpPr>
          <p:cNvPr id="5" name="">
            <a:extLst xmlns:a="http://schemas.openxmlformats.org/drawingml/2006/main">
              <a:ext uri="{FF2B5EF4-FFF2-40B4-BE49-F238E27FC236}">
                <a16:creationId xmlns:a16="http://schemas.microsoft.com/office/drawing/2014/main" id="{7BB58589-8075-40FF-BF49-58BC688F8E6C}"/>
              </a:ext>
            </a:extLst>
          </p:cNvPr>
          <p:cNvCxnSpPr>
            <a:stCxn xmlns:a="http://schemas.openxmlformats.org/drawingml/2006/main" id="10" idx="3"/>
            <a:endCxn xmlns:a="http://schemas.openxmlformats.org/drawingml/2006/main" id="13" idx="1"/>
          </p:cNvCxnSpPr>
          <p:nvPr/>
        </p:nvCxnSpPr>
        <p:spPr>
          <a:xfrm xmlns:a="http://schemas.openxmlformats.org/drawingml/2006/main">
            <a:off x="2619375" y="3581400"/>
            <a:ext cx="238125" cy="0"/>
          </a:xfrm>
          <a:prstGeom xmlns:a="http://schemas.openxmlformats.org/drawingml/2006/main" prst="straightConnector1">
            <a:avLst/>
          </a:prstGeom>
          <a:ln xmlns:a="http://schemas.openxmlformats.org/drawingml/2006/main" w="19050">
            <a:solidFill>
              <a:srgbClr val="087E78"/>
            </a:solidFill>
            <a:prstDash val="solid"/>
            <a:tailEnd type="triangle" w="sm" len="sm"/>
          </a:ln>
        </p:spPr>
      </p:cxnSp>
      <p:sp>
        <p:nvSpPr>
          <p:cNvPr id="6" name="Prototype workflow">
            <a:extLst xmlns:a="http://schemas.openxmlformats.org/drawingml/2006/main">
              <a:ext uri="{FF2B5EF4-FFF2-40B4-BE49-F238E27FC236}">
                <a16:creationId xmlns:a16="http://schemas.microsoft.com/office/drawing/2014/main" id="{F8ABF72A-9626-4D53-A209-50C93E185106}"/>
              </a:ext>
            </a:extLst>
          </p:cNvPr>
          <p:cNvSpPr>
            <a:spLocks xmlns:a="http://schemas.openxmlformats.org/drawingml/2006/main" noGrp="1"/>
          </p:cNvSpPr>
          <p:nvPr/>
        </p:nvSpPr>
        <p:spPr>
          <a:xfrm xmlns:a="http://schemas.openxmlformats.org/drawingml/2006/main">
            <a:off x="609600" y="457200"/>
            <a:ext cx="1095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0A1420"/>
                </a:solidFill>
                <a:latin typeface="Arial"/>
                <a:ea typeface="Arial"/>
                <a:cs typeface="Arial"/>
              </a:defRPr>
            </a:defPPr>
            <a:lvl1pPr algn="l">
              <a:defRPr sz="3300" b="1">
                <a:solidFill>
                  <a:srgbClr val="0A1420"/>
                </a:solidFill>
                <a:latin typeface="Arial"/>
                <a:ea typeface="Arial"/>
                <a:cs typeface="Arial"/>
              </a:defRPr>
            </a:lvl1pPr>
            <a:lvl2pPr algn="l">
              <a:defRPr sz="3300" b="1">
                <a:solidFill>
                  <a:srgbClr val="0A1420"/>
                </a:solidFill>
                <a:latin typeface="Arial"/>
                <a:ea typeface="Arial"/>
                <a:cs typeface="Arial"/>
              </a:defRPr>
            </a:lvl2pPr>
            <a:lvl3pPr algn="l">
              <a:defRPr sz="3300" b="1">
                <a:solidFill>
                  <a:srgbClr val="0A1420"/>
                </a:solidFill>
                <a:latin typeface="Arial"/>
                <a:ea typeface="Arial"/>
                <a:cs typeface="Arial"/>
              </a:defRPr>
            </a:lvl3pPr>
            <a:lvl4pPr algn="l">
              <a:defRPr sz="3300" b="1">
                <a:solidFill>
                  <a:srgbClr val="0A1420"/>
                </a:solidFill>
                <a:latin typeface="Arial"/>
                <a:ea typeface="Arial"/>
                <a:cs typeface="Arial"/>
              </a:defRPr>
            </a:lvl4pPr>
            <a:lvl5pPr algn="l">
              <a:defRPr sz="3300" b="1">
                <a:solidFill>
                  <a:srgbClr val="0A1420"/>
                </a:solidFill>
                <a:latin typeface="Arial"/>
                <a:ea typeface="Arial"/>
                <a:cs typeface="Arial"/>
              </a:defRPr>
            </a:lvl5pPr>
            <a:lvl6pPr algn="l">
              <a:defRPr sz="3300" b="1">
                <a:solidFill>
                  <a:srgbClr val="0A1420"/>
                </a:solidFill>
                <a:latin typeface="Arial"/>
                <a:ea typeface="Arial"/>
                <a:cs typeface="Arial"/>
              </a:defRPr>
            </a:lvl6pPr>
            <a:lvl7pPr algn="l">
              <a:defRPr sz="3300" b="1">
                <a:solidFill>
                  <a:srgbClr val="0A1420"/>
                </a:solidFill>
                <a:latin typeface="Arial"/>
                <a:ea typeface="Arial"/>
                <a:cs typeface="Arial"/>
              </a:defRPr>
            </a:lvl7pPr>
            <a:lvl8pPr algn="l">
              <a:defRPr sz="3300" b="1">
                <a:solidFill>
                  <a:srgbClr val="0A1420"/>
                </a:solidFill>
                <a:latin typeface="Arial"/>
                <a:ea typeface="Arial"/>
                <a:cs typeface="Arial"/>
              </a:defRPr>
            </a:lvl8pPr>
            <a:lvl9pPr algn="l">
              <a:defRPr sz="3300" b="1">
                <a:solidFill>
                  <a:srgbClr val="0A1420"/>
                </a:solidFill>
                <a:latin typeface="Arial"/>
                <a:ea typeface="Arial"/>
                <a:cs typeface="Arial"/>
              </a:defRPr>
            </a:lvl9pPr>
          </a:lstStyle>
          <a:p xmlns:a="http://schemas.openxmlformats.org/drawingml/2006/main">
            <a:pPr algn="l">
              <a:defRPr sz="3300" b="1">
                <a:solidFill>
                  <a:srgbClr val="0A1420"/>
                </a:solidFill>
                <a:latin typeface="Arial"/>
                <a:ea typeface="Arial"/>
                <a:cs typeface="Arial"/>
              </a:defRPr>
            </a:pPr>
            <a:r>
              <a:rPr sz="3300" b="1">
                <a:solidFill>
                  <a:srgbClr val="0A1420"/>
                </a:solidFill>
                <a:latin typeface="Arial"/>
                <a:ea typeface="Arial"/>
                <a:cs typeface="Arial"/>
              </a:rPr>
              <a:t>Prototype workflow</a:t>
            </a:r>
          </a:p>
        </p:txBody>
      </p:sp>
      <p:sp>
        <p:nvSpPr>
          <p:cNvPr id="7" name="05">
            <a:extLst xmlns:a="http://schemas.openxmlformats.org/drawingml/2006/main">
              <a:ext uri="{FF2B5EF4-FFF2-40B4-BE49-F238E27FC236}">
                <a16:creationId xmlns:a16="http://schemas.microsoft.com/office/drawing/2014/main" id="{767C4297-7C34-4D3D-993F-0E5C573E17E1}"/>
              </a:ext>
            </a:extLst>
          </p:cNvPr>
          <p:cNvSpPr>
            <a:spLocks xmlns:a="http://schemas.openxmlformats.org/drawingml/2006/main" noGrp="1"/>
          </p:cNvSpPr>
          <p:nvPr/>
        </p:nvSpPr>
        <p:spPr>
          <a:xfrm xmlns:a="http://schemas.openxmlformats.org/drawingml/2006/main">
            <a:off x="11144250" y="63436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2616F"/>
                </a:solidFill>
                <a:latin typeface="Arial"/>
                <a:ea typeface="Arial"/>
                <a:cs typeface="Arial"/>
              </a:defRPr>
            </a:defPPr>
            <a:lvl1pPr algn="r">
              <a:defRPr sz="1350" b="0">
                <a:solidFill>
                  <a:srgbClr val="52616F"/>
                </a:solidFill>
                <a:latin typeface="Arial"/>
                <a:ea typeface="Arial"/>
                <a:cs typeface="Arial"/>
              </a:defRPr>
            </a:lvl1pPr>
            <a:lvl2pPr algn="r">
              <a:defRPr sz="1350" b="0">
                <a:solidFill>
                  <a:srgbClr val="52616F"/>
                </a:solidFill>
                <a:latin typeface="Arial"/>
                <a:ea typeface="Arial"/>
                <a:cs typeface="Arial"/>
              </a:defRPr>
            </a:lvl2pPr>
            <a:lvl3pPr algn="r">
              <a:defRPr sz="1350" b="0">
                <a:solidFill>
                  <a:srgbClr val="52616F"/>
                </a:solidFill>
                <a:latin typeface="Arial"/>
                <a:ea typeface="Arial"/>
                <a:cs typeface="Arial"/>
              </a:defRPr>
            </a:lvl3pPr>
            <a:lvl4pPr algn="r">
              <a:defRPr sz="1350" b="0">
                <a:solidFill>
                  <a:srgbClr val="52616F"/>
                </a:solidFill>
                <a:latin typeface="Arial"/>
                <a:ea typeface="Arial"/>
                <a:cs typeface="Arial"/>
              </a:defRPr>
            </a:lvl4pPr>
            <a:lvl5pPr algn="r">
              <a:defRPr sz="1350" b="0">
                <a:solidFill>
                  <a:srgbClr val="52616F"/>
                </a:solidFill>
                <a:latin typeface="Arial"/>
                <a:ea typeface="Arial"/>
                <a:cs typeface="Arial"/>
              </a:defRPr>
            </a:lvl5pPr>
            <a:lvl6pPr algn="r">
              <a:defRPr sz="1350" b="0">
                <a:solidFill>
                  <a:srgbClr val="52616F"/>
                </a:solidFill>
                <a:latin typeface="Arial"/>
                <a:ea typeface="Arial"/>
                <a:cs typeface="Arial"/>
              </a:defRPr>
            </a:lvl6pPr>
            <a:lvl7pPr algn="r">
              <a:defRPr sz="1350" b="0">
                <a:solidFill>
                  <a:srgbClr val="52616F"/>
                </a:solidFill>
                <a:latin typeface="Arial"/>
                <a:ea typeface="Arial"/>
                <a:cs typeface="Arial"/>
              </a:defRPr>
            </a:lvl7pPr>
            <a:lvl8pPr algn="r">
              <a:defRPr sz="1350" b="0">
                <a:solidFill>
                  <a:srgbClr val="52616F"/>
                </a:solidFill>
                <a:latin typeface="Arial"/>
                <a:ea typeface="Arial"/>
                <a:cs typeface="Arial"/>
              </a:defRPr>
            </a:lvl8pPr>
            <a:lvl9pPr algn="r">
              <a:defRPr sz="1350" b="0">
                <a:solidFill>
                  <a:srgbClr val="52616F"/>
                </a:solidFill>
                <a:latin typeface="Arial"/>
                <a:ea typeface="Arial"/>
                <a:cs typeface="Arial"/>
              </a:defRPr>
            </a:lvl9pPr>
          </a:lstStyle>
          <a:p xmlns:a="http://schemas.openxmlformats.org/drawingml/2006/main">
            <a:pPr algn="r">
              <a:defRPr sz="1350" b="0">
                <a:solidFill>
                  <a:srgbClr val="52616F"/>
                </a:solidFill>
                <a:latin typeface="Arial"/>
                <a:ea typeface="Arial"/>
                <a:cs typeface="Arial"/>
              </a:defRPr>
            </a:pPr>
            <a:r>
              <a:rPr sz="1350" b="0">
                <a:solidFill>
                  <a:srgbClr val="52616F"/>
                </a:solidFill>
                <a:latin typeface="Arial"/>
                <a:ea typeface="Arial"/>
                <a:cs typeface="Arial"/>
              </a:rPr>
              <a:t>05</a:t>
            </a:r>
          </a:p>
        </p:txBody>
      </p:sp>
      <p:sp>
        <p:nvSpPr>
          <p:cNvPr id="8" name="Interactive feedback or sealed batch evaluation">
            <a:extLst xmlns:a="http://schemas.openxmlformats.org/drawingml/2006/main">
              <a:ext uri="{FF2B5EF4-FFF2-40B4-BE49-F238E27FC236}">
                <a16:creationId xmlns:a16="http://schemas.microsoft.com/office/drawing/2014/main" id="{3F2D3882-51CA-4347-A3B6-591315329D9C}"/>
              </a:ext>
            </a:extLst>
          </p:cNvPr>
          <p:cNvSpPr>
            <a:spLocks xmlns:a="http://schemas.openxmlformats.org/drawingml/2006/main" noGrp="1"/>
          </p:cNvSpPr>
          <p:nvPr/>
        </p:nvSpPr>
        <p:spPr>
          <a:xfrm xmlns:a="http://schemas.openxmlformats.org/drawingml/2006/main">
            <a:off x="619125" y="1552575"/>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87E78"/>
                </a:solidFill>
                <a:latin typeface="Arial"/>
                <a:ea typeface="Arial"/>
                <a:cs typeface="Arial"/>
              </a:defRPr>
            </a:defPPr>
            <a:lvl1pPr algn="l">
              <a:defRPr sz="2175" b="1">
                <a:solidFill>
                  <a:srgbClr val="087E78"/>
                </a:solidFill>
                <a:latin typeface="Arial"/>
                <a:ea typeface="Arial"/>
                <a:cs typeface="Arial"/>
              </a:defRPr>
            </a:lvl1pPr>
            <a:lvl2pPr algn="l">
              <a:defRPr sz="2175" b="1">
                <a:solidFill>
                  <a:srgbClr val="087E78"/>
                </a:solidFill>
                <a:latin typeface="Arial"/>
                <a:ea typeface="Arial"/>
                <a:cs typeface="Arial"/>
              </a:defRPr>
            </a:lvl2pPr>
            <a:lvl3pPr algn="l">
              <a:defRPr sz="2175" b="1">
                <a:solidFill>
                  <a:srgbClr val="087E78"/>
                </a:solidFill>
                <a:latin typeface="Arial"/>
                <a:ea typeface="Arial"/>
                <a:cs typeface="Arial"/>
              </a:defRPr>
            </a:lvl3pPr>
            <a:lvl4pPr algn="l">
              <a:defRPr sz="2175" b="1">
                <a:solidFill>
                  <a:srgbClr val="087E78"/>
                </a:solidFill>
                <a:latin typeface="Arial"/>
                <a:ea typeface="Arial"/>
                <a:cs typeface="Arial"/>
              </a:defRPr>
            </a:lvl4pPr>
            <a:lvl5pPr algn="l">
              <a:defRPr sz="2175" b="1">
                <a:solidFill>
                  <a:srgbClr val="087E78"/>
                </a:solidFill>
                <a:latin typeface="Arial"/>
                <a:ea typeface="Arial"/>
                <a:cs typeface="Arial"/>
              </a:defRPr>
            </a:lvl5pPr>
            <a:lvl6pPr algn="l">
              <a:defRPr sz="2175" b="1">
                <a:solidFill>
                  <a:srgbClr val="087E78"/>
                </a:solidFill>
                <a:latin typeface="Arial"/>
                <a:ea typeface="Arial"/>
                <a:cs typeface="Arial"/>
              </a:defRPr>
            </a:lvl6pPr>
            <a:lvl7pPr algn="l">
              <a:defRPr sz="2175" b="1">
                <a:solidFill>
                  <a:srgbClr val="087E78"/>
                </a:solidFill>
                <a:latin typeface="Arial"/>
                <a:ea typeface="Arial"/>
                <a:cs typeface="Arial"/>
              </a:defRPr>
            </a:lvl7pPr>
            <a:lvl8pPr algn="l">
              <a:defRPr sz="2175" b="1">
                <a:solidFill>
                  <a:srgbClr val="087E78"/>
                </a:solidFill>
                <a:latin typeface="Arial"/>
                <a:ea typeface="Arial"/>
                <a:cs typeface="Arial"/>
              </a:defRPr>
            </a:lvl8pPr>
            <a:lvl9pPr algn="l">
              <a:defRPr sz="2175" b="1">
                <a:solidFill>
                  <a:srgbClr val="087E78"/>
                </a:solidFill>
                <a:latin typeface="Arial"/>
                <a:ea typeface="Arial"/>
                <a:cs typeface="Arial"/>
              </a:defRPr>
            </a:lvl9pPr>
          </a:lstStyle>
          <a:p xmlns:a="http://schemas.openxmlformats.org/drawingml/2006/main">
            <a:pPr algn="l">
              <a:defRPr sz="2175" b="1">
                <a:solidFill>
                  <a:srgbClr val="087E78"/>
                </a:solidFill>
                <a:latin typeface="Arial"/>
                <a:ea typeface="Arial"/>
                <a:cs typeface="Arial"/>
              </a:defRPr>
            </a:pPr>
            <a:r>
              <a:rPr sz="2175" b="1">
                <a:solidFill>
                  <a:srgbClr val="087E78"/>
                </a:solidFill>
                <a:latin typeface="Arial"/>
                <a:ea typeface="Arial"/>
                <a:cs typeface="Arial"/>
              </a:rPr>
              <a:t>Interactive feedback or sealed batch evaluation</a:t>
            </a:r>
          </a:p>
        </p:txBody>
      </p:sp>
      <p:sp>
        <p:nvSpPr>
          <p:cNvPr id="9" name="01">
            <a:extLst xmlns:a="http://schemas.openxmlformats.org/drawingml/2006/main">
              <a:ext uri="{FF2B5EF4-FFF2-40B4-BE49-F238E27FC236}">
                <a16:creationId xmlns:a16="http://schemas.microsoft.com/office/drawing/2014/main" id="{305424C8-2986-4389-82F5-8345750BBF80}"/>
              </a:ext>
            </a:extLst>
          </p:cNvPr>
          <p:cNvSpPr>
            <a:spLocks xmlns:a="http://schemas.openxmlformats.org/drawingml/2006/main" noGrp="1"/>
          </p:cNvSpPr>
          <p:nvPr/>
        </p:nvSpPr>
        <p:spPr>
          <a:xfrm xmlns:a="http://schemas.openxmlformats.org/drawingml/2006/main">
            <a:off x="619125" y="2495550"/>
            <a:ext cx="18573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087E78"/>
                </a:solidFill>
                <a:latin typeface="Arial"/>
                <a:ea typeface="Arial"/>
                <a:cs typeface="Arial"/>
              </a:defRPr>
            </a:defPPr>
            <a:lvl1pPr algn="l">
              <a:defRPr sz="3300" b="1">
                <a:solidFill>
                  <a:srgbClr val="087E78"/>
                </a:solidFill>
                <a:latin typeface="Arial"/>
                <a:ea typeface="Arial"/>
                <a:cs typeface="Arial"/>
              </a:defRPr>
            </a:lvl1pPr>
            <a:lvl2pPr algn="l">
              <a:defRPr sz="3300" b="1">
                <a:solidFill>
                  <a:srgbClr val="087E78"/>
                </a:solidFill>
                <a:latin typeface="Arial"/>
                <a:ea typeface="Arial"/>
                <a:cs typeface="Arial"/>
              </a:defRPr>
            </a:lvl2pPr>
            <a:lvl3pPr algn="l">
              <a:defRPr sz="3300" b="1">
                <a:solidFill>
                  <a:srgbClr val="087E78"/>
                </a:solidFill>
                <a:latin typeface="Arial"/>
                <a:ea typeface="Arial"/>
                <a:cs typeface="Arial"/>
              </a:defRPr>
            </a:lvl3pPr>
            <a:lvl4pPr algn="l">
              <a:defRPr sz="3300" b="1">
                <a:solidFill>
                  <a:srgbClr val="087E78"/>
                </a:solidFill>
                <a:latin typeface="Arial"/>
                <a:ea typeface="Arial"/>
                <a:cs typeface="Arial"/>
              </a:defRPr>
            </a:lvl4pPr>
            <a:lvl5pPr algn="l">
              <a:defRPr sz="3300" b="1">
                <a:solidFill>
                  <a:srgbClr val="087E78"/>
                </a:solidFill>
                <a:latin typeface="Arial"/>
                <a:ea typeface="Arial"/>
                <a:cs typeface="Arial"/>
              </a:defRPr>
            </a:lvl5pPr>
            <a:lvl6pPr algn="l">
              <a:defRPr sz="3300" b="1">
                <a:solidFill>
                  <a:srgbClr val="087E78"/>
                </a:solidFill>
                <a:latin typeface="Arial"/>
                <a:ea typeface="Arial"/>
                <a:cs typeface="Arial"/>
              </a:defRPr>
            </a:lvl6pPr>
            <a:lvl7pPr algn="l">
              <a:defRPr sz="3300" b="1">
                <a:solidFill>
                  <a:srgbClr val="087E78"/>
                </a:solidFill>
                <a:latin typeface="Arial"/>
                <a:ea typeface="Arial"/>
                <a:cs typeface="Arial"/>
              </a:defRPr>
            </a:lvl7pPr>
            <a:lvl8pPr algn="l">
              <a:defRPr sz="3300" b="1">
                <a:solidFill>
                  <a:srgbClr val="087E78"/>
                </a:solidFill>
                <a:latin typeface="Arial"/>
                <a:ea typeface="Arial"/>
                <a:cs typeface="Arial"/>
              </a:defRPr>
            </a:lvl8pPr>
            <a:lvl9pPr algn="l">
              <a:defRPr sz="3300" b="1">
                <a:solidFill>
                  <a:srgbClr val="087E78"/>
                </a:solidFill>
                <a:latin typeface="Arial"/>
                <a:ea typeface="Arial"/>
                <a:cs typeface="Arial"/>
              </a:defRPr>
            </a:lvl9pPr>
          </a:lstStyle>
          <a:p xmlns:a="http://schemas.openxmlformats.org/drawingml/2006/main">
            <a:pPr algn="l">
              <a:defRPr sz="3300" b="1">
                <a:solidFill>
                  <a:srgbClr val="087E78"/>
                </a:solidFill>
                <a:latin typeface="Arial"/>
                <a:ea typeface="Arial"/>
                <a:cs typeface="Arial"/>
              </a:defRPr>
            </a:pPr>
            <a:r>
              <a:rPr sz="3300" b="1">
                <a:solidFill>
                  <a:srgbClr val="087E78"/>
                </a:solidFill>
                <a:latin typeface="Arial"/>
                <a:ea typeface="Arial"/>
                <a:cs typeface="Arial"/>
              </a:rPr>
              <a:t>01</a:t>
            </a:r>
          </a:p>
        </p:txBody>
      </p:sp>
      <p:sp>
        <p:nvSpPr>
          <p:cNvPr id="10" name="Prepare">
            <a:extLst xmlns:a="http://schemas.openxmlformats.org/drawingml/2006/main">
              <a:ext uri="{FF2B5EF4-FFF2-40B4-BE49-F238E27FC236}">
                <a16:creationId xmlns:a16="http://schemas.microsoft.com/office/drawing/2014/main" id="{5D422D04-671F-4D01-8607-AFDEAF24B97D}"/>
              </a:ext>
            </a:extLst>
          </p:cNvPr>
          <p:cNvSpPr>
            <a:spLocks xmlns:a="http://schemas.openxmlformats.org/drawingml/2006/main" noGrp="1"/>
          </p:cNvSpPr>
          <p:nvPr/>
        </p:nvSpPr>
        <p:spPr>
          <a:xfrm xmlns:a="http://schemas.openxmlformats.org/drawingml/2006/main">
            <a:off x="619125" y="3209925"/>
            <a:ext cx="2000250" cy="742950"/>
          </a:xfrm>
          <a:prstGeom xmlns:a="http://schemas.openxmlformats.org/drawingml/2006/main" prst="rect">
            <a:avLst/>
          </a:prstGeom>
          <a:solidFill xmlns:a="http://schemas.openxmlformats.org/drawingml/2006/main">
            <a:srgbClr val="FFFFFF"/>
          </a:solidFill>
          <a:ln xmlns:a="http://schemas.openxmlformats.org/drawingml/2006/main" w="14288">
            <a:solidFill>
              <a:srgbClr val="087E78"/>
            </a:solidFill>
          </a:ln>
        </p:spPr>
        <p:txBody>
          <a:bodyPr xmlns:a="http://schemas.openxmlformats.org/drawingml/2006/main" lIns="114300" tIns="114300" rIns="114300" bIns="114300" anchor="ctr">
            <a:noAutofit/>
          </a:bodyPr>
          <a:lstStyle xmlns:a="http://schemas.openxmlformats.org/drawingml/2006/main">
            <a:defPPr algn="ctr">
              <a:defRPr sz="2175" b="1">
                <a:solidFill>
                  <a:srgbClr val="0A1420"/>
                </a:solidFill>
                <a:latin typeface="Arial"/>
                <a:ea typeface="Arial"/>
                <a:cs typeface="Arial"/>
              </a:defRPr>
            </a:defPPr>
            <a:lvl1pPr algn="ctr">
              <a:defRPr sz="2175" b="1">
                <a:solidFill>
                  <a:srgbClr val="0A1420"/>
                </a:solidFill>
                <a:latin typeface="Arial"/>
                <a:ea typeface="Arial"/>
                <a:cs typeface="Arial"/>
              </a:defRPr>
            </a:lvl1pPr>
            <a:lvl2pPr algn="ctr">
              <a:defRPr sz="2175" b="1">
                <a:solidFill>
                  <a:srgbClr val="0A1420"/>
                </a:solidFill>
                <a:latin typeface="Arial"/>
                <a:ea typeface="Arial"/>
                <a:cs typeface="Arial"/>
              </a:defRPr>
            </a:lvl2pPr>
            <a:lvl3pPr algn="ctr">
              <a:defRPr sz="2175" b="1">
                <a:solidFill>
                  <a:srgbClr val="0A1420"/>
                </a:solidFill>
                <a:latin typeface="Arial"/>
                <a:ea typeface="Arial"/>
                <a:cs typeface="Arial"/>
              </a:defRPr>
            </a:lvl3pPr>
            <a:lvl4pPr algn="ctr">
              <a:defRPr sz="2175" b="1">
                <a:solidFill>
                  <a:srgbClr val="0A1420"/>
                </a:solidFill>
                <a:latin typeface="Arial"/>
                <a:ea typeface="Arial"/>
                <a:cs typeface="Arial"/>
              </a:defRPr>
            </a:lvl4pPr>
            <a:lvl5pPr algn="ctr">
              <a:defRPr sz="2175" b="1">
                <a:solidFill>
                  <a:srgbClr val="0A1420"/>
                </a:solidFill>
                <a:latin typeface="Arial"/>
                <a:ea typeface="Arial"/>
                <a:cs typeface="Arial"/>
              </a:defRPr>
            </a:lvl5pPr>
            <a:lvl6pPr algn="ctr">
              <a:defRPr sz="2175" b="1">
                <a:solidFill>
                  <a:srgbClr val="0A1420"/>
                </a:solidFill>
                <a:latin typeface="Arial"/>
                <a:ea typeface="Arial"/>
                <a:cs typeface="Arial"/>
              </a:defRPr>
            </a:lvl6pPr>
            <a:lvl7pPr algn="ctr">
              <a:defRPr sz="2175" b="1">
                <a:solidFill>
                  <a:srgbClr val="0A1420"/>
                </a:solidFill>
                <a:latin typeface="Arial"/>
                <a:ea typeface="Arial"/>
                <a:cs typeface="Arial"/>
              </a:defRPr>
            </a:lvl7pPr>
            <a:lvl8pPr algn="ctr">
              <a:defRPr sz="2175" b="1">
                <a:solidFill>
                  <a:srgbClr val="0A1420"/>
                </a:solidFill>
                <a:latin typeface="Arial"/>
                <a:ea typeface="Arial"/>
                <a:cs typeface="Arial"/>
              </a:defRPr>
            </a:lvl8pPr>
            <a:lvl9pPr algn="ctr">
              <a:defRPr sz="2175" b="1">
                <a:solidFill>
                  <a:srgbClr val="0A1420"/>
                </a:solidFill>
                <a:latin typeface="Arial"/>
                <a:ea typeface="Arial"/>
                <a:cs typeface="Arial"/>
              </a:defRPr>
            </a:lvl9pPr>
          </a:lstStyle>
          <a:p xmlns:a="http://schemas.openxmlformats.org/drawingml/2006/main">
            <a:pPr algn="ctr">
              <a:defRPr sz="2175" b="1">
                <a:solidFill>
                  <a:srgbClr val="0A1420"/>
                </a:solidFill>
                <a:latin typeface="Arial"/>
                <a:ea typeface="Arial"/>
                <a:cs typeface="Arial"/>
              </a:defRPr>
            </a:pPr>
            <a:r>
              <a:rPr sz="2175" b="1">
                <a:solidFill>
                  <a:srgbClr val="0A1420"/>
                </a:solidFill>
                <a:latin typeface="Arial"/>
                <a:ea typeface="Arial"/>
                <a:cs typeface="Arial"/>
              </a:rPr>
              <a:t>Prepare</a:t>
            </a:r>
          </a:p>
        </p:txBody>
      </p:sp>
      <p:sp>
        <p:nvSpPr>
          <p:cNvPr id="11" name="Pinned model, corpus&#10;and owner authorities">
            <a:extLst xmlns:a="http://schemas.openxmlformats.org/drawingml/2006/main">
              <a:ext uri="{FF2B5EF4-FFF2-40B4-BE49-F238E27FC236}">
                <a16:creationId xmlns:a16="http://schemas.microsoft.com/office/drawing/2014/main" id="{60779C9A-92AB-482B-B5C6-58958C15398D}"/>
              </a:ext>
            </a:extLst>
          </p:cNvPr>
          <p:cNvSpPr>
            <a:spLocks xmlns:a="http://schemas.openxmlformats.org/drawingml/2006/main" noGrp="1"/>
          </p:cNvSpPr>
          <p:nvPr/>
        </p:nvSpPr>
        <p:spPr>
          <a:xfrm xmlns:a="http://schemas.openxmlformats.org/drawingml/2006/main">
            <a:off x="619125" y="4162425"/>
            <a:ext cx="20193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2616F"/>
                </a:solidFill>
                <a:latin typeface="Arial"/>
                <a:ea typeface="Arial"/>
                <a:cs typeface="Arial"/>
              </a:defRPr>
            </a:defPPr>
            <a:lvl1pPr algn="l">
              <a:defRPr sz="1800" b="0">
                <a:solidFill>
                  <a:srgbClr val="52616F"/>
                </a:solidFill>
                <a:latin typeface="Arial"/>
                <a:ea typeface="Arial"/>
                <a:cs typeface="Arial"/>
              </a:defRPr>
            </a:lvl1pPr>
            <a:lvl2pPr algn="l">
              <a:defRPr sz="1800" b="0">
                <a:solidFill>
                  <a:srgbClr val="52616F"/>
                </a:solidFill>
                <a:latin typeface="Arial"/>
                <a:ea typeface="Arial"/>
                <a:cs typeface="Arial"/>
              </a:defRPr>
            </a:lvl2pPr>
            <a:lvl3pPr algn="l">
              <a:defRPr sz="1800" b="0">
                <a:solidFill>
                  <a:srgbClr val="52616F"/>
                </a:solidFill>
                <a:latin typeface="Arial"/>
                <a:ea typeface="Arial"/>
                <a:cs typeface="Arial"/>
              </a:defRPr>
            </a:lvl3pPr>
            <a:lvl4pPr algn="l">
              <a:defRPr sz="1800" b="0">
                <a:solidFill>
                  <a:srgbClr val="52616F"/>
                </a:solidFill>
                <a:latin typeface="Arial"/>
                <a:ea typeface="Arial"/>
                <a:cs typeface="Arial"/>
              </a:defRPr>
            </a:lvl4pPr>
            <a:lvl5pPr algn="l">
              <a:defRPr sz="1800" b="0">
                <a:solidFill>
                  <a:srgbClr val="52616F"/>
                </a:solidFill>
                <a:latin typeface="Arial"/>
                <a:ea typeface="Arial"/>
                <a:cs typeface="Arial"/>
              </a:defRPr>
            </a:lvl5pPr>
            <a:lvl6pPr algn="l">
              <a:defRPr sz="1800" b="0">
                <a:solidFill>
                  <a:srgbClr val="52616F"/>
                </a:solidFill>
                <a:latin typeface="Arial"/>
                <a:ea typeface="Arial"/>
                <a:cs typeface="Arial"/>
              </a:defRPr>
            </a:lvl6pPr>
            <a:lvl7pPr algn="l">
              <a:defRPr sz="1800" b="0">
                <a:solidFill>
                  <a:srgbClr val="52616F"/>
                </a:solidFill>
                <a:latin typeface="Arial"/>
                <a:ea typeface="Arial"/>
                <a:cs typeface="Arial"/>
              </a:defRPr>
            </a:lvl7pPr>
            <a:lvl8pPr algn="l">
              <a:defRPr sz="1800" b="0">
                <a:solidFill>
                  <a:srgbClr val="52616F"/>
                </a:solidFill>
                <a:latin typeface="Arial"/>
                <a:ea typeface="Arial"/>
                <a:cs typeface="Arial"/>
              </a:defRPr>
            </a:lvl8pPr>
            <a:lvl9pPr algn="l">
              <a:defRPr sz="1800" b="0">
                <a:solidFill>
                  <a:srgbClr val="52616F"/>
                </a:solidFill>
                <a:latin typeface="Arial"/>
                <a:ea typeface="Arial"/>
                <a:cs typeface="Arial"/>
              </a:defRPr>
            </a:lvl9pPr>
          </a:lstStyle>
          <a:p xmlns:a="http://schemas.openxmlformats.org/drawingml/2006/main">
            <a:pPr algn="l">
              <a:defRPr sz="1800" b="0">
                <a:solidFill>
                  <a:srgbClr val="52616F"/>
                </a:solidFill>
                <a:latin typeface="Arial"/>
                <a:ea typeface="Arial"/>
                <a:cs typeface="Arial"/>
              </a:defRPr>
            </a:pPr>
            <a:r>
              <a:rPr sz="1800" b="0">
                <a:solidFill>
                  <a:srgbClr val="52616F"/>
                </a:solidFill>
                <a:latin typeface="Arial"/>
                <a:ea typeface="Arial"/>
                <a:cs typeface="Arial"/>
              </a:rPr>
              <a:t>Pinned model, corpus</a:t>
            </a:r>
          </a:p>
          <a:p xmlns:a="http://schemas.openxmlformats.org/drawingml/2006/main">
            <a:pPr algn="l">
              <a:defRPr sz="1800" b="0">
                <a:solidFill>
                  <a:srgbClr val="52616F"/>
                </a:solidFill>
                <a:latin typeface="Arial"/>
                <a:ea typeface="Arial"/>
                <a:cs typeface="Arial"/>
              </a:defRPr>
            </a:pPr>
            <a:r>
              <a:rPr sz="1800" b="0">
                <a:solidFill>
                  <a:srgbClr val="52616F"/>
                </a:solidFill>
                <a:latin typeface="Arial"/>
                <a:ea typeface="Arial"/>
                <a:cs typeface="Arial"/>
              </a:rPr>
              <a:t>and owner authorities</a:t>
            </a:r>
          </a:p>
        </p:txBody>
      </p:sp>
      <p:sp>
        <p:nvSpPr>
          <p:cNvPr id="12" name="02">
            <a:extLst xmlns:a="http://schemas.openxmlformats.org/drawingml/2006/main">
              <a:ext uri="{FF2B5EF4-FFF2-40B4-BE49-F238E27FC236}">
                <a16:creationId xmlns:a16="http://schemas.microsoft.com/office/drawing/2014/main" id="{870D3517-16A0-482E-B7FE-3FC5479B7D70}"/>
              </a:ext>
            </a:extLst>
          </p:cNvPr>
          <p:cNvSpPr>
            <a:spLocks xmlns:a="http://schemas.openxmlformats.org/drawingml/2006/main" noGrp="1"/>
          </p:cNvSpPr>
          <p:nvPr/>
        </p:nvSpPr>
        <p:spPr>
          <a:xfrm xmlns:a="http://schemas.openxmlformats.org/drawingml/2006/main">
            <a:off x="2857500" y="2495550"/>
            <a:ext cx="18573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087E78"/>
                </a:solidFill>
                <a:latin typeface="Arial"/>
                <a:ea typeface="Arial"/>
                <a:cs typeface="Arial"/>
              </a:defRPr>
            </a:defPPr>
            <a:lvl1pPr algn="l">
              <a:defRPr sz="3300" b="1">
                <a:solidFill>
                  <a:srgbClr val="087E78"/>
                </a:solidFill>
                <a:latin typeface="Arial"/>
                <a:ea typeface="Arial"/>
                <a:cs typeface="Arial"/>
              </a:defRPr>
            </a:lvl1pPr>
            <a:lvl2pPr algn="l">
              <a:defRPr sz="3300" b="1">
                <a:solidFill>
                  <a:srgbClr val="087E78"/>
                </a:solidFill>
                <a:latin typeface="Arial"/>
                <a:ea typeface="Arial"/>
                <a:cs typeface="Arial"/>
              </a:defRPr>
            </a:lvl2pPr>
            <a:lvl3pPr algn="l">
              <a:defRPr sz="3300" b="1">
                <a:solidFill>
                  <a:srgbClr val="087E78"/>
                </a:solidFill>
                <a:latin typeface="Arial"/>
                <a:ea typeface="Arial"/>
                <a:cs typeface="Arial"/>
              </a:defRPr>
            </a:lvl3pPr>
            <a:lvl4pPr algn="l">
              <a:defRPr sz="3300" b="1">
                <a:solidFill>
                  <a:srgbClr val="087E78"/>
                </a:solidFill>
                <a:latin typeface="Arial"/>
                <a:ea typeface="Arial"/>
                <a:cs typeface="Arial"/>
              </a:defRPr>
            </a:lvl4pPr>
            <a:lvl5pPr algn="l">
              <a:defRPr sz="3300" b="1">
                <a:solidFill>
                  <a:srgbClr val="087E78"/>
                </a:solidFill>
                <a:latin typeface="Arial"/>
                <a:ea typeface="Arial"/>
                <a:cs typeface="Arial"/>
              </a:defRPr>
            </a:lvl5pPr>
            <a:lvl6pPr algn="l">
              <a:defRPr sz="3300" b="1">
                <a:solidFill>
                  <a:srgbClr val="087E78"/>
                </a:solidFill>
                <a:latin typeface="Arial"/>
                <a:ea typeface="Arial"/>
                <a:cs typeface="Arial"/>
              </a:defRPr>
            </a:lvl6pPr>
            <a:lvl7pPr algn="l">
              <a:defRPr sz="3300" b="1">
                <a:solidFill>
                  <a:srgbClr val="087E78"/>
                </a:solidFill>
                <a:latin typeface="Arial"/>
                <a:ea typeface="Arial"/>
                <a:cs typeface="Arial"/>
              </a:defRPr>
            </a:lvl7pPr>
            <a:lvl8pPr algn="l">
              <a:defRPr sz="3300" b="1">
                <a:solidFill>
                  <a:srgbClr val="087E78"/>
                </a:solidFill>
                <a:latin typeface="Arial"/>
                <a:ea typeface="Arial"/>
                <a:cs typeface="Arial"/>
              </a:defRPr>
            </a:lvl8pPr>
            <a:lvl9pPr algn="l">
              <a:defRPr sz="3300" b="1">
                <a:solidFill>
                  <a:srgbClr val="087E78"/>
                </a:solidFill>
                <a:latin typeface="Arial"/>
                <a:ea typeface="Arial"/>
                <a:cs typeface="Arial"/>
              </a:defRPr>
            </a:lvl9pPr>
          </a:lstStyle>
          <a:p xmlns:a="http://schemas.openxmlformats.org/drawingml/2006/main">
            <a:pPr algn="l">
              <a:defRPr sz="3300" b="1">
                <a:solidFill>
                  <a:srgbClr val="087E78"/>
                </a:solidFill>
                <a:latin typeface="Arial"/>
                <a:ea typeface="Arial"/>
                <a:cs typeface="Arial"/>
              </a:defRPr>
            </a:pPr>
            <a:r>
              <a:rPr sz="3300" b="1">
                <a:solidFill>
                  <a:srgbClr val="087E78"/>
                </a:solidFill>
                <a:latin typeface="Arial"/>
                <a:ea typeface="Arial"/>
                <a:cs typeface="Arial"/>
              </a:rPr>
              <a:t>02</a:t>
            </a:r>
          </a:p>
        </p:txBody>
      </p:sp>
      <p:sp>
        <p:nvSpPr>
          <p:cNvPr id="13" name="Admit">
            <a:extLst xmlns:a="http://schemas.openxmlformats.org/drawingml/2006/main">
              <a:ext uri="{FF2B5EF4-FFF2-40B4-BE49-F238E27FC236}">
                <a16:creationId xmlns:a16="http://schemas.microsoft.com/office/drawing/2014/main" id="{F58C0E2A-6789-498A-AC77-086341F8D486}"/>
              </a:ext>
            </a:extLst>
          </p:cNvPr>
          <p:cNvSpPr>
            <a:spLocks xmlns:a="http://schemas.openxmlformats.org/drawingml/2006/main" noGrp="1"/>
          </p:cNvSpPr>
          <p:nvPr/>
        </p:nvSpPr>
        <p:spPr>
          <a:xfrm xmlns:a="http://schemas.openxmlformats.org/drawingml/2006/main">
            <a:off x="2857500" y="3209925"/>
            <a:ext cx="2000250" cy="742950"/>
          </a:xfrm>
          <a:prstGeom xmlns:a="http://schemas.openxmlformats.org/drawingml/2006/main" prst="rect">
            <a:avLst/>
          </a:prstGeom>
          <a:solidFill xmlns:a="http://schemas.openxmlformats.org/drawingml/2006/main">
            <a:srgbClr val="FFFFFF"/>
          </a:solidFill>
          <a:ln xmlns:a="http://schemas.openxmlformats.org/drawingml/2006/main" w="14288">
            <a:solidFill>
              <a:srgbClr val="087E78"/>
            </a:solidFill>
          </a:ln>
        </p:spPr>
        <p:txBody>
          <a:bodyPr xmlns:a="http://schemas.openxmlformats.org/drawingml/2006/main" lIns="114300" tIns="114300" rIns="114300" bIns="114300" anchor="ctr">
            <a:noAutofit/>
          </a:bodyPr>
          <a:lstStyle xmlns:a="http://schemas.openxmlformats.org/drawingml/2006/main">
            <a:defPPr algn="ctr">
              <a:defRPr sz="2175" b="1">
                <a:solidFill>
                  <a:srgbClr val="0A1420"/>
                </a:solidFill>
                <a:latin typeface="Arial"/>
                <a:ea typeface="Arial"/>
                <a:cs typeface="Arial"/>
              </a:defRPr>
            </a:defPPr>
            <a:lvl1pPr algn="ctr">
              <a:defRPr sz="2175" b="1">
                <a:solidFill>
                  <a:srgbClr val="0A1420"/>
                </a:solidFill>
                <a:latin typeface="Arial"/>
                <a:ea typeface="Arial"/>
                <a:cs typeface="Arial"/>
              </a:defRPr>
            </a:lvl1pPr>
            <a:lvl2pPr algn="ctr">
              <a:defRPr sz="2175" b="1">
                <a:solidFill>
                  <a:srgbClr val="0A1420"/>
                </a:solidFill>
                <a:latin typeface="Arial"/>
                <a:ea typeface="Arial"/>
                <a:cs typeface="Arial"/>
              </a:defRPr>
            </a:lvl2pPr>
            <a:lvl3pPr algn="ctr">
              <a:defRPr sz="2175" b="1">
                <a:solidFill>
                  <a:srgbClr val="0A1420"/>
                </a:solidFill>
                <a:latin typeface="Arial"/>
                <a:ea typeface="Arial"/>
                <a:cs typeface="Arial"/>
              </a:defRPr>
            </a:lvl3pPr>
            <a:lvl4pPr algn="ctr">
              <a:defRPr sz="2175" b="1">
                <a:solidFill>
                  <a:srgbClr val="0A1420"/>
                </a:solidFill>
                <a:latin typeface="Arial"/>
                <a:ea typeface="Arial"/>
                <a:cs typeface="Arial"/>
              </a:defRPr>
            </a:lvl4pPr>
            <a:lvl5pPr algn="ctr">
              <a:defRPr sz="2175" b="1">
                <a:solidFill>
                  <a:srgbClr val="0A1420"/>
                </a:solidFill>
                <a:latin typeface="Arial"/>
                <a:ea typeface="Arial"/>
                <a:cs typeface="Arial"/>
              </a:defRPr>
            </a:lvl5pPr>
            <a:lvl6pPr algn="ctr">
              <a:defRPr sz="2175" b="1">
                <a:solidFill>
                  <a:srgbClr val="0A1420"/>
                </a:solidFill>
                <a:latin typeface="Arial"/>
                <a:ea typeface="Arial"/>
                <a:cs typeface="Arial"/>
              </a:defRPr>
            </a:lvl6pPr>
            <a:lvl7pPr algn="ctr">
              <a:defRPr sz="2175" b="1">
                <a:solidFill>
                  <a:srgbClr val="0A1420"/>
                </a:solidFill>
                <a:latin typeface="Arial"/>
                <a:ea typeface="Arial"/>
                <a:cs typeface="Arial"/>
              </a:defRPr>
            </a:lvl7pPr>
            <a:lvl8pPr algn="ctr">
              <a:defRPr sz="2175" b="1">
                <a:solidFill>
                  <a:srgbClr val="0A1420"/>
                </a:solidFill>
                <a:latin typeface="Arial"/>
                <a:ea typeface="Arial"/>
                <a:cs typeface="Arial"/>
              </a:defRPr>
            </a:lvl8pPr>
            <a:lvl9pPr algn="ctr">
              <a:defRPr sz="2175" b="1">
                <a:solidFill>
                  <a:srgbClr val="0A1420"/>
                </a:solidFill>
                <a:latin typeface="Arial"/>
                <a:ea typeface="Arial"/>
                <a:cs typeface="Arial"/>
              </a:defRPr>
            </a:lvl9pPr>
          </a:lstStyle>
          <a:p xmlns:a="http://schemas.openxmlformats.org/drawingml/2006/main">
            <a:pPr algn="ctr">
              <a:defRPr sz="2175" b="1">
                <a:solidFill>
                  <a:srgbClr val="0A1420"/>
                </a:solidFill>
                <a:latin typeface="Arial"/>
                <a:ea typeface="Arial"/>
                <a:cs typeface="Arial"/>
              </a:defRPr>
            </a:pPr>
            <a:r>
              <a:rPr sz="2175" b="1">
                <a:solidFill>
                  <a:srgbClr val="0A1420"/>
                </a:solidFill>
                <a:latin typeface="Arial"/>
                <a:ea typeface="Arial"/>
                <a:cs typeface="Arial"/>
              </a:rPr>
              <a:t>Admit</a:t>
            </a:r>
          </a:p>
        </p:txBody>
      </p:sp>
      <p:sp>
        <p:nvSpPr>
          <p:cNvPr id="14" name="Static checks and&#10;real calibration">
            <a:extLst xmlns:a="http://schemas.openxmlformats.org/drawingml/2006/main">
              <a:ext uri="{FF2B5EF4-FFF2-40B4-BE49-F238E27FC236}">
                <a16:creationId xmlns:a16="http://schemas.microsoft.com/office/drawing/2014/main" id="{6BEEF12A-114D-46D6-84DE-3D0635AC28A5}"/>
              </a:ext>
            </a:extLst>
          </p:cNvPr>
          <p:cNvSpPr>
            <a:spLocks xmlns:a="http://schemas.openxmlformats.org/drawingml/2006/main" noGrp="1"/>
          </p:cNvSpPr>
          <p:nvPr/>
        </p:nvSpPr>
        <p:spPr>
          <a:xfrm xmlns:a="http://schemas.openxmlformats.org/drawingml/2006/main">
            <a:off x="2857500" y="4162425"/>
            <a:ext cx="20193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2616F"/>
                </a:solidFill>
                <a:latin typeface="Arial"/>
                <a:ea typeface="Arial"/>
                <a:cs typeface="Arial"/>
              </a:defRPr>
            </a:defPPr>
            <a:lvl1pPr algn="l">
              <a:defRPr sz="1800" b="0">
                <a:solidFill>
                  <a:srgbClr val="52616F"/>
                </a:solidFill>
                <a:latin typeface="Arial"/>
                <a:ea typeface="Arial"/>
                <a:cs typeface="Arial"/>
              </a:defRPr>
            </a:lvl1pPr>
            <a:lvl2pPr algn="l">
              <a:defRPr sz="1800" b="0">
                <a:solidFill>
                  <a:srgbClr val="52616F"/>
                </a:solidFill>
                <a:latin typeface="Arial"/>
                <a:ea typeface="Arial"/>
                <a:cs typeface="Arial"/>
              </a:defRPr>
            </a:lvl2pPr>
            <a:lvl3pPr algn="l">
              <a:defRPr sz="1800" b="0">
                <a:solidFill>
                  <a:srgbClr val="52616F"/>
                </a:solidFill>
                <a:latin typeface="Arial"/>
                <a:ea typeface="Arial"/>
                <a:cs typeface="Arial"/>
              </a:defRPr>
            </a:lvl3pPr>
            <a:lvl4pPr algn="l">
              <a:defRPr sz="1800" b="0">
                <a:solidFill>
                  <a:srgbClr val="52616F"/>
                </a:solidFill>
                <a:latin typeface="Arial"/>
                <a:ea typeface="Arial"/>
                <a:cs typeface="Arial"/>
              </a:defRPr>
            </a:lvl4pPr>
            <a:lvl5pPr algn="l">
              <a:defRPr sz="1800" b="0">
                <a:solidFill>
                  <a:srgbClr val="52616F"/>
                </a:solidFill>
                <a:latin typeface="Arial"/>
                <a:ea typeface="Arial"/>
                <a:cs typeface="Arial"/>
              </a:defRPr>
            </a:lvl5pPr>
            <a:lvl6pPr algn="l">
              <a:defRPr sz="1800" b="0">
                <a:solidFill>
                  <a:srgbClr val="52616F"/>
                </a:solidFill>
                <a:latin typeface="Arial"/>
                <a:ea typeface="Arial"/>
                <a:cs typeface="Arial"/>
              </a:defRPr>
            </a:lvl6pPr>
            <a:lvl7pPr algn="l">
              <a:defRPr sz="1800" b="0">
                <a:solidFill>
                  <a:srgbClr val="52616F"/>
                </a:solidFill>
                <a:latin typeface="Arial"/>
                <a:ea typeface="Arial"/>
                <a:cs typeface="Arial"/>
              </a:defRPr>
            </a:lvl7pPr>
            <a:lvl8pPr algn="l">
              <a:defRPr sz="1800" b="0">
                <a:solidFill>
                  <a:srgbClr val="52616F"/>
                </a:solidFill>
                <a:latin typeface="Arial"/>
                <a:ea typeface="Arial"/>
                <a:cs typeface="Arial"/>
              </a:defRPr>
            </a:lvl8pPr>
            <a:lvl9pPr algn="l">
              <a:defRPr sz="1800" b="0">
                <a:solidFill>
                  <a:srgbClr val="52616F"/>
                </a:solidFill>
                <a:latin typeface="Arial"/>
                <a:ea typeface="Arial"/>
                <a:cs typeface="Arial"/>
              </a:defRPr>
            </a:lvl9pPr>
          </a:lstStyle>
          <a:p xmlns:a="http://schemas.openxmlformats.org/drawingml/2006/main">
            <a:pPr algn="l">
              <a:defRPr sz="1800" b="0">
                <a:solidFill>
                  <a:srgbClr val="52616F"/>
                </a:solidFill>
                <a:latin typeface="Arial"/>
                <a:ea typeface="Arial"/>
                <a:cs typeface="Arial"/>
              </a:defRPr>
            </a:pPr>
            <a:r>
              <a:rPr sz="1800" b="0">
                <a:solidFill>
                  <a:srgbClr val="52616F"/>
                </a:solidFill>
                <a:latin typeface="Arial"/>
                <a:ea typeface="Arial"/>
                <a:cs typeface="Arial"/>
              </a:rPr>
              <a:t>Static checks and</a:t>
            </a:r>
          </a:p>
          <a:p xmlns:a="http://schemas.openxmlformats.org/drawingml/2006/main">
            <a:pPr algn="l">
              <a:defRPr sz="1800" b="0">
                <a:solidFill>
                  <a:srgbClr val="52616F"/>
                </a:solidFill>
                <a:latin typeface="Arial"/>
                <a:ea typeface="Arial"/>
                <a:cs typeface="Arial"/>
              </a:defRPr>
            </a:pPr>
            <a:r>
              <a:rPr sz="1800" b="0">
                <a:solidFill>
                  <a:srgbClr val="52616F"/>
                </a:solidFill>
                <a:latin typeface="Arial"/>
                <a:ea typeface="Arial"/>
                <a:cs typeface="Arial"/>
              </a:rPr>
              <a:t>real calibration</a:t>
            </a:r>
          </a:p>
        </p:txBody>
      </p:sp>
      <p:sp>
        <p:nvSpPr>
          <p:cNvPr id="15" name="03">
            <a:extLst xmlns:a="http://schemas.openxmlformats.org/drawingml/2006/main">
              <a:ext uri="{FF2B5EF4-FFF2-40B4-BE49-F238E27FC236}">
                <a16:creationId xmlns:a16="http://schemas.microsoft.com/office/drawing/2014/main" id="{CC3E1839-37F5-431B-8FD9-A6C356AB6219}"/>
              </a:ext>
            </a:extLst>
          </p:cNvPr>
          <p:cNvSpPr>
            <a:spLocks xmlns:a="http://schemas.openxmlformats.org/drawingml/2006/main" noGrp="1"/>
          </p:cNvSpPr>
          <p:nvPr/>
        </p:nvSpPr>
        <p:spPr>
          <a:xfrm xmlns:a="http://schemas.openxmlformats.org/drawingml/2006/main">
            <a:off x="5095875" y="2495550"/>
            <a:ext cx="18573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087E78"/>
                </a:solidFill>
                <a:latin typeface="Arial"/>
                <a:ea typeface="Arial"/>
                <a:cs typeface="Arial"/>
              </a:defRPr>
            </a:defPPr>
            <a:lvl1pPr algn="l">
              <a:defRPr sz="3300" b="1">
                <a:solidFill>
                  <a:srgbClr val="087E78"/>
                </a:solidFill>
                <a:latin typeface="Arial"/>
                <a:ea typeface="Arial"/>
                <a:cs typeface="Arial"/>
              </a:defRPr>
            </a:lvl1pPr>
            <a:lvl2pPr algn="l">
              <a:defRPr sz="3300" b="1">
                <a:solidFill>
                  <a:srgbClr val="087E78"/>
                </a:solidFill>
                <a:latin typeface="Arial"/>
                <a:ea typeface="Arial"/>
                <a:cs typeface="Arial"/>
              </a:defRPr>
            </a:lvl2pPr>
            <a:lvl3pPr algn="l">
              <a:defRPr sz="3300" b="1">
                <a:solidFill>
                  <a:srgbClr val="087E78"/>
                </a:solidFill>
                <a:latin typeface="Arial"/>
                <a:ea typeface="Arial"/>
                <a:cs typeface="Arial"/>
              </a:defRPr>
            </a:lvl3pPr>
            <a:lvl4pPr algn="l">
              <a:defRPr sz="3300" b="1">
                <a:solidFill>
                  <a:srgbClr val="087E78"/>
                </a:solidFill>
                <a:latin typeface="Arial"/>
                <a:ea typeface="Arial"/>
                <a:cs typeface="Arial"/>
              </a:defRPr>
            </a:lvl4pPr>
            <a:lvl5pPr algn="l">
              <a:defRPr sz="3300" b="1">
                <a:solidFill>
                  <a:srgbClr val="087E78"/>
                </a:solidFill>
                <a:latin typeface="Arial"/>
                <a:ea typeface="Arial"/>
                <a:cs typeface="Arial"/>
              </a:defRPr>
            </a:lvl5pPr>
            <a:lvl6pPr algn="l">
              <a:defRPr sz="3300" b="1">
                <a:solidFill>
                  <a:srgbClr val="087E78"/>
                </a:solidFill>
                <a:latin typeface="Arial"/>
                <a:ea typeface="Arial"/>
                <a:cs typeface="Arial"/>
              </a:defRPr>
            </a:lvl6pPr>
            <a:lvl7pPr algn="l">
              <a:defRPr sz="3300" b="1">
                <a:solidFill>
                  <a:srgbClr val="087E78"/>
                </a:solidFill>
                <a:latin typeface="Arial"/>
                <a:ea typeface="Arial"/>
                <a:cs typeface="Arial"/>
              </a:defRPr>
            </a:lvl7pPr>
            <a:lvl8pPr algn="l">
              <a:defRPr sz="3300" b="1">
                <a:solidFill>
                  <a:srgbClr val="087E78"/>
                </a:solidFill>
                <a:latin typeface="Arial"/>
                <a:ea typeface="Arial"/>
                <a:cs typeface="Arial"/>
              </a:defRPr>
            </a:lvl8pPr>
            <a:lvl9pPr algn="l">
              <a:defRPr sz="3300" b="1">
                <a:solidFill>
                  <a:srgbClr val="087E78"/>
                </a:solidFill>
                <a:latin typeface="Arial"/>
                <a:ea typeface="Arial"/>
                <a:cs typeface="Arial"/>
              </a:defRPr>
            </a:lvl9pPr>
          </a:lstStyle>
          <a:p xmlns:a="http://schemas.openxmlformats.org/drawingml/2006/main">
            <a:pPr algn="l">
              <a:defRPr sz="3300" b="1">
                <a:solidFill>
                  <a:srgbClr val="087E78"/>
                </a:solidFill>
                <a:latin typeface="Arial"/>
                <a:ea typeface="Arial"/>
                <a:cs typeface="Arial"/>
              </a:defRPr>
            </a:pPr>
            <a:r>
              <a:rPr sz="3300" b="1">
                <a:solidFill>
                  <a:srgbClr val="087E78"/>
                </a:solidFill>
                <a:latin typeface="Arial"/>
                <a:ea typeface="Arial"/>
                <a:cs typeface="Arial"/>
              </a:rPr>
              <a:t>03</a:t>
            </a:r>
          </a:p>
        </p:txBody>
      </p:sp>
      <p:sp>
        <p:nvSpPr>
          <p:cNvPr id="16" name="Execute">
            <a:extLst xmlns:a="http://schemas.openxmlformats.org/drawingml/2006/main">
              <a:ext uri="{FF2B5EF4-FFF2-40B4-BE49-F238E27FC236}">
                <a16:creationId xmlns:a16="http://schemas.microsoft.com/office/drawing/2014/main" id="{EF4AFACF-D1AA-4488-98F7-391E5E89BACA}"/>
              </a:ext>
            </a:extLst>
          </p:cNvPr>
          <p:cNvSpPr>
            <a:spLocks xmlns:a="http://schemas.openxmlformats.org/drawingml/2006/main" noGrp="1"/>
          </p:cNvSpPr>
          <p:nvPr/>
        </p:nvSpPr>
        <p:spPr>
          <a:xfrm xmlns:a="http://schemas.openxmlformats.org/drawingml/2006/main">
            <a:off x="5095875" y="3209925"/>
            <a:ext cx="2000250" cy="742950"/>
          </a:xfrm>
          <a:prstGeom xmlns:a="http://schemas.openxmlformats.org/drawingml/2006/main" prst="rect">
            <a:avLst/>
          </a:prstGeom>
          <a:solidFill xmlns:a="http://schemas.openxmlformats.org/drawingml/2006/main">
            <a:srgbClr val="FFFFFF"/>
          </a:solidFill>
          <a:ln xmlns:a="http://schemas.openxmlformats.org/drawingml/2006/main" w="14288">
            <a:solidFill>
              <a:srgbClr val="087E78"/>
            </a:solidFill>
          </a:ln>
        </p:spPr>
        <p:txBody>
          <a:bodyPr xmlns:a="http://schemas.openxmlformats.org/drawingml/2006/main" lIns="114300" tIns="114300" rIns="114300" bIns="114300" anchor="ctr">
            <a:noAutofit/>
          </a:bodyPr>
          <a:lstStyle xmlns:a="http://schemas.openxmlformats.org/drawingml/2006/main">
            <a:defPPr algn="ctr">
              <a:defRPr sz="2175" b="1">
                <a:solidFill>
                  <a:srgbClr val="0A1420"/>
                </a:solidFill>
                <a:latin typeface="Arial"/>
                <a:ea typeface="Arial"/>
                <a:cs typeface="Arial"/>
              </a:defRPr>
            </a:defPPr>
            <a:lvl1pPr algn="ctr">
              <a:defRPr sz="2175" b="1">
                <a:solidFill>
                  <a:srgbClr val="0A1420"/>
                </a:solidFill>
                <a:latin typeface="Arial"/>
                <a:ea typeface="Arial"/>
                <a:cs typeface="Arial"/>
              </a:defRPr>
            </a:lvl1pPr>
            <a:lvl2pPr algn="ctr">
              <a:defRPr sz="2175" b="1">
                <a:solidFill>
                  <a:srgbClr val="0A1420"/>
                </a:solidFill>
                <a:latin typeface="Arial"/>
                <a:ea typeface="Arial"/>
                <a:cs typeface="Arial"/>
              </a:defRPr>
            </a:lvl2pPr>
            <a:lvl3pPr algn="ctr">
              <a:defRPr sz="2175" b="1">
                <a:solidFill>
                  <a:srgbClr val="0A1420"/>
                </a:solidFill>
                <a:latin typeface="Arial"/>
                <a:ea typeface="Arial"/>
                <a:cs typeface="Arial"/>
              </a:defRPr>
            </a:lvl3pPr>
            <a:lvl4pPr algn="ctr">
              <a:defRPr sz="2175" b="1">
                <a:solidFill>
                  <a:srgbClr val="0A1420"/>
                </a:solidFill>
                <a:latin typeface="Arial"/>
                <a:ea typeface="Arial"/>
                <a:cs typeface="Arial"/>
              </a:defRPr>
            </a:lvl4pPr>
            <a:lvl5pPr algn="ctr">
              <a:defRPr sz="2175" b="1">
                <a:solidFill>
                  <a:srgbClr val="0A1420"/>
                </a:solidFill>
                <a:latin typeface="Arial"/>
                <a:ea typeface="Arial"/>
                <a:cs typeface="Arial"/>
              </a:defRPr>
            </a:lvl5pPr>
            <a:lvl6pPr algn="ctr">
              <a:defRPr sz="2175" b="1">
                <a:solidFill>
                  <a:srgbClr val="0A1420"/>
                </a:solidFill>
                <a:latin typeface="Arial"/>
                <a:ea typeface="Arial"/>
                <a:cs typeface="Arial"/>
              </a:defRPr>
            </a:lvl6pPr>
            <a:lvl7pPr algn="ctr">
              <a:defRPr sz="2175" b="1">
                <a:solidFill>
                  <a:srgbClr val="0A1420"/>
                </a:solidFill>
                <a:latin typeface="Arial"/>
                <a:ea typeface="Arial"/>
                <a:cs typeface="Arial"/>
              </a:defRPr>
            </a:lvl7pPr>
            <a:lvl8pPr algn="ctr">
              <a:defRPr sz="2175" b="1">
                <a:solidFill>
                  <a:srgbClr val="0A1420"/>
                </a:solidFill>
                <a:latin typeface="Arial"/>
                <a:ea typeface="Arial"/>
                <a:cs typeface="Arial"/>
              </a:defRPr>
            </a:lvl8pPr>
            <a:lvl9pPr algn="ctr">
              <a:defRPr sz="2175" b="1">
                <a:solidFill>
                  <a:srgbClr val="0A1420"/>
                </a:solidFill>
                <a:latin typeface="Arial"/>
                <a:ea typeface="Arial"/>
                <a:cs typeface="Arial"/>
              </a:defRPr>
            </a:lvl9pPr>
          </a:lstStyle>
          <a:p xmlns:a="http://schemas.openxmlformats.org/drawingml/2006/main">
            <a:pPr algn="ctr">
              <a:defRPr sz="2175" b="1">
                <a:solidFill>
                  <a:srgbClr val="0A1420"/>
                </a:solidFill>
                <a:latin typeface="Arial"/>
                <a:ea typeface="Arial"/>
                <a:cs typeface="Arial"/>
              </a:defRPr>
            </a:pPr>
            <a:r>
              <a:rPr sz="2175" b="1">
                <a:solidFill>
                  <a:srgbClr val="0A1420"/>
                </a:solidFill>
                <a:latin typeface="Arial"/>
                <a:ea typeface="Arial"/>
                <a:cs typeface="Arial"/>
              </a:rPr>
              <a:t>Execute</a:t>
            </a:r>
          </a:p>
        </p:txBody>
      </p:sp>
      <p:sp>
        <p:nvSpPr>
          <p:cNvPr id="17" name="Six demo turns&#10;across three lanes">
            <a:extLst xmlns:a="http://schemas.openxmlformats.org/drawingml/2006/main">
              <a:ext uri="{FF2B5EF4-FFF2-40B4-BE49-F238E27FC236}">
                <a16:creationId xmlns:a16="http://schemas.microsoft.com/office/drawing/2014/main" id="{C510ADCB-E44F-43D9-991D-364BA6D21082}"/>
              </a:ext>
            </a:extLst>
          </p:cNvPr>
          <p:cNvSpPr>
            <a:spLocks xmlns:a="http://schemas.openxmlformats.org/drawingml/2006/main" noGrp="1"/>
          </p:cNvSpPr>
          <p:nvPr/>
        </p:nvSpPr>
        <p:spPr>
          <a:xfrm xmlns:a="http://schemas.openxmlformats.org/drawingml/2006/main">
            <a:off x="5095875" y="4162425"/>
            <a:ext cx="20193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2616F"/>
                </a:solidFill>
                <a:latin typeface="Arial"/>
                <a:ea typeface="Arial"/>
                <a:cs typeface="Arial"/>
              </a:defRPr>
            </a:defPPr>
            <a:lvl1pPr algn="l">
              <a:defRPr sz="1800" b="0">
                <a:solidFill>
                  <a:srgbClr val="52616F"/>
                </a:solidFill>
                <a:latin typeface="Arial"/>
                <a:ea typeface="Arial"/>
                <a:cs typeface="Arial"/>
              </a:defRPr>
            </a:lvl1pPr>
            <a:lvl2pPr algn="l">
              <a:defRPr sz="1800" b="0">
                <a:solidFill>
                  <a:srgbClr val="52616F"/>
                </a:solidFill>
                <a:latin typeface="Arial"/>
                <a:ea typeface="Arial"/>
                <a:cs typeface="Arial"/>
              </a:defRPr>
            </a:lvl2pPr>
            <a:lvl3pPr algn="l">
              <a:defRPr sz="1800" b="0">
                <a:solidFill>
                  <a:srgbClr val="52616F"/>
                </a:solidFill>
                <a:latin typeface="Arial"/>
                <a:ea typeface="Arial"/>
                <a:cs typeface="Arial"/>
              </a:defRPr>
            </a:lvl3pPr>
            <a:lvl4pPr algn="l">
              <a:defRPr sz="1800" b="0">
                <a:solidFill>
                  <a:srgbClr val="52616F"/>
                </a:solidFill>
                <a:latin typeface="Arial"/>
                <a:ea typeface="Arial"/>
                <a:cs typeface="Arial"/>
              </a:defRPr>
            </a:lvl4pPr>
            <a:lvl5pPr algn="l">
              <a:defRPr sz="1800" b="0">
                <a:solidFill>
                  <a:srgbClr val="52616F"/>
                </a:solidFill>
                <a:latin typeface="Arial"/>
                <a:ea typeface="Arial"/>
                <a:cs typeface="Arial"/>
              </a:defRPr>
            </a:lvl5pPr>
            <a:lvl6pPr algn="l">
              <a:defRPr sz="1800" b="0">
                <a:solidFill>
                  <a:srgbClr val="52616F"/>
                </a:solidFill>
                <a:latin typeface="Arial"/>
                <a:ea typeface="Arial"/>
                <a:cs typeface="Arial"/>
              </a:defRPr>
            </a:lvl6pPr>
            <a:lvl7pPr algn="l">
              <a:defRPr sz="1800" b="0">
                <a:solidFill>
                  <a:srgbClr val="52616F"/>
                </a:solidFill>
                <a:latin typeface="Arial"/>
                <a:ea typeface="Arial"/>
                <a:cs typeface="Arial"/>
              </a:defRPr>
            </a:lvl7pPr>
            <a:lvl8pPr algn="l">
              <a:defRPr sz="1800" b="0">
                <a:solidFill>
                  <a:srgbClr val="52616F"/>
                </a:solidFill>
                <a:latin typeface="Arial"/>
                <a:ea typeface="Arial"/>
                <a:cs typeface="Arial"/>
              </a:defRPr>
            </a:lvl8pPr>
            <a:lvl9pPr algn="l">
              <a:defRPr sz="1800" b="0">
                <a:solidFill>
                  <a:srgbClr val="52616F"/>
                </a:solidFill>
                <a:latin typeface="Arial"/>
                <a:ea typeface="Arial"/>
                <a:cs typeface="Arial"/>
              </a:defRPr>
            </a:lvl9pPr>
          </a:lstStyle>
          <a:p xmlns:a="http://schemas.openxmlformats.org/drawingml/2006/main">
            <a:pPr algn="l">
              <a:defRPr sz="1800" b="0">
                <a:solidFill>
                  <a:srgbClr val="52616F"/>
                </a:solidFill>
                <a:latin typeface="Arial"/>
                <a:ea typeface="Arial"/>
                <a:cs typeface="Arial"/>
              </a:defRPr>
            </a:pPr>
            <a:r>
              <a:rPr sz="1800" b="0">
                <a:solidFill>
                  <a:srgbClr val="52616F"/>
                </a:solidFill>
                <a:latin typeface="Arial"/>
                <a:ea typeface="Arial"/>
                <a:cs typeface="Arial"/>
              </a:rPr>
              <a:t>Six demo turns</a:t>
            </a:r>
          </a:p>
          <a:p xmlns:a="http://schemas.openxmlformats.org/drawingml/2006/main">
            <a:pPr algn="l">
              <a:defRPr sz="1800" b="0">
                <a:solidFill>
                  <a:srgbClr val="52616F"/>
                </a:solidFill>
                <a:latin typeface="Arial"/>
                <a:ea typeface="Arial"/>
                <a:cs typeface="Arial"/>
              </a:defRPr>
            </a:pPr>
            <a:r>
              <a:rPr sz="1800" b="0">
                <a:solidFill>
                  <a:srgbClr val="52616F"/>
                </a:solidFill>
                <a:latin typeface="Arial"/>
                <a:ea typeface="Arial"/>
                <a:cs typeface="Arial"/>
              </a:rPr>
              <a:t>across three lanes</a:t>
            </a:r>
          </a:p>
        </p:txBody>
      </p:sp>
      <p:sp>
        <p:nvSpPr>
          <p:cNvPr id="18" name="04">
            <a:extLst xmlns:a="http://schemas.openxmlformats.org/drawingml/2006/main">
              <a:ext uri="{FF2B5EF4-FFF2-40B4-BE49-F238E27FC236}">
                <a16:creationId xmlns:a16="http://schemas.microsoft.com/office/drawing/2014/main" id="{032947B9-8BA0-4BA7-894C-97F6FD406F24}"/>
              </a:ext>
            </a:extLst>
          </p:cNvPr>
          <p:cNvSpPr>
            <a:spLocks xmlns:a="http://schemas.openxmlformats.org/drawingml/2006/main" noGrp="1"/>
          </p:cNvSpPr>
          <p:nvPr/>
        </p:nvSpPr>
        <p:spPr>
          <a:xfrm xmlns:a="http://schemas.openxmlformats.org/drawingml/2006/main">
            <a:off x="7334250" y="2495550"/>
            <a:ext cx="18573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087E78"/>
                </a:solidFill>
                <a:latin typeface="Arial"/>
                <a:ea typeface="Arial"/>
                <a:cs typeface="Arial"/>
              </a:defRPr>
            </a:defPPr>
            <a:lvl1pPr algn="l">
              <a:defRPr sz="3300" b="1">
                <a:solidFill>
                  <a:srgbClr val="087E78"/>
                </a:solidFill>
                <a:latin typeface="Arial"/>
                <a:ea typeface="Arial"/>
                <a:cs typeface="Arial"/>
              </a:defRPr>
            </a:lvl1pPr>
            <a:lvl2pPr algn="l">
              <a:defRPr sz="3300" b="1">
                <a:solidFill>
                  <a:srgbClr val="087E78"/>
                </a:solidFill>
                <a:latin typeface="Arial"/>
                <a:ea typeface="Arial"/>
                <a:cs typeface="Arial"/>
              </a:defRPr>
            </a:lvl2pPr>
            <a:lvl3pPr algn="l">
              <a:defRPr sz="3300" b="1">
                <a:solidFill>
                  <a:srgbClr val="087E78"/>
                </a:solidFill>
                <a:latin typeface="Arial"/>
                <a:ea typeface="Arial"/>
                <a:cs typeface="Arial"/>
              </a:defRPr>
            </a:lvl3pPr>
            <a:lvl4pPr algn="l">
              <a:defRPr sz="3300" b="1">
                <a:solidFill>
                  <a:srgbClr val="087E78"/>
                </a:solidFill>
                <a:latin typeface="Arial"/>
                <a:ea typeface="Arial"/>
                <a:cs typeface="Arial"/>
              </a:defRPr>
            </a:lvl4pPr>
            <a:lvl5pPr algn="l">
              <a:defRPr sz="3300" b="1">
                <a:solidFill>
                  <a:srgbClr val="087E78"/>
                </a:solidFill>
                <a:latin typeface="Arial"/>
                <a:ea typeface="Arial"/>
                <a:cs typeface="Arial"/>
              </a:defRPr>
            </a:lvl5pPr>
            <a:lvl6pPr algn="l">
              <a:defRPr sz="3300" b="1">
                <a:solidFill>
                  <a:srgbClr val="087E78"/>
                </a:solidFill>
                <a:latin typeface="Arial"/>
                <a:ea typeface="Arial"/>
                <a:cs typeface="Arial"/>
              </a:defRPr>
            </a:lvl6pPr>
            <a:lvl7pPr algn="l">
              <a:defRPr sz="3300" b="1">
                <a:solidFill>
                  <a:srgbClr val="087E78"/>
                </a:solidFill>
                <a:latin typeface="Arial"/>
                <a:ea typeface="Arial"/>
                <a:cs typeface="Arial"/>
              </a:defRPr>
            </a:lvl7pPr>
            <a:lvl8pPr algn="l">
              <a:defRPr sz="3300" b="1">
                <a:solidFill>
                  <a:srgbClr val="087E78"/>
                </a:solidFill>
                <a:latin typeface="Arial"/>
                <a:ea typeface="Arial"/>
                <a:cs typeface="Arial"/>
              </a:defRPr>
            </a:lvl8pPr>
            <a:lvl9pPr algn="l">
              <a:defRPr sz="3300" b="1">
                <a:solidFill>
                  <a:srgbClr val="087E78"/>
                </a:solidFill>
                <a:latin typeface="Arial"/>
                <a:ea typeface="Arial"/>
                <a:cs typeface="Arial"/>
              </a:defRPr>
            </a:lvl9pPr>
          </a:lstStyle>
          <a:p xmlns:a="http://schemas.openxmlformats.org/drawingml/2006/main">
            <a:pPr algn="l">
              <a:defRPr sz="3300" b="1">
                <a:solidFill>
                  <a:srgbClr val="087E78"/>
                </a:solidFill>
                <a:latin typeface="Arial"/>
                <a:ea typeface="Arial"/>
                <a:cs typeface="Arial"/>
              </a:defRPr>
            </a:pPr>
            <a:r>
              <a:rPr sz="3300" b="1">
                <a:solidFill>
                  <a:srgbClr val="087E78"/>
                </a:solidFill>
                <a:latin typeface="Arial"/>
                <a:ea typeface="Arial"/>
                <a:cs typeface="Arial"/>
              </a:rPr>
              <a:t>04</a:t>
            </a:r>
          </a:p>
        </p:txBody>
      </p:sp>
      <p:sp>
        <p:nvSpPr>
          <p:cNvPr id="19" name="Seal">
            <a:extLst xmlns:a="http://schemas.openxmlformats.org/drawingml/2006/main">
              <a:ext uri="{FF2B5EF4-FFF2-40B4-BE49-F238E27FC236}">
                <a16:creationId xmlns:a16="http://schemas.microsoft.com/office/drawing/2014/main" id="{239A0609-3EA0-4FB9-950D-0A5DBE6620E9}"/>
              </a:ext>
            </a:extLst>
          </p:cNvPr>
          <p:cNvSpPr>
            <a:spLocks xmlns:a="http://schemas.openxmlformats.org/drawingml/2006/main" noGrp="1"/>
          </p:cNvSpPr>
          <p:nvPr/>
        </p:nvSpPr>
        <p:spPr>
          <a:xfrm xmlns:a="http://schemas.openxmlformats.org/drawingml/2006/main">
            <a:off x="7334250" y="3209925"/>
            <a:ext cx="2000250" cy="742950"/>
          </a:xfrm>
          <a:prstGeom xmlns:a="http://schemas.openxmlformats.org/drawingml/2006/main" prst="rect">
            <a:avLst/>
          </a:prstGeom>
          <a:solidFill xmlns:a="http://schemas.openxmlformats.org/drawingml/2006/main">
            <a:srgbClr val="FFFFFF"/>
          </a:solidFill>
          <a:ln xmlns:a="http://schemas.openxmlformats.org/drawingml/2006/main" w="14288">
            <a:solidFill>
              <a:srgbClr val="087E78"/>
            </a:solidFill>
          </a:ln>
        </p:spPr>
        <p:txBody>
          <a:bodyPr xmlns:a="http://schemas.openxmlformats.org/drawingml/2006/main" lIns="114300" tIns="114300" rIns="114300" bIns="114300" anchor="ctr">
            <a:noAutofit/>
          </a:bodyPr>
          <a:lstStyle xmlns:a="http://schemas.openxmlformats.org/drawingml/2006/main">
            <a:defPPr algn="ctr">
              <a:defRPr sz="2175" b="1">
                <a:solidFill>
                  <a:srgbClr val="0A1420"/>
                </a:solidFill>
                <a:latin typeface="Arial"/>
                <a:ea typeface="Arial"/>
                <a:cs typeface="Arial"/>
              </a:defRPr>
            </a:defPPr>
            <a:lvl1pPr algn="ctr">
              <a:defRPr sz="2175" b="1">
                <a:solidFill>
                  <a:srgbClr val="0A1420"/>
                </a:solidFill>
                <a:latin typeface="Arial"/>
                <a:ea typeface="Arial"/>
                <a:cs typeface="Arial"/>
              </a:defRPr>
            </a:lvl1pPr>
            <a:lvl2pPr algn="ctr">
              <a:defRPr sz="2175" b="1">
                <a:solidFill>
                  <a:srgbClr val="0A1420"/>
                </a:solidFill>
                <a:latin typeface="Arial"/>
                <a:ea typeface="Arial"/>
                <a:cs typeface="Arial"/>
              </a:defRPr>
            </a:lvl2pPr>
            <a:lvl3pPr algn="ctr">
              <a:defRPr sz="2175" b="1">
                <a:solidFill>
                  <a:srgbClr val="0A1420"/>
                </a:solidFill>
                <a:latin typeface="Arial"/>
                <a:ea typeface="Arial"/>
                <a:cs typeface="Arial"/>
              </a:defRPr>
            </a:lvl3pPr>
            <a:lvl4pPr algn="ctr">
              <a:defRPr sz="2175" b="1">
                <a:solidFill>
                  <a:srgbClr val="0A1420"/>
                </a:solidFill>
                <a:latin typeface="Arial"/>
                <a:ea typeface="Arial"/>
                <a:cs typeface="Arial"/>
              </a:defRPr>
            </a:lvl4pPr>
            <a:lvl5pPr algn="ctr">
              <a:defRPr sz="2175" b="1">
                <a:solidFill>
                  <a:srgbClr val="0A1420"/>
                </a:solidFill>
                <a:latin typeface="Arial"/>
                <a:ea typeface="Arial"/>
                <a:cs typeface="Arial"/>
              </a:defRPr>
            </a:lvl5pPr>
            <a:lvl6pPr algn="ctr">
              <a:defRPr sz="2175" b="1">
                <a:solidFill>
                  <a:srgbClr val="0A1420"/>
                </a:solidFill>
                <a:latin typeface="Arial"/>
                <a:ea typeface="Arial"/>
                <a:cs typeface="Arial"/>
              </a:defRPr>
            </a:lvl6pPr>
            <a:lvl7pPr algn="ctr">
              <a:defRPr sz="2175" b="1">
                <a:solidFill>
                  <a:srgbClr val="0A1420"/>
                </a:solidFill>
                <a:latin typeface="Arial"/>
                <a:ea typeface="Arial"/>
                <a:cs typeface="Arial"/>
              </a:defRPr>
            </a:lvl7pPr>
            <a:lvl8pPr algn="ctr">
              <a:defRPr sz="2175" b="1">
                <a:solidFill>
                  <a:srgbClr val="0A1420"/>
                </a:solidFill>
                <a:latin typeface="Arial"/>
                <a:ea typeface="Arial"/>
                <a:cs typeface="Arial"/>
              </a:defRPr>
            </a:lvl8pPr>
            <a:lvl9pPr algn="ctr">
              <a:defRPr sz="2175" b="1">
                <a:solidFill>
                  <a:srgbClr val="0A1420"/>
                </a:solidFill>
                <a:latin typeface="Arial"/>
                <a:ea typeface="Arial"/>
                <a:cs typeface="Arial"/>
              </a:defRPr>
            </a:lvl9pPr>
          </a:lstStyle>
          <a:p xmlns:a="http://schemas.openxmlformats.org/drawingml/2006/main">
            <a:pPr algn="ctr">
              <a:defRPr sz="2175" b="1">
                <a:solidFill>
                  <a:srgbClr val="0A1420"/>
                </a:solidFill>
                <a:latin typeface="Arial"/>
                <a:ea typeface="Arial"/>
                <a:cs typeface="Arial"/>
              </a:defRPr>
            </a:pPr>
            <a:r>
              <a:rPr sz="2175" b="1">
                <a:solidFill>
                  <a:srgbClr val="0A1420"/>
                </a:solidFill>
                <a:latin typeface="Arial"/>
                <a:ea typeface="Arial"/>
                <a:cs typeface="Arial"/>
              </a:rPr>
              <a:t>Seal</a:t>
            </a:r>
          </a:p>
        </p:txBody>
      </p:sp>
      <p:sp>
        <p:nvSpPr>
          <p:cNvPr id="20" name="Finish, close and&#10;authorized release">
            <a:extLst xmlns:a="http://schemas.openxmlformats.org/drawingml/2006/main">
              <a:ext uri="{FF2B5EF4-FFF2-40B4-BE49-F238E27FC236}">
                <a16:creationId xmlns:a16="http://schemas.microsoft.com/office/drawing/2014/main" id="{DC84ACC6-69ED-48EA-B480-21DBF154B69A}"/>
              </a:ext>
            </a:extLst>
          </p:cNvPr>
          <p:cNvSpPr>
            <a:spLocks xmlns:a="http://schemas.openxmlformats.org/drawingml/2006/main" noGrp="1"/>
          </p:cNvSpPr>
          <p:nvPr/>
        </p:nvSpPr>
        <p:spPr>
          <a:xfrm xmlns:a="http://schemas.openxmlformats.org/drawingml/2006/main">
            <a:off x="7334250" y="4162425"/>
            <a:ext cx="20193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2616F"/>
                </a:solidFill>
                <a:latin typeface="Arial"/>
                <a:ea typeface="Arial"/>
                <a:cs typeface="Arial"/>
              </a:defRPr>
            </a:defPPr>
            <a:lvl1pPr algn="l">
              <a:defRPr sz="1800" b="0">
                <a:solidFill>
                  <a:srgbClr val="52616F"/>
                </a:solidFill>
                <a:latin typeface="Arial"/>
                <a:ea typeface="Arial"/>
                <a:cs typeface="Arial"/>
              </a:defRPr>
            </a:lvl1pPr>
            <a:lvl2pPr algn="l">
              <a:defRPr sz="1800" b="0">
                <a:solidFill>
                  <a:srgbClr val="52616F"/>
                </a:solidFill>
                <a:latin typeface="Arial"/>
                <a:ea typeface="Arial"/>
                <a:cs typeface="Arial"/>
              </a:defRPr>
            </a:lvl2pPr>
            <a:lvl3pPr algn="l">
              <a:defRPr sz="1800" b="0">
                <a:solidFill>
                  <a:srgbClr val="52616F"/>
                </a:solidFill>
                <a:latin typeface="Arial"/>
                <a:ea typeface="Arial"/>
                <a:cs typeface="Arial"/>
              </a:defRPr>
            </a:lvl3pPr>
            <a:lvl4pPr algn="l">
              <a:defRPr sz="1800" b="0">
                <a:solidFill>
                  <a:srgbClr val="52616F"/>
                </a:solidFill>
                <a:latin typeface="Arial"/>
                <a:ea typeface="Arial"/>
                <a:cs typeface="Arial"/>
              </a:defRPr>
            </a:lvl4pPr>
            <a:lvl5pPr algn="l">
              <a:defRPr sz="1800" b="0">
                <a:solidFill>
                  <a:srgbClr val="52616F"/>
                </a:solidFill>
                <a:latin typeface="Arial"/>
                <a:ea typeface="Arial"/>
                <a:cs typeface="Arial"/>
              </a:defRPr>
            </a:lvl5pPr>
            <a:lvl6pPr algn="l">
              <a:defRPr sz="1800" b="0">
                <a:solidFill>
                  <a:srgbClr val="52616F"/>
                </a:solidFill>
                <a:latin typeface="Arial"/>
                <a:ea typeface="Arial"/>
                <a:cs typeface="Arial"/>
              </a:defRPr>
            </a:lvl6pPr>
            <a:lvl7pPr algn="l">
              <a:defRPr sz="1800" b="0">
                <a:solidFill>
                  <a:srgbClr val="52616F"/>
                </a:solidFill>
                <a:latin typeface="Arial"/>
                <a:ea typeface="Arial"/>
                <a:cs typeface="Arial"/>
              </a:defRPr>
            </a:lvl7pPr>
            <a:lvl8pPr algn="l">
              <a:defRPr sz="1800" b="0">
                <a:solidFill>
                  <a:srgbClr val="52616F"/>
                </a:solidFill>
                <a:latin typeface="Arial"/>
                <a:ea typeface="Arial"/>
                <a:cs typeface="Arial"/>
              </a:defRPr>
            </a:lvl8pPr>
            <a:lvl9pPr algn="l">
              <a:defRPr sz="1800" b="0">
                <a:solidFill>
                  <a:srgbClr val="52616F"/>
                </a:solidFill>
                <a:latin typeface="Arial"/>
                <a:ea typeface="Arial"/>
                <a:cs typeface="Arial"/>
              </a:defRPr>
            </a:lvl9pPr>
          </a:lstStyle>
          <a:p xmlns:a="http://schemas.openxmlformats.org/drawingml/2006/main">
            <a:pPr algn="l">
              <a:defRPr sz="1800" b="0">
                <a:solidFill>
                  <a:srgbClr val="52616F"/>
                </a:solidFill>
                <a:latin typeface="Arial"/>
                <a:ea typeface="Arial"/>
                <a:cs typeface="Arial"/>
              </a:defRPr>
            </a:pPr>
            <a:r>
              <a:rPr sz="1800" b="0">
                <a:solidFill>
                  <a:srgbClr val="52616F"/>
                </a:solidFill>
                <a:latin typeface="Arial"/>
                <a:ea typeface="Arial"/>
                <a:cs typeface="Arial"/>
              </a:rPr>
              <a:t>Finish, close and</a:t>
            </a:r>
          </a:p>
          <a:p xmlns:a="http://schemas.openxmlformats.org/drawingml/2006/main">
            <a:pPr algn="l">
              <a:defRPr sz="1800" b="0">
                <a:solidFill>
                  <a:srgbClr val="52616F"/>
                </a:solidFill>
                <a:latin typeface="Arial"/>
                <a:ea typeface="Arial"/>
                <a:cs typeface="Arial"/>
              </a:defRPr>
            </a:pPr>
            <a:r>
              <a:rPr sz="1800" b="0">
                <a:solidFill>
                  <a:srgbClr val="52616F"/>
                </a:solidFill>
                <a:latin typeface="Arial"/>
                <a:ea typeface="Arial"/>
                <a:cs typeface="Arial"/>
              </a:rPr>
              <a:t>authorized release</a:t>
            </a:r>
          </a:p>
        </p:txBody>
      </p:sp>
      <p:sp>
        <p:nvSpPr>
          <p:cNvPr id="21" name="05">
            <a:extLst xmlns:a="http://schemas.openxmlformats.org/drawingml/2006/main">
              <a:ext uri="{FF2B5EF4-FFF2-40B4-BE49-F238E27FC236}">
                <a16:creationId xmlns:a16="http://schemas.microsoft.com/office/drawing/2014/main" id="{362ECD2D-3C1A-4AC5-AE50-4EB910B946CA}"/>
              </a:ext>
            </a:extLst>
          </p:cNvPr>
          <p:cNvSpPr>
            <a:spLocks xmlns:a="http://schemas.openxmlformats.org/drawingml/2006/main" noGrp="1"/>
          </p:cNvSpPr>
          <p:nvPr/>
        </p:nvSpPr>
        <p:spPr>
          <a:xfrm xmlns:a="http://schemas.openxmlformats.org/drawingml/2006/main">
            <a:off x="9572625" y="2495550"/>
            <a:ext cx="18573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087E78"/>
                </a:solidFill>
                <a:latin typeface="Arial"/>
                <a:ea typeface="Arial"/>
                <a:cs typeface="Arial"/>
              </a:defRPr>
            </a:defPPr>
            <a:lvl1pPr algn="l">
              <a:defRPr sz="3300" b="1">
                <a:solidFill>
                  <a:srgbClr val="087E78"/>
                </a:solidFill>
                <a:latin typeface="Arial"/>
                <a:ea typeface="Arial"/>
                <a:cs typeface="Arial"/>
              </a:defRPr>
            </a:lvl1pPr>
            <a:lvl2pPr algn="l">
              <a:defRPr sz="3300" b="1">
                <a:solidFill>
                  <a:srgbClr val="087E78"/>
                </a:solidFill>
                <a:latin typeface="Arial"/>
                <a:ea typeface="Arial"/>
                <a:cs typeface="Arial"/>
              </a:defRPr>
            </a:lvl2pPr>
            <a:lvl3pPr algn="l">
              <a:defRPr sz="3300" b="1">
                <a:solidFill>
                  <a:srgbClr val="087E78"/>
                </a:solidFill>
                <a:latin typeface="Arial"/>
                <a:ea typeface="Arial"/>
                <a:cs typeface="Arial"/>
              </a:defRPr>
            </a:lvl3pPr>
            <a:lvl4pPr algn="l">
              <a:defRPr sz="3300" b="1">
                <a:solidFill>
                  <a:srgbClr val="087E78"/>
                </a:solidFill>
                <a:latin typeface="Arial"/>
                <a:ea typeface="Arial"/>
                <a:cs typeface="Arial"/>
              </a:defRPr>
            </a:lvl4pPr>
            <a:lvl5pPr algn="l">
              <a:defRPr sz="3300" b="1">
                <a:solidFill>
                  <a:srgbClr val="087E78"/>
                </a:solidFill>
                <a:latin typeface="Arial"/>
                <a:ea typeface="Arial"/>
                <a:cs typeface="Arial"/>
              </a:defRPr>
            </a:lvl5pPr>
            <a:lvl6pPr algn="l">
              <a:defRPr sz="3300" b="1">
                <a:solidFill>
                  <a:srgbClr val="087E78"/>
                </a:solidFill>
                <a:latin typeface="Arial"/>
                <a:ea typeface="Arial"/>
                <a:cs typeface="Arial"/>
              </a:defRPr>
            </a:lvl6pPr>
            <a:lvl7pPr algn="l">
              <a:defRPr sz="3300" b="1">
                <a:solidFill>
                  <a:srgbClr val="087E78"/>
                </a:solidFill>
                <a:latin typeface="Arial"/>
                <a:ea typeface="Arial"/>
                <a:cs typeface="Arial"/>
              </a:defRPr>
            </a:lvl7pPr>
            <a:lvl8pPr algn="l">
              <a:defRPr sz="3300" b="1">
                <a:solidFill>
                  <a:srgbClr val="087E78"/>
                </a:solidFill>
                <a:latin typeface="Arial"/>
                <a:ea typeface="Arial"/>
                <a:cs typeface="Arial"/>
              </a:defRPr>
            </a:lvl8pPr>
            <a:lvl9pPr algn="l">
              <a:defRPr sz="3300" b="1">
                <a:solidFill>
                  <a:srgbClr val="087E78"/>
                </a:solidFill>
                <a:latin typeface="Arial"/>
                <a:ea typeface="Arial"/>
                <a:cs typeface="Arial"/>
              </a:defRPr>
            </a:lvl9pPr>
          </a:lstStyle>
          <a:p xmlns:a="http://schemas.openxmlformats.org/drawingml/2006/main">
            <a:pPr algn="l">
              <a:defRPr sz="3300" b="1">
                <a:solidFill>
                  <a:srgbClr val="087E78"/>
                </a:solidFill>
                <a:latin typeface="Arial"/>
                <a:ea typeface="Arial"/>
                <a:cs typeface="Arial"/>
              </a:defRPr>
            </a:pPr>
            <a:r>
              <a:rPr sz="3300" b="1">
                <a:solidFill>
                  <a:srgbClr val="087E78"/>
                </a:solidFill>
                <a:latin typeface="Arial"/>
                <a:ea typeface="Arial"/>
                <a:cs typeface="Arial"/>
              </a:rPr>
              <a:t>05</a:t>
            </a:r>
          </a:p>
        </p:txBody>
      </p:sp>
      <p:sp>
        <p:nvSpPr>
          <p:cNvPr id="22" name="Verify">
            <a:extLst xmlns:a="http://schemas.openxmlformats.org/drawingml/2006/main">
              <a:ext uri="{FF2B5EF4-FFF2-40B4-BE49-F238E27FC236}">
                <a16:creationId xmlns:a16="http://schemas.microsoft.com/office/drawing/2014/main" id="{56FA7ADB-D319-420F-B2A9-F1EAAD55DE55}"/>
              </a:ext>
            </a:extLst>
          </p:cNvPr>
          <p:cNvSpPr>
            <a:spLocks xmlns:a="http://schemas.openxmlformats.org/drawingml/2006/main" noGrp="1"/>
          </p:cNvSpPr>
          <p:nvPr/>
        </p:nvSpPr>
        <p:spPr>
          <a:xfrm xmlns:a="http://schemas.openxmlformats.org/drawingml/2006/main">
            <a:off x="9572625" y="3209925"/>
            <a:ext cx="2000250" cy="742950"/>
          </a:xfrm>
          <a:prstGeom xmlns:a="http://schemas.openxmlformats.org/drawingml/2006/main" prst="rect">
            <a:avLst/>
          </a:prstGeom>
          <a:solidFill xmlns:a="http://schemas.openxmlformats.org/drawingml/2006/main">
            <a:srgbClr val="FFFFFF"/>
          </a:solidFill>
          <a:ln xmlns:a="http://schemas.openxmlformats.org/drawingml/2006/main" w="14288">
            <a:solidFill>
              <a:srgbClr val="087E78"/>
            </a:solidFill>
          </a:ln>
        </p:spPr>
        <p:txBody>
          <a:bodyPr xmlns:a="http://schemas.openxmlformats.org/drawingml/2006/main" lIns="114300" tIns="114300" rIns="114300" bIns="114300" anchor="ctr">
            <a:noAutofit/>
          </a:bodyPr>
          <a:lstStyle xmlns:a="http://schemas.openxmlformats.org/drawingml/2006/main">
            <a:defPPr algn="ctr">
              <a:defRPr sz="2175" b="1">
                <a:solidFill>
                  <a:srgbClr val="0A1420"/>
                </a:solidFill>
                <a:latin typeface="Arial"/>
                <a:ea typeface="Arial"/>
                <a:cs typeface="Arial"/>
              </a:defRPr>
            </a:defPPr>
            <a:lvl1pPr algn="ctr">
              <a:defRPr sz="2175" b="1">
                <a:solidFill>
                  <a:srgbClr val="0A1420"/>
                </a:solidFill>
                <a:latin typeface="Arial"/>
                <a:ea typeface="Arial"/>
                <a:cs typeface="Arial"/>
              </a:defRPr>
            </a:lvl1pPr>
            <a:lvl2pPr algn="ctr">
              <a:defRPr sz="2175" b="1">
                <a:solidFill>
                  <a:srgbClr val="0A1420"/>
                </a:solidFill>
                <a:latin typeface="Arial"/>
                <a:ea typeface="Arial"/>
                <a:cs typeface="Arial"/>
              </a:defRPr>
            </a:lvl2pPr>
            <a:lvl3pPr algn="ctr">
              <a:defRPr sz="2175" b="1">
                <a:solidFill>
                  <a:srgbClr val="0A1420"/>
                </a:solidFill>
                <a:latin typeface="Arial"/>
                <a:ea typeface="Arial"/>
                <a:cs typeface="Arial"/>
              </a:defRPr>
            </a:lvl3pPr>
            <a:lvl4pPr algn="ctr">
              <a:defRPr sz="2175" b="1">
                <a:solidFill>
                  <a:srgbClr val="0A1420"/>
                </a:solidFill>
                <a:latin typeface="Arial"/>
                <a:ea typeface="Arial"/>
                <a:cs typeface="Arial"/>
              </a:defRPr>
            </a:lvl4pPr>
            <a:lvl5pPr algn="ctr">
              <a:defRPr sz="2175" b="1">
                <a:solidFill>
                  <a:srgbClr val="0A1420"/>
                </a:solidFill>
                <a:latin typeface="Arial"/>
                <a:ea typeface="Arial"/>
                <a:cs typeface="Arial"/>
              </a:defRPr>
            </a:lvl5pPr>
            <a:lvl6pPr algn="ctr">
              <a:defRPr sz="2175" b="1">
                <a:solidFill>
                  <a:srgbClr val="0A1420"/>
                </a:solidFill>
                <a:latin typeface="Arial"/>
                <a:ea typeface="Arial"/>
                <a:cs typeface="Arial"/>
              </a:defRPr>
            </a:lvl6pPr>
            <a:lvl7pPr algn="ctr">
              <a:defRPr sz="2175" b="1">
                <a:solidFill>
                  <a:srgbClr val="0A1420"/>
                </a:solidFill>
                <a:latin typeface="Arial"/>
                <a:ea typeface="Arial"/>
                <a:cs typeface="Arial"/>
              </a:defRPr>
            </a:lvl7pPr>
            <a:lvl8pPr algn="ctr">
              <a:defRPr sz="2175" b="1">
                <a:solidFill>
                  <a:srgbClr val="0A1420"/>
                </a:solidFill>
                <a:latin typeface="Arial"/>
                <a:ea typeface="Arial"/>
                <a:cs typeface="Arial"/>
              </a:defRPr>
            </a:lvl8pPr>
            <a:lvl9pPr algn="ctr">
              <a:defRPr sz="2175" b="1">
                <a:solidFill>
                  <a:srgbClr val="0A1420"/>
                </a:solidFill>
                <a:latin typeface="Arial"/>
                <a:ea typeface="Arial"/>
                <a:cs typeface="Arial"/>
              </a:defRPr>
            </a:lvl9pPr>
          </a:lstStyle>
          <a:p xmlns:a="http://schemas.openxmlformats.org/drawingml/2006/main">
            <a:pPr algn="ctr">
              <a:defRPr sz="2175" b="1">
                <a:solidFill>
                  <a:srgbClr val="0A1420"/>
                </a:solidFill>
                <a:latin typeface="Arial"/>
                <a:ea typeface="Arial"/>
                <a:cs typeface="Arial"/>
              </a:defRPr>
            </a:pPr>
            <a:r>
              <a:rPr sz="2175" b="1">
                <a:solidFill>
                  <a:srgbClr val="0A1420"/>
                </a:solidFill>
                <a:latin typeface="Arial"/>
                <a:ea typeface="Arial"/>
                <a:cs typeface="Arial"/>
              </a:rPr>
              <a:t>Verify</a:t>
            </a:r>
          </a:p>
        </p:txBody>
      </p:sp>
      <p:sp>
        <p:nvSpPr>
          <p:cNvPr id="23" name="Separate offline&#10;evidence check">
            <a:extLst xmlns:a="http://schemas.openxmlformats.org/drawingml/2006/main">
              <a:ext uri="{FF2B5EF4-FFF2-40B4-BE49-F238E27FC236}">
                <a16:creationId xmlns:a16="http://schemas.microsoft.com/office/drawing/2014/main" id="{D1CB4A46-DFDF-4829-90C2-FA105D273346}"/>
              </a:ext>
            </a:extLst>
          </p:cNvPr>
          <p:cNvSpPr>
            <a:spLocks xmlns:a="http://schemas.openxmlformats.org/drawingml/2006/main" noGrp="1"/>
          </p:cNvSpPr>
          <p:nvPr/>
        </p:nvSpPr>
        <p:spPr>
          <a:xfrm xmlns:a="http://schemas.openxmlformats.org/drawingml/2006/main">
            <a:off x="9572625" y="4162425"/>
            <a:ext cx="20193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2616F"/>
                </a:solidFill>
                <a:latin typeface="Arial"/>
                <a:ea typeface="Arial"/>
                <a:cs typeface="Arial"/>
              </a:defRPr>
            </a:defPPr>
            <a:lvl1pPr algn="l">
              <a:defRPr sz="1800" b="0">
                <a:solidFill>
                  <a:srgbClr val="52616F"/>
                </a:solidFill>
                <a:latin typeface="Arial"/>
                <a:ea typeface="Arial"/>
                <a:cs typeface="Arial"/>
              </a:defRPr>
            </a:lvl1pPr>
            <a:lvl2pPr algn="l">
              <a:defRPr sz="1800" b="0">
                <a:solidFill>
                  <a:srgbClr val="52616F"/>
                </a:solidFill>
                <a:latin typeface="Arial"/>
                <a:ea typeface="Arial"/>
                <a:cs typeface="Arial"/>
              </a:defRPr>
            </a:lvl2pPr>
            <a:lvl3pPr algn="l">
              <a:defRPr sz="1800" b="0">
                <a:solidFill>
                  <a:srgbClr val="52616F"/>
                </a:solidFill>
                <a:latin typeface="Arial"/>
                <a:ea typeface="Arial"/>
                <a:cs typeface="Arial"/>
              </a:defRPr>
            </a:lvl3pPr>
            <a:lvl4pPr algn="l">
              <a:defRPr sz="1800" b="0">
                <a:solidFill>
                  <a:srgbClr val="52616F"/>
                </a:solidFill>
                <a:latin typeface="Arial"/>
                <a:ea typeface="Arial"/>
                <a:cs typeface="Arial"/>
              </a:defRPr>
            </a:lvl4pPr>
            <a:lvl5pPr algn="l">
              <a:defRPr sz="1800" b="0">
                <a:solidFill>
                  <a:srgbClr val="52616F"/>
                </a:solidFill>
                <a:latin typeface="Arial"/>
                <a:ea typeface="Arial"/>
                <a:cs typeface="Arial"/>
              </a:defRPr>
            </a:lvl5pPr>
            <a:lvl6pPr algn="l">
              <a:defRPr sz="1800" b="0">
                <a:solidFill>
                  <a:srgbClr val="52616F"/>
                </a:solidFill>
                <a:latin typeface="Arial"/>
                <a:ea typeface="Arial"/>
                <a:cs typeface="Arial"/>
              </a:defRPr>
            </a:lvl6pPr>
            <a:lvl7pPr algn="l">
              <a:defRPr sz="1800" b="0">
                <a:solidFill>
                  <a:srgbClr val="52616F"/>
                </a:solidFill>
                <a:latin typeface="Arial"/>
                <a:ea typeface="Arial"/>
                <a:cs typeface="Arial"/>
              </a:defRPr>
            </a:lvl7pPr>
            <a:lvl8pPr algn="l">
              <a:defRPr sz="1800" b="0">
                <a:solidFill>
                  <a:srgbClr val="52616F"/>
                </a:solidFill>
                <a:latin typeface="Arial"/>
                <a:ea typeface="Arial"/>
                <a:cs typeface="Arial"/>
              </a:defRPr>
            </a:lvl8pPr>
            <a:lvl9pPr algn="l">
              <a:defRPr sz="1800" b="0">
                <a:solidFill>
                  <a:srgbClr val="52616F"/>
                </a:solidFill>
                <a:latin typeface="Arial"/>
                <a:ea typeface="Arial"/>
                <a:cs typeface="Arial"/>
              </a:defRPr>
            </a:lvl9pPr>
          </a:lstStyle>
          <a:p xmlns:a="http://schemas.openxmlformats.org/drawingml/2006/main">
            <a:pPr algn="l">
              <a:defRPr sz="1800" b="0">
                <a:solidFill>
                  <a:srgbClr val="52616F"/>
                </a:solidFill>
                <a:latin typeface="Arial"/>
                <a:ea typeface="Arial"/>
                <a:cs typeface="Arial"/>
              </a:defRPr>
            </a:pPr>
            <a:r>
              <a:rPr sz="1800" b="0">
                <a:solidFill>
                  <a:srgbClr val="52616F"/>
                </a:solidFill>
                <a:latin typeface="Arial"/>
                <a:ea typeface="Arial"/>
                <a:cs typeface="Arial"/>
              </a:rPr>
              <a:t>Separate offline</a:t>
            </a:r>
          </a:p>
          <a:p xmlns:a="http://schemas.openxmlformats.org/drawingml/2006/main">
            <a:pPr algn="l">
              <a:defRPr sz="1800" b="0">
                <a:solidFill>
                  <a:srgbClr val="52616F"/>
                </a:solidFill>
                <a:latin typeface="Arial"/>
                <a:ea typeface="Arial"/>
                <a:cs typeface="Arial"/>
              </a:defRPr>
            </a:pPr>
            <a:r>
              <a:rPr sz="1800" b="0">
                <a:solidFill>
                  <a:srgbClr val="52616F"/>
                </a:solidFill>
                <a:latin typeface="Arial"/>
                <a:ea typeface="Arial"/>
                <a:cs typeface="Arial"/>
              </a:rPr>
              <a:t>evidence check</a:t>
            </a:r>
          </a:p>
        </p:txBody>
      </p:sp>
      <p:sp>
        <p:nvSpPr>
          <p:cNvPr id="24" name="ALLOW">
            <a:extLst xmlns:a="http://schemas.openxmlformats.org/drawingml/2006/main">
              <a:ext uri="{FF2B5EF4-FFF2-40B4-BE49-F238E27FC236}">
                <a16:creationId xmlns:a16="http://schemas.microsoft.com/office/drawing/2014/main" id="{917788EB-B88B-414E-953D-F8C0D9286AB7}"/>
              </a:ext>
            </a:extLst>
          </p:cNvPr>
          <p:cNvSpPr>
            <a:spLocks xmlns:a="http://schemas.openxmlformats.org/drawingml/2006/main" noGrp="1"/>
          </p:cNvSpPr>
          <p:nvPr/>
        </p:nvSpPr>
        <p:spPr>
          <a:xfrm xmlns:a="http://schemas.openxmlformats.org/drawingml/2006/main">
            <a:off x="619125" y="5429250"/>
            <a:ext cx="276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87E78"/>
                </a:solidFill>
                <a:latin typeface="Arial"/>
                <a:ea typeface="Arial"/>
                <a:cs typeface="Arial"/>
              </a:defRPr>
            </a:defPPr>
            <a:lvl1pPr algn="l">
              <a:defRPr sz="2175" b="1">
                <a:solidFill>
                  <a:srgbClr val="087E78"/>
                </a:solidFill>
                <a:latin typeface="Arial"/>
                <a:ea typeface="Arial"/>
                <a:cs typeface="Arial"/>
              </a:defRPr>
            </a:lvl1pPr>
            <a:lvl2pPr algn="l">
              <a:defRPr sz="2175" b="1">
                <a:solidFill>
                  <a:srgbClr val="087E78"/>
                </a:solidFill>
                <a:latin typeface="Arial"/>
                <a:ea typeface="Arial"/>
                <a:cs typeface="Arial"/>
              </a:defRPr>
            </a:lvl2pPr>
            <a:lvl3pPr algn="l">
              <a:defRPr sz="2175" b="1">
                <a:solidFill>
                  <a:srgbClr val="087E78"/>
                </a:solidFill>
                <a:latin typeface="Arial"/>
                <a:ea typeface="Arial"/>
                <a:cs typeface="Arial"/>
              </a:defRPr>
            </a:lvl3pPr>
            <a:lvl4pPr algn="l">
              <a:defRPr sz="2175" b="1">
                <a:solidFill>
                  <a:srgbClr val="087E78"/>
                </a:solidFill>
                <a:latin typeface="Arial"/>
                <a:ea typeface="Arial"/>
                <a:cs typeface="Arial"/>
              </a:defRPr>
            </a:lvl4pPr>
            <a:lvl5pPr algn="l">
              <a:defRPr sz="2175" b="1">
                <a:solidFill>
                  <a:srgbClr val="087E78"/>
                </a:solidFill>
                <a:latin typeface="Arial"/>
                <a:ea typeface="Arial"/>
                <a:cs typeface="Arial"/>
              </a:defRPr>
            </a:lvl5pPr>
            <a:lvl6pPr algn="l">
              <a:defRPr sz="2175" b="1">
                <a:solidFill>
                  <a:srgbClr val="087E78"/>
                </a:solidFill>
                <a:latin typeface="Arial"/>
                <a:ea typeface="Arial"/>
                <a:cs typeface="Arial"/>
              </a:defRPr>
            </a:lvl6pPr>
            <a:lvl7pPr algn="l">
              <a:defRPr sz="2175" b="1">
                <a:solidFill>
                  <a:srgbClr val="087E78"/>
                </a:solidFill>
                <a:latin typeface="Arial"/>
                <a:ea typeface="Arial"/>
                <a:cs typeface="Arial"/>
              </a:defRPr>
            </a:lvl7pPr>
            <a:lvl8pPr algn="l">
              <a:defRPr sz="2175" b="1">
                <a:solidFill>
                  <a:srgbClr val="087E78"/>
                </a:solidFill>
                <a:latin typeface="Arial"/>
                <a:ea typeface="Arial"/>
                <a:cs typeface="Arial"/>
              </a:defRPr>
            </a:lvl8pPr>
            <a:lvl9pPr algn="l">
              <a:defRPr sz="2175" b="1">
                <a:solidFill>
                  <a:srgbClr val="087E78"/>
                </a:solidFill>
                <a:latin typeface="Arial"/>
                <a:ea typeface="Arial"/>
                <a:cs typeface="Arial"/>
              </a:defRPr>
            </a:lvl9pPr>
          </a:lstStyle>
          <a:p xmlns:a="http://schemas.openxmlformats.org/drawingml/2006/main">
            <a:pPr algn="l">
              <a:defRPr sz="2175" b="1">
                <a:solidFill>
                  <a:srgbClr val="087E78"/>
                </a:solidFill>
                <a:latin typeface="Arial"/>
                <a:ea typeface="Arial"/>
                <a:cs typeface="Arial"/>
              </a:defRPr>
            </a:pPr>
            <a:r>
              <a:rPr sz="2175" b="1">
                <a:solidFill>
                  <a:srgbClr val="087E78"/>
                </a:solidFill>
                <a:latin typeface="Arial"/>
                <a:ea typeface="Arial"/>
                <a:cs typeface="Arial"/>
              </a:rPr>
              <a:t>ALLOW</a:t>
            </a:r>
          </a:p>
        </p:txBody>
      </p:sp>
      <p:sp>
        <p:nvSpPr>
          <p:cNvPr id="25" name="BLOCK">
            <a:extLst xmlns:a="http://schemas.openxmlformats.org/drawingml/2006/main">
              <a:ext uri="{FF2B5EF4-FFF2-40B4-BE49-F238E27FC236}">
                <a16:creationId xmlns:a16="http://schemas.microsoft.com/office/drawing/2014/main" id="{DA41FD72-0B80-40DE-9F99-5D1012C7EFF5}"/>
              </a:ext>
            </a:extLst>
          </p:cNvPr>
          <p:cNvSpPr>
            <a:spLocks xmlns:a="http://schemas.openxmlformats.org/drawingml/2006/main" noGrp="1"/>
          </p:cNvSpPr>
          <p:nvPr/>
        </p:nvSpPr>
        <p:spPr>
          <a:xfrm xmlns:a="http://schemas.openxmlformats.org/drawingml/2006/main">
            <a:off x="4476750" y="5429250"/>
            <a:ext cx="276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C95045"/>
                </a:solidFill>
                <a:latin typeface="Arial"/>
                <a:ea typeface="Arial"/>
                <a:cs typeface="Arial"/>
              </a:defRPr>
            </a:defPPr>
            <a:lvl1pPr algn="l">
              <a:defRPr sz="2175" b="1">
                <a:solidFill>
                  <a:srgbClr val="C95045"/>
                </a:solidFill>
                <a:latin typeface="Arial"/>
                <a:ea typeface="Arial"/>
                <a:cs typeface="Arial"/>
              </a:defRPr>
            </a:lvl1pPr>
            <a:lvl2pPr algn="l">
              <a:defRPr sz="2175" b="1">
                <a:solidFill>
                  <a:srgbClr val="C95045"/>
                </a:solidFill>
                <a:latin typeface="Arial"/>
                <a:ea typeface="Arial"/>
                <a:cs typeface="Arial"/>
              </a:defRPr>
            </a:lvl2pPr>
            <a:lvl3pPr algn="l">
              <a:defRPr sz="2175" b="1">
                <a:solidFill>
                  <a:srgbClr val="C95045"/>
                </a:solidFill>
                <a:latin typeface="Arial"/>
                <a:ea typeface="Arial"/>
                <a:cs typeface="Arial"/>
              </a:defRPr>
            </a:lvl3pPr>
            <a:lvl4pPr algn="l">
              <a:defRPr sz="2175" b="1">
                <a:solidFill>
                  <a:srgbClr val="C95045"/>
                </a:solidFill>
                <a:latin typeface="Arial"/>
                <a:ea typeface="Arial"/>
                <a:cs typeface="Arial"/>
              </a:defRPr>
            </a:lvl4pPr>
            <a:lvl5pPr algn="l">
              <a:defRPr sz="2175" b="1">
                <a:solidFill>
                  <a:srgbClr val="C95045"/>
                </a:solidFill>
                <a:latin typeface="Arial"/>
                <a:ea typeface="Arial"/>
                <a:cs typeface="Arial"/>
              </a:defRPr>
            </a:lvl5pPr>
            <a:lvl6pPr algn="l">
              <a:defRPr sz="2175" b="1">
                <a:solidFill>
                  <a:srgbClr val="C95045"/>
                </a:solidFill>
                <a:latin typeface="Arial"/>
                <a:ea typeface="Arial"/>
                <a:cs typeface="Arial"/>
              </a:defRPr>
            </a:lvl6pPr>
            <a:lvl7pPr algn="l">
              <a:defRPr sz="2175" b="1">
                <a:solidFill>
                  <a:srgbClr val="C95045"/>
                </a:solidFill>
                <a:latin typeface="Arial"/>
                <a:ea typeface="Arial"/>
                <a:cs typeface="Arial"/>
              </a:defRPr>
            </a:lvl7pPr>
            <a:lvl8pPr algn="l">
              <a:defRPr sz="2175" b="1">
                <a:solidFill>
                  <a:srgbClr val="C95045"/>
                </a:solidFill>
                <a:latin typeface="Arial"/>
                <a:ea typeface="Arial"/>
                <a:cs typeface="Arial"/>
              </a:defRPr>
            </a:lvl8pPr>
            <a:lvl9pPr algn="l">
              <a:defRPr sz="2175" b="1">
                <a:solidFill>
                  <a:srgbClr val="C95045"/>
                </a:solidFill>
                <a:latin typeface="Arial"/>
                <a:ea typeface="Arial"/>
                <a:cs typeface="Arial"/>
              </a:defRPr>
            </a:lvl9pPr>
          </a:lstStyle>
          <a:p xmlns:a="http://schemas.openxmlformats.org/drawingml/2006/main">
            <a:pPr algn="l">
              <a:defRPr sz="2175" b="1">
                <a:solidFill>
                  <a:srgbClr val="C95045"/>
                </a:solidFill>
                <a:latin typeface="Arial"/>
                <a:ea typeface="Arial"/>
                <a:cs typeface="Arial"/>
              </a:defRPr>
            </a:pPr>
            <a:r>
              <a:rPr sz="2175" b="1">
                <a:solidFill>
                  <a:srgbClr val="C95045"/>
                </a:solidFill>
                <a:latin typeface="Arial"/>
                <a:ea typeface="Arial"/>
                <a:cs typeface="Arial"/>
              </a:rPr>
              <a:t>BLOCK</a:t>
            </a:r>
          </a:p>
        </p:txBody>
      </p:sp>
      <p:sp>
        <p:nvSpPr>
          <p:cNvPr id="26" name="SANITIZE">
            <a:extLst xmlns:a="http://schemas.openxmlformats.org/drawingml/2006/main">
              <a:ext uri="{FF2B5EF4-FFF2-40B4-BE49-F238E27FC236}">
                <a16:creationId xmlns:a16="http://schemas.microsoft.com/office/drawing/2014/main" id="{945570CF-8400-47D6-B40B-1C74EB6E7163}"/>
              </a:ext>
            </a:extLst>
          </p:cNvPr>
          <p:cNvSpPr>
            <a:spLocks xmlns:a="http://schemas.openxmlformats.org/drawingml/2006/main" noGrp="1"/>
          </p:cNvSpPr>
          <p:nvPr/>
        </p:nvSpPr>
        <p:spPr>
          <a:xfrm xmlns:a="http://schemas.openxmlformats.org/drawingml/2006/main">
            <a:off x="8286750" y="5429250"/>
            <a:ext cx="314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BA782C"/>
                </a:solidFill>
                <a:latin typeface="Arial"/>
                <a:ea typeface="Arial"/>
                <a:cs typeface="Arial"/>
              </a:defRPr>
            </a:defPPr>
            <a:lvl1pPr algn="l">
              <a:defRPr sz="2175" b="1">
                <a:solidFill>
                  <a:srgbClr val="BA782C"/>
                </a:solidFill>
                <a:latin typeface="Arial"/>
                <a:ea typeface="Arial"/>
                <a:cs typeface="Arial"/>
              </a:defRPr>
            </a:lvl1pPr>
            <a:lvl2pPr algn="l">
              <a:defRPr sz="2175" b="1">
                <a:solidFill>
                  <a:srgbClr val="BA782C"/>
                </a:solidFill>
                <a:latin typeface="Arial"/>
                <a:ea typeface="Arial"/>
                <a:cs typeface="Arial"/>
              </a:defRPr>
            </a:lvl2pPr>
            <a:lvl3pPr algn="l">
              <a:defRPr sz="2175" b="1">
                <a:solidFill>
                  <a:srgbClr val="BA782C"/>
                </a:solidFill>
                <a:latin typeface="Arial"/>
                <a:ea typeface="Arial"/>
                <a:cs typeface="Arial"/>
              </a:defRPr>
            </a:lvl3pPr>
            <a:lvl4pPr algn="l">
              <a:defRPr sz="2175" b="1">
                <a:solidFill>
                  <a:srgbClr val="BA782C"/>
                </a:solidFill>
                <a:latin typeface="Arial"/>
                <a:ea typeface="Arial"/>
                <a:cs typeface="Arial"/>
              </a:defRPr>
            </a:lvl4pPr>
            <a:lvl5pPr algn="l">
              <a:defRPr sz="2175" b="1">
                <a:solidFill>
                  <a:srgbClr val="BA782C"/>
                </a:solidFill>
                <a:latin typeface="Arial"/>
                <a:ea typeface="Arial"/>
                <a:cs typeface="Arial"/>
              </a:defRPr>
            </a:lvl5pPr>
            <a:lvl6pPr algn="l">
              <a:defRPr sz="2175" b="1">
                <a:solidFill>
                  <a:srgbClr val="BA782C"/>
                </a:solidFill>
                <a:latin typeface="Arial"/>
                <a:ea typeface="Arial"/>
                <a:cs typeface="Arial"/>
              </a:defRPr>
            </a:lvl6pPr>
            <a:lvl7pPr algn="l">
              <a:defRPr sz="2175" b="1">
                <a:solidFill>
                  <a:srgbClr val="BA782C"/>
                </a:solidFill>
                <a:latin typeface="Arial"/>
                <a:ea typeface="Arial"/>
                <a:cs typeface="Arial"/>
              </a:defRPr>
            </a:lvl7pPr>
            <a:lvl8pPr algn="l">
              <a:defRPr sz="2175" b="1">
                <a:solidFill>
                  <a:srgbClr val="BA782C"/>
                </a:solidFill>
                <a:latin typeface="Arial"/>
                <a:ea typeface="Arial"/>
                <a:cs typeface="Arial"/>
              </a:defRPr>
            </a:lvl8pPr>
            <a:lvl9pPr algn="l">
              <a:defRPr sz="2175" b="1">
                <a:solidFill>
                  <a:srgbClr val="BA782C"/>
                </a:solidFill>
                <a:latin typeface="Arial"/>
                <a:ea typeface="Arial"/>
                <a:cs typeface="Arial"/>
              </a:defRPr>
            </a:lvl9pPr>
          </a:lstStyle>
          <a:p xmlns:a="http://schemas.openxmlformats.org/drawingml/2006/main">
            <a:pPr algn="l">
              <a:defRPr sz="2175" b="1">
                <a:solidFill>
                  <a:srgbClr val="BA782C"/>
                </a:solidFill>
                <a:latin typeface="Arial"/>
                <a:ea typeface="Arial"/>
                <a:cs typeface="Arial"/>
              </a:defRPr>
            </a:pPr>
            <a:r>
              <a:rPr sz="2175" b="1">
                <a:solidFill>
                  <a:srgbClr val="BA782C"/>
                </a:solidFill>
                <a:latin typeface="Arial"/>
                <a:ea typeface="Arial"/>
                <a:cs typeface="Arial"/>
              </a:rPr>
              <a:t>SANITIZE</a:t>
            </a:r>
          </a:p>
        </p:txBody>
      </p:sp>
      <p:sp>
        <p:nvSpPr>
          <p:cNvPr id="27" name="The defense returns a typed disposition. The broker controls whether a">
            <a:extLst xmlns:a="http://schemas.openxmlformats.org/drawingml/2006/main">
              <a:ext uri="{FF2B5EF4-FFF2-40B4-BE49-F238E27FC236}">
                <a16:creationId xmlns:a16="http://schemas.microsoft.com/office/drawing/2014/main" id="{506FFA4B-A9B3-4839-B966-ED583183C852}"/>
              </a:ext>
            </a:extLst>
          </p:cNvPr>
          <p:cNvSpPr>
            <a:spLocks xmlns:a="http://schemas.openxmlformats.org/drawingml/2006/main" noGrp="1"/>
          </p:cNvSpPr>
          <p:nvPr/>
        </p:nvSpPr>
        <p:spPr>
          <a:xfrm xmlns:a="http://schemas.openxmlformats.org/drawingml/2006/main">
            <a:off x="609600" y="6191250"/>
            <a:ext cx="10191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2616F"/>
                </a:solidFill>
                <a:latin typeface="Arial"/>
                <a:ea typeface="Arial"/>
                <a:cs typeface="Arial"/>
              </a:defRPr>
            </a:defPPr>
            <a:lvl1pPr algn="l">
              <a:defRPr sz="1350" b="0">
                <a:solidFill>
                  <a:srgbClr val="52616F"/>
                </a:solidFill>
                <a:latin typeface="Arial"/>
                <a:ea typeface="Arial"/>
                <a:cs typeface="Arial"/>
              </a:defRPr>
            </a:lvl1pPr>
            <a:lvl2pPr algn="l">
              <a:defRPr sz="1350" b="0">
                <a:solidFill>
                  <a:srgbClr val="52616F"/>
                </a:solidFill>
                <a:latin typeface="Arial"/>
                <a:ea typeface="Arial"/>
                <a:cs typeface="Arial"/>
              </a:defRPr>
            </a:lvl2pPr>
            <a:lvl3pPr algn="l">
              <a:defRPr sz="1350" b="0">
                <a:solidFill>
                  <a:srgbClr val="52616F"/>
                </a:solidFill>
                <a:latin typeface="Arial"/>
                <a:ea typeface="Arial"/>
                <a:cs typeface="Arial"/>
              </a:defRPr>
            </a:lvl3pPr>
            <a:lvl4pPr algn="l">
              <a:defRPr sz="1350" b="0">
                <a:solidFill>
                  <a:srgbClr val="52616F"/>
                </a:solidFill>
                <a:latin typeface="Arial"/>
                <a:ea typeface="Arial"/>
                <a:cs typeface="Arial"/>
              </a:defRPr>
            </a:lvl4pPr>
            <a:lvl5pPr algn="l">
              <a:defRPr sz="1350" b="0">
                <a:solidFill>
                  <a:srgbClr val="52616F"/>
                </a:solidFill>
                <a:latin typeface="Arial"/>
                <a:ea typeface="Arial"/>
                <a:cs typeface="Arial"/>
              </a:defRPr>
            </a:lvl5pPr>
            <a:lvl6pPr algn="l">
              <a:defRPr sz="1350" b="0">
                <a:solidFill>
                  <a:srgbClr val="52616F"/>
                </a:solidFill>
                <a:latin typeface="Arial"/>
                <a:ea typeface="Arial"/>
                <a:cs typeface="Arial"/>
              </a:defRPr>
            </a:lvl6pPr>
            <a:lvl7pPr algn="l">
              <a:defRPr sz="1350" b="0">
                <a:solidFill>
                  <a:srgbClr val="52616F"/>
                </a:solidFill>
                <a:latin typeface="Arial"/>
                <a:ea typeface="Arial"/>
                <a:cs typeface="Arial"/>
              </a:defRPr>
            </a:lvl7pPr>
            <a:lvl8pPr algn="l">
              <a:defRPr sz="1350" b="0">
                <a:solidFill>
                  <a:srgbClr val="52616F"/>
                </a:solidFill>
                <a:latin typeface="Arial"/>
                <a:ea typeface="Arial"/>
                <a:cs typeface="Arial"/>
              </a:defRPr>
            </a:lvl8pPr>
            <a:lvl9pPr algn="l">
              <a:defRPr sz="1350" b="0">
                <a:solidFill>
                  <a:srgbClr val="52616F"/>
                </a:solidFill>
                <a:latin typeface="Arial"/>
                <a:ea typeface="Arial"/>
                <a:cs typeface="Arial"/>
              </a:defRPr>
            </a:lvl9pPr>
          </a:lstStyle>
          <a:p xmlns:a="http://schemas.openxmlformats.org/drawingml/2006/main">
            <a:pPr algn="l">
              <a:defRPr sz="1350" b="0">
                <a:solidFill>
                  <a:srgbClr val="52616F"/>
                </a:solidFill>
                <a:latin typeface="Arial"/>
                <a:ea typeface="Arial"/>
                <a:cs typeface="Arial"/>
              </a:defRPr>
            </a:pPr>
            <a:r>
              <a:rPr sz="1350" b="0">
                <a:solidFill>
                  <a:srgbClr val="52616F"/>
                </a:solidFill>
                <a:latin typeface="Arial"/>
                <a:ea typeface="Arial"/>
                <a:cs typeface="Arial"/>
              </a:rPr>
              <a:t>The defense returns a typed disposition. The broker controls whether and when a client receives feedback.</a:t>
            </a:r>
          </a:p>
        </p:txBody>
      </p:sp>
    </p:spTree>
    <p:extLst>
      <p:ext uri="{BB962C8B-B14F-4D97-AF65-F5344CB8AC3E}">
        <p14:creationId xmlns:p14="http://schemas.microsoft.com/office/powerpoint/2010/main" val="945023392"/>
      </p:ext>
    </p:extLst>
  </p:cSld>
</p:sld>
</file>

<file path=ppt/slides/slide6.xml><?xml version="1.0" encoding="utf-8"?>
<p:sld xmlns:p="http://schemas.openxmlformats.org/presentationml/2006/main">
  <p:cSld>
    <p:bg>
      <p:bgPr>
        <a:solidFill xmlns:a="http://schemas.openxmlformats.org/drawingml/2006/main">
          <a:srgbClr val="F5F5F0"/>
        </a:solidFill>
      </p:bgPr>
    </p:bg>
    <p:spTree>
      <p:nvGrpSpPr>
        <p:cNvPr id="1" name=""/>
        <p:cNvGrpSpPr/>
        <p:nvPr/>
      </p:nvGrpSpPr>
      <p:grpSpPr>
        <a:xfrm xmlns:a="http://schemas.openxmlformats.org/drawingml/2006/main"/>
      </p:grpSpPr>
      <p:sp>
        <p:nvSpPr>
          <p:cNvPr id="2" name="Console prototype">
            <a:extLst xmlns:a="http://schemas.openxmlformats.org/drawingml/2006/main">
              <a:ext uri="{FF2B5EF4-FFF2-40B4-BE49-F238E27FC236}">
                <a16:creationId xmlns:a16="http://schemas.microsoft.com/office/drawing/2014/main" id="{43BB4D60-9841-4D87-8387-768A424BC3C2}"/>
              </a:ext>
            </a:extLst>
          </p:cNvPr>
          <p:cNvSpPr>
            <a:spLocks xmlns:a="http://schemas.openxmlformats.org/drawingml/2006/main" noGrp="1"/>
          </p:cNvSpPr>
          <p:nvPr/>
        </p:nvSpPr>
        <p:spPr>
          <a:xfrm xmlns:a="http://schemas.openxmlformats.org/drawingml/2006/main">
            <a:off x="609600" y="457200"/>
            <a:ext cx="1095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0A1420"/>
                </a:solidFill>
                <a:latin typeface="Arial"/>
                <a:ea typeface="Arial"/>
                <a:cs typeface="Arial"/>
              </a:defRPr>
            </a:defPPr>
            <a:lvl1pPr algn="l">
              <a:defRPr sz="3300" b="1">
                <a:solidFill>
                  <a:srgbClr val="0A1420"/>
                </a:solidFill>
                <a:latin typeface="Arial"/>
                <a:ea typeface="Arial"/>
                <a:cs typeface="Arial"/>
              </a:defRPr>
            </a:lvl1pPr>
            <a:lvl2pPr algn="l">
              <a:defRPr sz="3300" b="1">
                <a:solidFill>
                  <a:srgbClr val="0A1420"/>
                </a:solidFill>
                <a:latin typeface="Arial"/>
                <a:ea typeface="Arial"/>
                <a:cs typeface="Arial"/>
              </a:defRPr>
            </a:lvl2pPr>
            <a:lvl3pPr algn="l">
              <a:defRPr sz="3300" b="1">
                <a:solidFill>
                  <a:srgbClr val="0A1420"/>
                </a:solidFill>
                <a:latin typeface="Arial"/>
                <a:ea typeface="Arial"/>
                <a:cs typeface="Arial"/>
              </a:defRPr>
            </a:lvl3pPr>
            <a:lvl4pPr algn="l">
              <a:defRPr sz="3300" b="1">
                <a:solidFill>
                  <a:srgbClr val="0A1420"/>
                </a:solidFill>
                <a:latin typeface="Arial"/>
                <a:ea typeface="Arial"/>
                <a:cs typeface="Arial"/>
              </a:defRPr>
            </a:lvl4pPr>
            <a:lvl5pPr algn="l">
              <a:defRPr sz="3300" b="1">
                <a:solidFill>
                  <a:srgbClr val="0A1420"/>
                </a:solidFill>
                <a:latin typeface="Arial"/>
                <a:ea typeface="Arial"/>
                <a:cs typeface="Arial"/>
              </a:defRPr>
            </a:lvl5pPr>
            <a:lvl6pPr algn="l">
              <a:defRPr sz="3300" b="1">
                <a:solidFill>
                  <a:srgbClr val="0A1420"/>
                </a:solidFill>
                <a:latin typeface="Arial"/>
                <a:ea typeface="Arial"/>
                <a:cs typeface="Arial"/>
              </a:defRPr>
            </a:lvl6pPr>
            <a:lvl7pPr algn="l">
              <a:defRPr sz="3300" b="1">
                <a:solidFill>
                  <a:srgbClr val="0A1420"/>
                </a:solidFill>
                <a:latin typeface="Arial"/>
                <a:ea typeface="Arial"/>
                <a:cs typeface="Arial"/>
              </a:defRPr>
            </a:lvl7pPr>
            <a:lvl8pPr algn="l">
              <a:defRPr sz="3300" b="1">
                <a:solidFill>
                  <a:srgbClr val="0A1420"/>
                </a:solidFill>
                <a:latin typeface="Arial"/>
                <a:ea typeface="Arial"/>
                <a:cs typeface="Arial"/>
              </a:defRPr>
            </a:lvl8pPr>
            <a:lvl9pPr algn="l">
              <a:defRPr sz="3300" b="1">
                <a:solidFill>
                  <a:srgbClr val="0A1420"/>
                </a:solidFill>
                <a:latin typeface="Arial"/>
                <a:ea typeface="Arial"/>
                <a:cs typeface="Arial"/>
              </a:defRPr>
            </a:lvl9pPr>
          </a:lstStyle>
          <a:p xmlns:a="http://schemas.openxmlformats.org/drawingml/2006/main">
            <a:pPr algn="l">
              <a:defRPr sz="3300" b="1">
                <a:solidFill>
                  <a:srgbClr val="0A1420"/>
                </a:solidFill>
                <a:latin typeface="Arial"/>
                <a:ea typeface="Arial"/>
                <a:cs typeface="Arial"/>
              </a:defRPr>
            </a:pPr>
            <a:r>
              <a:rPr sz="3300" b="1">
                <a:solidFill>
                  <a:srgbClr val="0A1420"/>
                </a:solidFill>
                <a:latin typeface="Arial"/>
                <a:ea typeface="Arial"/>
                <a:cs typeface="Arial"/>
              </a:rPr>
              <a:t>Console prototype</a:t>
            </a:r>
          </a:p>
        </p:txBody>
      </p:sp>
      <p:sp>
        <p:nvSpPr>
          <p:cNvPr id="3" name="06">
            <a:extLst xmlns:a="http://schemas.openxmlformats.org/drawingml/2006/main">
              <a:ext uri="{FF2B5EF4-FFF2-40B4-BE49-F238E27FC236}">
                <a16:creationId xmlns:a16="http://schemas.microsoft.com/office/drawing/2014/main" id="{E8848DA9-60B8-4776-9F2C-1F27AE18CD3F}"/>
              </a:ext>
            </a:extLst>
          </p:cNvPr>
          <p:cNvSpPr>
            <a:spLocks xmlns:a="http://schemas.openxmlformats.org/drawingml/2006/main" noGrp="1"/>
          </p:cNvSpPr>
          <p:nvPr/>
        </p:nvSpPr>
        <p:spPr>
          <a:xfrm xmlns:a="http://schemas.openxmlformats.org/drawingml/2006/main">
            <a:off x="11144250" y="63436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2616F"/>
                </a:solidFill>
                <a:latin typeface="Arial"/>
                <a:ea typeface="Arial"/>
                <a:cs typeface="Arial"/>
              </a:defRPr>
            </a:defPPr>
            <a:lvl1pPr algn="r">
              <a:defRPr sz="1350" b="0">
                <a:solidFill>
                  <a:srgbClr val="52616F"/>
                </a:solidFill>
                <a:latin typeface="Arial"/>
                <a:ea typeface="Arial"/>
                <a:cs typeface="Arial"/>
              </a:defRPr>
            </a:lvl1pPr>
            <a:lvl2pPr algn="r">
              <a:defRPr sz="1350" b="0">
                <a:solidFill>
                  <a:srgbClr val="52616F"/>
                </a:solidFill>
                <a:latin typeface="Arial"/>
                <a:ea typeface="Arial"/>
                <a:cs typeface="Arial"/>
              </a:defRPr>
            </a:lvl2pPr>
            <a:lvl3pPr algn="r">
              <a:defRPr sz="1350" b="0">
                <a:solidFill>
                  <a:srgbClr val="52616F"/>
                </a:solidFill>
                <a:latin typeface="Arial"/>
                <a:ea typeface="Arial"/>
                <a:cs typeface="Arial"/>
              </a:defRPr>
            </a:lvl3pPr>
            <a:lvl4pPr algn="r">
              <a:defRPr sz="1350" b="0">
                <a:solidFill>
                  <a:srgbClr val="52616F"/>
                </a:solidFill>
                <a:latin typeface="Arial"/>
                <a:ea typeface="Arial"/>
                <a:cs typeface="Arial"/>
              </a:defRPr>
            </a:lvl4pPr>
            <a:lvl5pPr algn="r">
              <a:defRPr sz="1350" b="0">
                <a:solidFill>
                  <a:srgbClr val="52616F"/>
                </a:solidFill>
                <a:latin typeface="Arial"/>
                <a:ea typeface="Arial"/>
                <a:cs typeface="Arial"/>
              </a:defRPr>
            </a:lvl5pPr>
            <a:lvl6pPr algn="r">
              <a:defRPr sz="1350" b="0">
                <a:solidFill>
                  <a:srgbClr val="52616F"/>
                </a:solidFill>
                <a:latin typeface="Arial"/>
                <a:ea typeface="Arial"/>
                <a:cs typeface="Arial"/>
              </a:defRPr>
            </a:lvl6pPr>
            <a:lvl7pPr algn="r">
              <a:defRPr sz="1350" b="0">
                <a:solidFill>
                  <a:srgbClr val="52616F"/>
                </a:solidFill>
                <a:latin typeface="Arial"/>
                <a:ea typeface="Arial"/>
                <a:cs typeface="Arial"/>
              </a:defRPr>
            </a:lvl7pPr>
            <a:lvl8pPr algn="r">
              <a:defRPr sz="1350" b="0">
                <a:solidFill>
                  <a:srgbClr val="52616F"/>
                </a:solidFill>
                <a:latin typeface="Arial"/>
                <a:ea typeface="Arial"/>
                <a:cs typeface="Arial"/>
              </a:defRPr>
            </a:lvl8pPr>
            <a:lvl9pPr algn="r">
              <a:defRPr sz="1350" b="0">
                <a:solidFill>
                  <a:srgbClr val="52616F"/>
                </a:solidFill>
                <a:latin typeface="Arial"/>
                <a:ea typeface="Arial"/>
                <a:cs typeface="Arial"/>
              </a:defRPr>
            </a:lvl9pPr>
          </a:lstStyle>
          <a:p xmlns:a="http://schemas.openxmlformats.org/drawingml/2006/main">
            <a:pPr algn="r">
              <a:defRPr sz="1350" b="0">
                <a:solidFill>
                  <a:srgbClr val="52616F"/>
                </a:solidFill>
                <a:latin typeface="Arial"/>
                <a:ea typeface="Arial"/>
                <a:cs typeface="Arial"/>
              </a:defRPr>
            </a:pPr>
            <a:r>
              <a:rPr sz="1350" b="0">
                <a:solidFill>
                  <a:srgbClr val="52616F"/>
                </a:solidFill>
                <a:latin typeface="Arial"/>
                <a:ea typeface="Arial"/>
                <a:cs typeface="Arial"/>
              </a:rPr>
              <a:t>06</a:t>
            </a:r>
          </a:p>
        </p:txBody>
      </p:sp>
      <p:sp>
        <p:nvSpPr>
          <p:cNvPr id="4" name="Operator and participant workflows using mock data">
            <a:extLst xmlns:a="http://schemas.openxmlformats.org/drawingml/2006/main">
              <a:ext uri="{FF2B5EF4-FFF2-40B4-BE49-F238E27FC236}">
                <a16:creationId xmlns:a16="http://schemas.microsoft.com/office/drawing/2014/main" id="{90D5A019-ADD9-496B-8691-B1BB3D340005}"/>
              </a:ext>
            </a:extLst>
          </p:cNvPr>
          <p:cNvSpPr>
            <a:spLocks xmlns:a="http://schemas.openxmlformats.org/drawingml/2006/main" noGrp="1"/>
          </p:cNvSpPr>
          <p:nvPr/>
        </p:nvSpPr>
        <p:spPr>
          <a:xfrm xmlns:a="http://schemas.openxmlformats.org/drawingml/2006/main">
            <a:off x="619125" y="1457325"/>
            <a:ext cx="108108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87E78"/>
                </a:solidFill>
                <a:latin typeface="Arial"/>
                <a:ea typeface="Arial"/>
                <a:cs typeface="Arial"/>
              </a:defRPr>
            </a:defPPr>
            <a:lvl1pPr algn="l">
              <a:defRPr sz="2025" b="1">
                <a:solidFill>
                  <a:srgbClr val="087E78"/>
                </a:solidFill>
                <a:latin typeface="Arial"/>
                <a:ea typeface="Arial"/>
                <a:cs typeface="Arial"/>
              </a:defRPr>
            </a:lvl1pPr>
            <a:lvl2pPr algn="l">
              <a:defRPr sz="2025" b="1">
                <a:solidFill>
                  <a:srgbClr val="087E78"/>
                </a:solidFill>
                <a:latin typeface="Arial"/>
                <a:ea typeface="Arial"/>
                <a:cs typeface="Arial"/>
              </a:defRPr>
            </a:lvl2pPr>
            <a:lvl3pPr algn="l">
              <a:defRPr sz="2025" b="1">
                <a:solidFill>
                  <a:srgbClr val="087E78"/>
                </a:solidFill>
                <a:latin typeface="Arial"/>
                <a:ea typeface="Arial"/>
                <a:cs typeface="Arial"/>
              </a:defRPr>
            </a:lvl3pPr>
            <a:lvl4pPr algn="l">
              <a:defRPr sz="2025" b="1">
                <a:solidFill>
                  <a:srgbClr val="087E78"/>
                </a:solidFill>
                <a:latin typeface="Arial"/>
                <a:ea typeface="Arial"/>
                <a:cs typeface="Arial"/>
              </a:defRPr>
            </a:lvl4pPr>
            <a:lvl5pPr algn="l">
              <a:defRPr sz="2025" b="1">
                <a:solidFill>
                  <a:srgbClr val="087E78"/>
                </a:solidFill>
                <a:latin typeface="Arial"/>
                <a:ea typeface="Arial"/>
                <a:cs typeface="Arial"/>
              </a:defRPr>
            </a:lvl5pPr>
            <a:lvl6pPr algn="l">
              <a:defRPr sz="2025" b="1">
                <a:solidFill>
                  <a:srgbClr val="087E78"/>
                </a:solidFill>
                <a:latin typeface="Arial"/>
                <a:ea typeface="Arial"/>
                <a:cs typeface="Arial"/>
              </a:defRPr>
            </a:lvl6pPr>
            <a:lvl7pPr algn="l">
              <a:defRPr sz="2025" b="1">
                <a:solidFill>
                  <a:srgbClr val="087E78"/>
                </a:solidFill>
                <a:latin typeface="Arial"/>
                <a:ea typeface="Arial"/>
                <a:cs typeface="Arial"/>
              </a:defRPr>
            </a:lvl7pPr>
            <a:lvl8pPr algn="l">
              <a:defRPr sz="2025" b="1">
                <a:solidFill>
                  <a:srgbClr val="087E78"/>
                </a:solidFill>
                <a:latin typeface="Arial"/>
                <a:ea typeface="Arial"/>
                <a:cs typeface="Arial"/>
              </a:defRPr>
            </a:lvl8pPr>
            <a:lvl9pPr algn="l">
              <a:defRPr sz="2025" b="1">
                <a:solidFill>
                  <a:srgbClr val="087E78"/>
                </a:solidFill>
                <a:latin typeface="Arial"/>
                <a:ea typeface="Arial"/>
                <a:cs typeface="Arial"/>
              </a:defRPr>
            </a:lvl9pPr>
          </a:lstStyle>
          <a:p xmlns:a="http://schemas.openxmlformats.org/drawingml/2006/main">
            <a:pPr algn="l">
              <a:defRPr sz="2025" b="1">
                <a:solidFill>
                  <a:srgbClr val="087E78"/>
                </a:solidFill>
                <a:latin typeface="Arial"/>
                <a:ea typeface="Arial"/>
                <a:cs typeface="Arial"/>
              </a:defRPr>
            </a:pPr>
            <a:r>
              <a:rPr sz="2025" b="1">
                <a:solidFill>
                  <a:srgbClr val="087E78"/>
                </a:solidFill>
                <a:latin typeface="Arial"/>
                <a:ea typeface="Arial"/>
                <a:cs typeface="Arial"/>
              </a:rPr>
              <a:t>Operator and participant workflows using mock data</a:t>
            </a:r>
          </a:p>
        </p:txBody>
      </p:sp>
      <p:pic>
        <p:nvPicPr>
          <p:cNvPr id="5" name="">
            <a:extLst xmlns:a="http://schemas.openxmlformats.org/drawingml/2006/main">
              <a:ext uri="{FF2B5EF4-FFF2-40B4-BE49-F238E27FC236}">
                <a16:creationId xmlns:a16="http://schemas.microsoft.com/office/drawing/2014/main" id="{C0325979-07D4-43E1-8EEE-A82B3694DD4F}"/>
              </a:ext>
            </a:extLst>
          </p:cNvPr>
          <p:cNvPicPr>
            <a:picLocks xmlns:a="http://schemas.openxmlformats.org/drawingml/2006/main" noChangeAspect="1"/>
          </p:cNvPicPr>
          <p:nvPr/>
        </p:nvPicPr>
        <p:blipFill>
          <a:blip xmlns:r="http://schemas.openxmlformats.org/officeDocument/2006/relationships" xmlns:a="http://schemas.openxmlformats.org/drawingml/2006/main" r:embed="R7441478f52974060"/>
          <a:srcRect xmlns:a="http://schemas.openxmlformats.org/drawingml/2006/main" l="0" t="0" r="0" b="57400"/>
          <a:stretch xmlns:a="http://schemas.openxmlformats.org/drawingml/2006/main"/>
        </p:blipFill>
        <p:spPr>
          <a:xfrm xmlns:a="http://schemas.openxmlformats.org/drawingml/2006/main">
            <a:off x="619125" y="2143125"/>
            <a:ext cx="8429625" cy="4000500"/>
          </a:xfrm>
          <a:prstGeom xmlns:a="http://schemas.openxmlformats.org/drawingml/2006/main" prst="rect">
            <a:avLst/>
          </a:prstGeom>
        </p:spPr>
      </p:pic>
      <p:sp>
        <p:nvSpPr>
          <p:cNvPr id="6" name="96">
            <a:extLst xmlns:a="http://schemas.openxmlformats.org/drawingml/2006/main">
              <a:ext uri="{FF2B5EF4-FFF2-40B4-BE49-F238E27FC236}">
                <a16:creationId xmlns:a16="http://schemas.microsoft.com/office/drawing/2014/main" id="{6E1D6A21-A4D2-49CC-A3E8-5756E17E0C25}"/>
              </a:ext>
            </a:extLst>
          </p:cNvPr>
          <p:cNvSpPr>
            <a:spLocks xmlns:a="http://schemas.openxmlformats.org/drawingml/2006/main" noGrp="1"/>
          </p:cNvSpPr>
          <p:nvPr/>
        </p:nvSpPr>
        <p:spPr>
          <a:xfrm xmlns:a="http://schemas.openxmlformats.org/drawingml/2006/main">
            <a:off x="9429750" y="2266950"/>
            <a:ext cx="2095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6000" b="1">
                <a:solidFill>
                  <a:srgbClr val="087E78"/>
                </a:solidFill>
                <a:latin typeface="Arial"/>
                <a:ea typeface="Arial"/>
                <a:cs typeface="Arial"/>
              </a:defRPr>
            </a:defPPr>
            <a:lvl1pPr algn="l">
              <a:defRPr sz="6000" b="1">
                <a:solidFill>
                  <a:srgbClr val="087E78"/>
                </a:solidFill>
                <a:latin typeface="Arial"/>
                <a:ea typeface="Arial"/>
                <a:cs typeface="Arial"/>
              </a:defRPr>
            </a:lvl1pPr>
            <a:lvl2pPr algn="l">
              <a:defRPr sz="6000" b="1">
                <a:solidFill>
                  <a:srgbClr val="087E78"/>
                </a:solidFill>
                <a:latin typeface="Arial"/>
                <a:ea typeface="Arial"/>
                <a:cs typeface="Arial"/>
              </a:defRPr>
            </a:lvl2pPr>
            <a:lvl3pPr algn="l">
              <a:defRPr sz="6000" b="1">
                <a:solidFill>
                  <a:srgbClr val="087E78"/>
                </a:solidFill>
                <a:latin typeface="Arial"/>
                <a:ea typeface="Arial"/>
                <a:cs typeface="Arial"/>
              </a:defRPr>
            </a:lvl3pPr>
            <a:lvl4pPr algn="l">
              <a:defRPr sz="6000" b="1">
                <a:solidFill>
                  <a:srgbClr val="087E78"/>
                </a:solidFill>
                <a:latin typeface="Arial"/>
                <a:ea typeface="Arial"/>
                <a:cs typeface="Arial"/>
              </a:defRPr>
            </a:lvl4pPr>
            <a:lvl5pPr algn="l">
              <a:defRPr sz="6000" b="1">
                <a:solidFill>
                  <a:srgbClr val="087E78"/>
                </a:solidFill>
                <a:latin typeface="Arial"/>
                <a:ea typeface="Arial"/>
                <a:cs typeface="Arial"/>
              </a:defRPr>
            </a:lvl5pPr>
            <a:lvl6pPr algn="l">
              <a:defRPr sz="6000" b="1">
                <a:solidFill>
                  <a:srgbClr val="087E78"/>
                </a:solidFill>
                <a:latin typeface="Arial"/>
                <a:ea typeface="Arial"/>
                <a:cs typeface="Arial"/>
              </a:defRPr>
            </a:lvl6pPr>
            <a:lvl7pPr algn="l">
              <a:defRPr sz="6000" b="1">
                <a:solidFill>
                  <a:srgbClr val="087E78"/>
                </a:solidFill>
                <a:latin typeface="Arial"/>
                <a:ea typeface="Arial"/>
                <a:cs typeface="Arial"/>
              </a:defRPr>
            </a:lvl7pPr>
            <a:lvl8pPr algn="l">
              <a:defRPr sz="6000" b="1">
                <a:solidFill>
                  <a:srgbClr val="087E78"/>
                </a:solidFill>
                <a:latin typeface="Arial"/>
                <a:ea typeface="Arial"/>
                <a:cs typeface="Arial"/>
              </a:defRPr>
            </a:lvl8pPr>
            <a:lvl9pPr algn="l">
              <a:defRPr sz="6000" b="1">
                <a:solidFill>
                  <a:srgbClr val="087E78"/>
                </a:solidFill>
                <a:latin typeface="Arial"/>
                <a:ea typeface="Arial"/>
                <a:cs typeface="Arial"/>
              </a:defRPr>
            </a:lvl9pPr>
          </a:lstStyle>
          <a:p xmlns:a="http://schemas.openxmlformats.org/drawingml/2006/main">
            <a:pPr algn="l">
              <a:defRPr sz="6000" b="1">
                <a:solidFill>
                  <a:srgbClr val="087E78"/>
                </a:solidFill>
                <a:latin typeface="Arial"/>
                <a:ea typeface="Arial"/>
                <a:cs typeface="Arial"/>
              </a:defRPr>
            </a:pPr>
            <a:r>
              <a:rPr sz="6000" b="1">
                <a:solidFill>
                  <a:srgbClr val="087E78"/>
                </a:solidFill>
                <a:latin typeface="Arial"/>
                <a:ea typeface="Arial"/>
                <a:cs typeface="Arial"/>
              </a:rPr>
              <a:t>284</a:t>
            </a:r>
          </a:p>
        </p:txBody>
      </p:sp>
      <p:sp>
        <p:nvSpPr>
          <p:cNvPr id="7" name="UI E2E cases passed">
            <a:extLst xmlns:a="http://schemas.openxmlformats.org/drawingml/2006/main">
              <a:ext uri="{FF2B5EF4-FFF2-40B4-BE49-F238E27FC236}">
                <a16:creationId xmlns:a16="http://schemas.microsoft.com/office/drawing/2014/main" id="{683B6BBA-4885-4E04-B97B-7635BCAB126D}"/>
              </a:ext>
            </a:extLst>
          </p:cNvPr>
          <p:cNvSpPr>
            <a:spLocks xmlns:a="http://schemas.openxmlformats.org/drawingml/2006/main" noGrp="1"/>
          </p:cNvSpPr>
          <p:nvPr/>
        </p:nvSpPr>
        <p:spPr>
          <a:xfrm xmlns:a="http://schemas.openxmlformats.org/drawingml/2006/main">
            <a:off x="9429750" y="3314700"/>
            <a:ext cx="2095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0A1420"/>
                </a:solidFill>
                <a:latin typeface="Arial"/>
                <a:ea typeface="Arial"/>
                <a:cs typeface="Arial"/>
              </a:defRPr>
            </a:defPPr>
            <a:lvl1pPr algn="l">
              <a:defRPr sz="1875" b="1">
                <a:solidFill>
                  <a:srgbClr val="0A1420"/>
                </a:solidFill>
                <a:latin typeface="Arial"/>
                <a:ea typeface="Arial"/>
                <a:cs typeface="Arial"/>
              </a:defRPr>
            </a:lvl1pPr>
            <a:lvl2pPr algn="l">
              <a:defRPr sz="1875" b="1">
                <a:solidFill>
                  <a:srgbClr val="0A1420"/>
                </a:solidFill>
                <a:latin typeface="Arial"/>
                <a:ea typeface="Arial"/>
                <a:cs typeface="Arial"/>
              </a:defRPr>
            </a:lvl2pPr>
            <a:lvl3pPr algn="l">
              <a:defRPr sz="1875" b="1">
                <a:solidFill>
                  <a:srgbClr val="0A1420"/>
                </a:solidFill>
                <a:latin typeface="Arial"/>
                <a:ea typeface="Arial"/>
                <a:cs typeface="Arial"/>
              </a:defRPr>
            </a:lvl3pPr>
            <a:lvl4pPr algn="l">
              <a:defRPr sz="1875" b="1">
                <a:solidFill>
                  <a:srgbClr val="0A1420"/>
                </a:solidFill>
                <a:latin typeface="Arial"/>
                <a:ea typeface="Arial"/>
                <a:cs typeface="Arial"/>
              </a:defRPr>
            </a:lvl4pPr>
            <a:lvl5pPr algn="l">
              <a:defRPr sz="1875" b="1">
                <a:solidFill>
                  <a:srgbClr val="0A1420"/>
                </a:solidFill>
                <a:latin typeface="Arial"/>
                <a:ea typeface="Arial"/>
                <a:cs typeface="Arial"/>
              </a:defRPr>
            </a:lvl5pPr>
            <a:lvl6pPr algn="l">
              <a:defRPr sz="1875" b="1">
                <a:solidFill>
                  <a:srgbClr val="0A1420"/>
                </a:solidFill>
                <a:latin typeface="Arial"/>
                <a:ea typeface="Arial"/>
                <a:cs typeface="Arial"/>
              </a:defRPr>
            </a:lvl6pPr>
            <a:lvl7pPr algn="l">
              <a:defRPr sz="1875" b="1">
                <a:solidFill>
                  <a:srgbClr val="0A1420"/>
                </a:solidFill>
                <a:latin typeface="Arial"/>
                <a:ea typeface="Arial"/>
                <a:cs typeface="Arial"/>
              </a:defRPr>
            </a:lvl7pPr>
            <a:lvl8pPr algn="l">
              <a:defRPr sz="1875" b="1">
                <a:solidFill>
                  <a:srgbClr val="0A1420"/>
                </a:solidFill>
                <a:latin typeface="Arial"/>
                <a:ea typeface="Arial"/>
                <a:cs typeface="Arial"/>
              </a:defRPr>
            </a:lvl8pPr>
            <a:lvl9pPr algn="l">
              <a:defRPr sz="1875" b="1">
                <a:solidFill>
                  <a:srgbClr val="0A1420"/>
                </a:solidFill>
                <a:latin typeface="Arial"/>
                <a:ea typeface="Arial"/>
                <a:cs typeface="Arial"/>
              </a:defRPr>
            </a:lvl9pPr>
          </a:lstStyle>
          <a:p xmlns:a="http://schemas.openxmlformats.org/drawingml/2006/main">
            <a:pPr algn="l">
              <a:defRPr sz="1875" b="1">
                <a:solidFill>
                  <a:srgbClr val="0A1420"/>
                </a:solidFill>
                <a:latin typeface="Arial"/>
                <a:ea typeface="Arial"/>
                <a:cs typeface="Arial"/>
              </a:defRPr>
            </a:pPr>
            <a:r>
              <a:rPr sz="1875" b="1">
                <a:solidFill>
                  <a:srgbClr val="0A1420"/>
                </a:solidFill>
                <a:latin typeface="Arial"/>
                <a:ea typeface="Arial"/>
                <a:cs typeface="Arial"/>
              </a:rPr>
              <a:t>unit / component</a:t>
            </a:r>
          </a:p>
          <a:p xmlns:a="http://schemas.openxmlformats.org/drawingml/2006/main">
            <a:pPr algn="l">
              <a:defRPr sz="1875" b="1">
                <a:solidFill>
                  <a:srgbClr val="0A1420"/>
                </a:solidFill>
                <a:latin typeface="Arial"/>
                <a:ea typeface="Arial"/>
                <a:cs typeface="Arial"/>
              </a:defRPr>
            </a:pPr>
            <a:r>
              <a:rPr sz="1875" b="1">
                <a:solidFill>
                  <a:srgbClr val="0A1420"/>
                </a:solidFill>
                <a:latin typeface="Arial"/>
                <a:ea typeface="Arial"/>
                <a:cs typeface="Arial"/>
              </a:rPr>
              <a:t>tests passed</a:t>
            </a:r>
          </a:p>
        </p:txBody>
      </p:sp>
      <p:sp>
        <p:nvSpPr>
          <p:cNvPr id="8" name="Operator&#10;Red team&#10;Blue team&#10;Auditor">
            <a:extLst xmlns:a="http://schemas.openxmlformats.org/drawingml/2006/main">
              <a:ext uri="{FF2B5EF4-FFF2-40B4-BE49-F238E27FC236}">
                <a16:creationId xmlns:a16="http://schemas.microsoft.com/office/drawing/2014/main" id="{B2BACB28-3235-4F26-B911-EF9823B93BBC}"/>
              </a:ext>
            </a:extLst>
          </p:cNvPr>
          <p:cNvSpPr>
            <a:spLocks xmlns:a="http://schemas.openxmlformats.org/drawingml/2006/main" noGrp="1"/>
          </p:cNvSpPr>
          <p:nvPr/>
        </p:nvSpPr>
        <p:spPr>
          <a:xfrm xmlns:a="http://schemas.openxmlformats.org/drawingml/2006/main">
            <a:off x="9429750" y="4286250"/>
            <a:ext cx="20955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2616F"/>
                </a:solidFill>
                <a:latin typeface="Arial"/>
                <a:ea typeface="Arial"/>
                <a:cs typeface="Arial"/>
              </a:defRPr>
            </a:defPPr>
            <a:lvl1pPr algn="l">
              <a:defRPr sz="1875" b="0">
                <a:solidFill>
                  <a:srgbClr val="52616F"/>
                </a:solidFill>
                <a:latin typeface="Arial"/>
                <a:ea typeface="Arial"/>
                <a:cs typeface="Arial"/>
              </a:defRPr>
            </a:lvl1pPr>
            <a:lvl2pPr algn="l">
              <a:defRPr sz="1875" b="0">
                <a:solidFill>
                  <a:srgbClr val="52616F"/>
                </a:solidFill>
                <a:latin typeface="Arial"/>
                <a:ea typeface="Arial"/>
                <a:cs typeface="Arial"/>
              </a:defRPr>
            </a:lvl2pPr>
            <a:lvl3pPr algn="l">
              <a:defRPr sz="1875" b="0">
                <a:solidFill>
                  <a:srgbClr val="52616F"/>
                </a:solidFill>
                <a:latin typeface="Arial"/>
                <a:ea typeface="Arial"/>
                <a:cs typeface="Arial"/>
              </a:defRPr>
            </a:lvl3pPr>
            <a:lvl4pPr algn="l">
              <a:defRPr sz="1875" b="0">
                <a:solidFill>
                  <a:srgbClr val="52616F"/>
                </a:solidFill>
                <a:latin typeface="Arial"/>
                <a:ea typeface="Arial"/>
                <a:cs typeface="Arial"/>
              </a:defRPr>
            </a:lvl4pPr>
            <a:lvl5pPr algn="l">
              <a:defRPr sz="1875" b="0">
                <a:solidFill>
                  <a:srgbClr val="52616F"/>
                </a:solidFill>
                <a:latin typeface="Arial"/>
                <a:ea typeface="Arial"/>
                <a:cs typeface="Arial"/>
              </a:defRPr>
            </a:lvl5pPr>
            <a:lvl6pPr algn="l">
              <a:defRPr sz="1875" b="0">
                <a:solidFill>
                  <a:srgbClr val="52616F"/>
                </a:solidFill>
                <a:latin typeface="Arial"/>
                <a:ea typeface="Arial"/>
                <a:cs typeface="Arial"/>
              </a:defRPr>
            </a:lvl6pPr>
            <a:lvl7pPr algn="l">
              <a:defRPr sz="1875" b="0">
                <a:solidFill>
                  <a:srgbClr val="52616F"/>
                </a:solidFill>
                <a:latin typeface="Arial"/>
                <a:ea typeface="Arial"/>
                <a:cs typeface="Arial"/>
              </a:defRPr>
            </a:lvl7pPr>
            <a:lvl8pPr algn="l">
              <a:defRPr sz="1875" b="0">
                <a:solidFill>
                  <a:srgbClr val="52616F"/>
                </a:solidFill>
                <a:latin typeface="Arial"/>
                <a:ea typeface="Arial"/>
                <a:cs typeface="Arial"/>
              </a:defRPr>
            </a:lvl8pPr>
            <a:lvl9pPr algn="l">
              <a:defRPr sz="1875" b="0">
                <a:solidFill>
                  <a:srgbClr val="52616F"/>
                </a:solidFill>
                <a:latin typeface="Arial"/>
                <a:ea typeface="Arial"/>
                <a:cs typeface="Arial"/>
              </a:defRPr>
            </a:lvl9pPr>
          </a:lstStyle>
          <a:p xmlns:a="http://schemas.openxmlformats.org/drawingml/2006/main">
            <a:pPr algn="l">
              <a:defRPr sz="1875" b="0">
                <a:solidFill>
                  <a:srgbClr val="52616F"/>
                </a:solidFill>
                <a:latin typeface="Arial"/>
                <a:ea typeface="Arial"/>
                <a:cs typeface="Arial"/>
              </a:defRPr>
            </a:pPr>
            <a:r>
              <a:rPr sz="1875" b="0">
                <a:solidFill>
                  <a:srgbClr val="52616F"/>
                </a:solidFill>
                <a:latin typeface="Arial"/>
                <a:ea typeface="Arial"/>
                <a:cs typeface="Arial"/>
              </a:rPr>
              <a:t>Operator</a:t>
            </a:r>
          </a:p>
          <a:p xmlns:a="http://schemas.openxmlformats.org/drawingml/2006/main">
            <a:pPr algn="l">
              <a:defRPr sz="1875" b="0">
                <a:solidFill>
                  <a:srgbClr val="52616F"/>
                </a:solidFill>
                <a:latin typeface="Arial"/>
                <a:ea typeface="Arial"/>
                <a:cs typeface="Arial"/>
              </a:defRPr>
            </a:pPr>
            <a:r>
              <a:rPr sz="1875" b="0">
                <a:solidFill>
                  <a:srgbClr val="52616F"/>
                </a:solidFill>
                <a:latin typeface="Arial"/>
                <a:ea typeface="Arial"/>
                <a:cs typeface="Arial"/>
              </a:rPr>
              <a:t>Red team</a:t>
            </a:r>
          </a:p>
          <a:p xmlns:a="http://schemas.openxmlformats.org/drawingml/2006/main">
            <a:pPr algn="l">
              <a:defRPr sz="1875" b="0">
                <a:solidFill>
                  <a:srgbClr val="52616F"/>
                </a:solidFill>
                <a:latin typeface="Arial"/>
                <a:ea typeface="Arial"/>
                <a:cs typeface="Arial"/>
              </a:defRPr>
            </a:pPr>
            <a:r>
              <a:rPr sz="1875" b="0">
                <a:solidFill>
                  <a:srgbClr val="52616F"/>
                </a:solidFill>
                <a:latin typeface="Arial"/>
                <a:ea typeface="Arial"/>
                <a:cs typeface="Arial"/>
              </a:rPr>
              <a:t>Blue team</a:t>
            </a:r>
          </a:p>
          <a:p xmlns:a="http://schemas.openxmlformats.org/drawingml/2006/main">
            <a:pPr algn="l">
              <a:defRPr sz="1875" b="0">
                <a:solidFill>
                  <a:srgbClr val="52616F"/>
                </a:solidFill>
                <a:latin typeface="Arial"/>
                <a:ea typeface="Arial"/>
                <a:cs typeface="Arial"/>
              </a:defRPr>
            </a:pPr>
            <a:r>
              <a:rPr sz="1875" b="0">
                <a:solidFill>
                  <a:srgbClr val="52616F"/>
                </a:solidFill>
                <a:latin typeface="Arial"/>
                <a:ea typeface="Arial"/>
                <a:cs typeface="Arial"/>
              </a:rPr>
              <a:t>Auditor</a:t>
            </a:r>
          </a:p>
        </p:txBody>
      </p:sp>
      <p:sp>
        <p:nvSpPr>
          <p:cNvPr id="9" name="Mock states and model names are illustrative. The console is not conne">
            <a:extLst xmlns:a="http://schemas.openxmlformats.org/drawingml/2006/main">
              <a:ext uri="{FF2B5EF4-FFF2-40B4-BE49-F238E27FC236}">
                <a16:creationId xmlns:a16="http://schemas.microsoft.com/office/drawing/2014/main" id="{D940E5D3-BED2-4A6B-9BD1-D2202ADB5465}"/>
              </a:ext>
            </a:extLst>
          </p:cNvPr>
          <p:cNvSpPr>
            <a:spLocks xmlns:a="http://schemas.openxmlformats.org/drawingml/2006/main" noGrp="1"/>
          </p:cNvSpPr>
          <p:nvPr/>
        </p:nvSpPr>
        <p:spPr>
          <a:xfrm xmlns:a="http://schemas.openxmlformats.org/drawingml/2006/main">
            <a:off x="609600" y="6191250"/>
            <a:ext cx="10191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2616F"/>
                </a:solidFill>
                <a:latin typeface="Arial"/>
                <a:ea typeface="Arial"/>
                <a:cs typeface="Arial"/>
              </a:defRPr>
            </a:defPPr>
            <a:lvl1pPr algn="l">
              <a:defRPr sz="1350" b="0">
                <a:solidFill>
                  <a:srgbClr val="52616F"/>
                </a:solidFill>
                <a:latin typeface="Arial"/>
                <a:ea typeface="Arial"/>
                <a:cs typeface="Arial"/>
              </a:defRPr>
            </a:lvl1pPr>
            <a:lvl2pPr algn="l">
              <a:defRPr sz="1350" b="0">
                <a:solidFill>
                  <a:srgbClr val="52616F"/>
                </a:solidFill>
                <a:latin typeface="Arial"/>
                <a:ea typeface="Arial"/>
                <a:cs typeface="Arial"/>
              </a:defRPr>
            </a:lvl2pPr>
            <a:lvl3pPr algn="l">
              <a:defRPr sz="1350" b="0">
                <a:solidFill>
                  <a:srgbClr val="52616F"/>
                </a:solidFill>
                <a:latin typeface="Arial"/>
                <a:ea typeface="Arial"/>
                <a:cs typeface="Arial"/>
              </a:defRPr>
            </a:lvl3pPr>
            <a:lvl4pPr algn="l">
              <a:defRPr sz="1350" b="0">
                <a:solidFill>
                  <a:srgbClr val="52616F"/>
                </a:solidFill>
                <a:latin typeface="Arial"/>
                <a:ea typeface="Arial"/>
                <a:cs typeface="Arial"/>
              </a:defRPr>
            </a:lvl4pPr>
            <a:lvl5pPr algn="l">
              <a:defRPr sz="1350" b="0">
                <a:solidFill>
                  <a:srgbClr val="52616F"/>
                </a:solidFill>
                <a:latin typeface="Arial"/>
                <a:ea typeface="Arial"/>
                <a:cs typeface="Arial"/>
              </a:defRPr>
            </a:lvl5pPr>
            <a:lvl6pPr algn="l">
              <a:defRPr sz="1350" b="0">
                <a:solidFill>
                  <a:srgbClr val="52616F"/>
                </a:solidFill>
                <a:latin typeface="Arial"/>
                <a:ea typeface="Arial"/>
                <a:cs typeface="Arial"/>
              </a:defRPr>
            </a:lvl6pPr>
            <a:lvl7pPr algn="l">
              <a:defRPr sz="1350" b="0">
                <a:solidFill>
                  <a:srgbClr val="52616F"/>
                </a:solidFill>
                <a:latin typeface="Arial"/>
                <a:ea typeface="Arial"/>
                <a:cs typeface="Arial"/>
              </a:defRPr>
            </a:lvl7pPr>
            <a:lvl8pPr algn="l">
              <a:defRPr sz="1350" b="0">
                <a:solidFill>
                  <a:srgbClr val="52616F"/>
                </a:solidFill>
                <a:latin typeface="Arial"/>
                <a:ea typeface="Arial"/>
                <a:cs typeface="Arial"/>
              </a:defRPr>
            </a:lvl8pPr>
            <a:lvl9pPr algn="l">
              <a:defRPr sz="1350" b="0">
                <a:solidFill>
                  <a:srgbClr val="52616F"/>
                </a:solidFill>
                <a:latin typeface="Arial"/>
                <a:ea typeface="Arial"/>
                <a:cs typeface="Arial"/>
              </a:defRPr>
            </a:lvl9pPr>
          </a:lstStyle>
          <a:p xmlns:a="http://schemas.openxmlformats.org/drawingml/2006/main">
            <a:pPr algn="l">
              <a:defRPr sz="1350" b="0">
                <a:solidFill>
                  <a:srgbClr val="52616F"/>
                </a:solidFill>
                <a:latin typeface="Arial"/>
                <a:ea typeface="Arial"/>
                <a:cs typeface="Arial"/>
              </a:defRPr>
            </a:pPr>
            <a:r>
              <a:rPr sz="1350" b="0">
                <a:solidFill>
                  <a:srgbClr val="52616F"/>
                </a:solidFill>
                <a:latin typeface="Arial"/>
                <a:ea typeface="Arial"/>
                <a:cs typeface="Arial"/>
              </a:rPr>
              <a:t>Simulation shown. A live HTTP adapter now exists. Browser-to-backend mTLS integration remains unverified.</a:t>
            </a:r>
          </a:p>
        </p:txBody>
      </p:sp>
    </p:spTree>
    <p:extLst>
      <p:ext uri="{BB962C8B-B14F-4D97-AF65-F5344CB8AC3E}">
        <p14:creationId xmlns:p14="http://schemas.microsoft.com/office/powerpoint/2010/main" val="178273845"/>
      </p:ext>
    </p:extLst>
  </p:cSld>
</p:sld>
</file>

<file path=ppt/slides/slide7.xml><?xml version="1.0" encoding="utf-8"?>
<p:sld xmlns:p="http://schemas.openxmlformats.org/presentationml/2006/main">
  <p:cSld>
    <p:bg>
      <p:bgPr>
        <a:solidFill xmlns:a="http://schemas.openxmlformats.org/drawingml/2006/main">
          <a:srgbClr val="F5F5F0"/>
        </a:solidFill>
      </p:bgPr>
    </p:bg>
    <p:spTree>
      <p:nvGrpSpPr>
        <p:cNvPr id="1" name=""/>
        <p:cNvGrpSpPr/>
        <p:nvPr/>
      </p:nvGrpSpPr>
      <p:grpSpPr>
        <a:xfrm xmlns:a="http://schemas.openxmlformats.org/drawingml/2006/main"/>
      </p:grpSpPr>
      <p:sp>
        <p:nvSpPr>
          <p:cNvPr id="2" name="Feedback timing: one measured leakage channel">
            <a:extLst xmlns:a="http://schemas.openxmlformats.org/drawingml/2006/main">
              <a:ext uri="{FF2B5EF4-FFF2-40B4-BE49-F238E27FC236}">
                <a16:creationId xmlns:a16="http://schemas.microsoft.com/office/drawing/2014/main" id="{D450F2F6-EA80-4829-80E8-E0075E9BD1DF}"/>
              </a:ext>
            </a:extLst>
          </p:cNvPr>
          <p:cNvSpPr>
            <a:spLocks xmlns:a="http://schemas.openxmlformats.org/drawingml/2006/main" noGrp="1"/>
          </p:cNvSpPr>
          <p:nvPr/>
        </p:nvSpPr>
        <p:spPr>
          <a:xfrm xmlns:a="http://schemas.openxmlformats.org/drawingml/2006/main">
            <a:off x="609600" y="457200"/>
            <a:ext cx="1095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0A1420"/>
                </a:solidFill>
                <a:latin typeface="Arial"/>
                <a:ea typeface="Arial"/>
                <a:cs typeface="Arial"/>
              </a:defRPr>
            </a:defPPr>
            <a:lvl1pPr algn="l">
              <a:defRPr sz="3300" b="1">
                <a:solidFill>
                  <a:srgbClr val="0A1420"/>
                </a:solidFill>
                <a:latin typeface="Arial"/>
                <a:ea typeface="Arial"/>
                <a:cs typeface="Arial"/>
              </a:defRPr>
            </a:lvl1pPr>
            <a:lvl2pPr algn="l">
              <a:defRPr sz="3300" b="1">
                <a:solidFill>
                  <a:srgbClr val="0A1420"/>
                </a:solidFill>
                <a:latin typeface="Arial"/>
                <a:ea typeface="Arial"/>
                <a:cs typeface="Arial"/>
              </a:defRPr>
            </a:lvl2pPr>
            <a:lvl3pPr algn="l">
              <a:defRPr sz="3300" b="1">
                <a:solidFill>
                  <a:srgbClr val="0A1420"/>
                </a:solidFill>
                <a:latin typeface="Arial"/>
                <a:ea typeface="Arial"/>
                <a:cs typeface="Arial"/>
              </a:defRPr>
            </a:lvl3pPr>
            <a:lvl4pPr algn="l">
              <a:defRPr sz="3300" b="1">
                <a:solidFill>
                  <a:srgbClr val="0A1420"/>
                </a:solidFill>
                <a:latin typeface="Arial"/>
                <a:ea typeface="Arial"/>
                <a:cs typeface="Arial"/>
              </a:defRPr>
            </a:lvl4pPr>
            <a:lvl5pPr algn="l">
              <a:defRPr sz="3300" b="1">
                <a:solidFill>
                  <a:srgbClr val="0A1420"/>
                </a:solidFill>
                <a:latin typeface="Arial"/>
                <a:ea typeface="Arial"/>
                <a:cs typeface="Arial"/>
              </a:defRPr>
            </a:lvl5pPr>
            <a:lvl6pPr algn="l">
              <a:defRPr sz="3300" b="1">
                <a:solidFill>
                  <a:srgbClr val="0A1420"/>
                </a:solidFill>
                <a:latin typeface="Arial"/>
                <a:ea typeface="Arial"/>
                <a:cs typeface="Arial"/>
              </a:defRPr>
            </a:lvl6pPr>
            <a:lvl7pPr algn="l">
              <a:defRPr sz="3300" b="1">
                <a:solidFill>
                  <a:srgbClr val="0A1420"/>
                </a:solidFill>
                <a:latin typeface="Arial"/>
                <a:ea typeface="Arial"/>
                <a:cs typeface="Arial"/>
              </a:defRPr>
            </a:lvl7pPr>
            <a:lvl8pPr algn="l">
              <a:defRPr sz="3300" b="1">
                <a:solidFill>
                  <a:srgbClr val="0A1420"/>
                </a:solidFill>
                <a:latin typeface="Arial"/>
                <a:ea typeface="Arial"/>
                <a:cs typeface="Arial"/>
              </a:defRPr>
            </a:lvl8pPr>
            <a:lvl9pPr algn="l">
              <a:defRPr sz="3300" b="1">
                <a:solidFill>
                  <a:srgbClr val="0A1420"/>
                </a:solidFill>
                <a:latin typeface="Arial"/>
                <a:ea typeface="Arial"/>
                <a:cs typeface="Arial"/>
              </a:defRPr>
            </a:lvl9pPr>
          </a:lstStyle>
          <a:p xmlns:a="http://schemas.openxmlformats.org/drawingml/2006/main">
            <a:pPr algn="l">
              <a:defRPr sz="3300" b="1">
                <a:solidFill>
                  <a:srgbClr val="0A1420"/>
                </a:solidFill>
                <a:latin typeface="Arial"/>
                <a:ea typeface="Arial"/>
                <a:cs typeface="Arial"/>
              </a:defRPr>
            </a:pPr>
            <a:r>
              <a:rPr sz="3300" b="1">
                <a:solidFill>
                  <a:srgbClr val="0A1420"/>
                </a:solidFill>
                <a:latin typeface="Arial"/>
                <a:ea typeface="Arial"/>
                <a:cs typeface="Arial"/>
              </a:rPr>
              <a:t>Feedback timing: one measured leakage channel</a:t>
            </a:r>
          </a:p>
        </p:txBody>
      </p:sp>
      <p:sp>
        <p:nvSpPr>
          <p:cNvPr id="3" name="07">
            <a:extLst xmlns:a="http://schemas.openxmlformats.org/drawingml/2006/main">
              <a:ext uri="{FF2B5EF4-FFF2-40B4-BE49-F238E27FC236}">
                <a16:creationId xmlns:a16="http://schemas.microsoft.com/office/drawing/2014/main" id="{E6FD6B74-C5E0-4658-847B-56C6EF105494}"/>
              </a:ext>
            </a:extLst>
          </p:cNvPr>
          <p:cNvSpPr>
            <a:spLocks xmlns:a="http://schemas.openxmlformats.org/drawingml/2006/main" noGrp="1"/>
          </p:cNvSpPr>
          <p:nvPr/>
        </p:nvSpPr>
        <p:spPr>
          <a:xfrm xmlns:a="http://schemas.openxmlformats.org/drawingml/2006/main">
            <a:off x="11144250" y="63436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2616F"/>
                </a:solidFill>
                <a:latin typeface="Arial"/>
                <a:ea typeface="Arial"/>
                <a:cs typeface="Arial"/>
              </a:defRPr>
            </a:defPPr>
            <a:lvl1pPr algn="r">
              <a:defRPr sz="1350" b="0">
                <a:solidFill>
                  <a:srgbClr val="52616F"/>
                </a:solidFill>
                <a:latin typeface="Arial"/>
                <a:ea typeface="Arial"/>
                <a:cs typeface="Arial"/>
              </a:defRPr>
            </a:lvl1pPr>
            <a:lvl2pPr algn="r">
              <a:defRPr sz="1350" b="0">
                <a:solidFill>
                  <a:srgbClr val="52616F"/>
                </a:solidFill>
                <a:latin typeface="Arial"/>
                <a:ea typeface="Arial"/>
                <a:cs typeface="Arial"/>
              </a:defRPr>
            </a:lvl2pPr>
            <a:lvl3pPr algn="r">
              <a:defRPr sz="1350" b="0">
                <a:solidFill>
                  <a:srgbClr val="52616F"/>
                </a:solidFill>
                <a:latin typeface="Arial"/>
                <a:ea typeface="Arial"/>
                <a:cs typeface="Arial"/>
              </a:defRPr>
            </a:lvl3pPr>
            <a:lvl4pPr algn="r">
              <a:defRPr sz="1350" b="0">
                <a:solidFill>
                  <a:srgbClr val="52616F"/>
                </a:solidFill>
                <a:latin typeface="Arial"/>
                <a:ea typeface="Arial"/>
                <a:cs typeface="Arial"/>
              </a:defRPr>
            </a:lvl4pPr>
            <a:lvl5pPr algn="r">
              <a:defRPr sz="1350" b="0">
                <a:solidFill>
                  <a:srgbClr val="52616F"/>
                </a:solidFill>
                <a:latin typeface="Arial"/>
                <a:ea typeface="Arial"/>
                <a:cs typeface="Arial"/>
              </a:defRPr>
            </a:lvl5pPr>
            <a:lvl6pPr algn="r">
              <a:defRPr sz="1350" b="0">
                <a:solidFill>
                  <a:srgbClr val="52616F"/>
                </a:solidFill>
                <a:latin typeface="Arial"/>
                <a:ea typeface="Arial"/>
                <a:cs typeface="Arial"/>
              </a:defRPr>
            </a:lvl6pPr>
            <a:lvl7pPr algn="r">
              <a:defRPr sz="1350" b="0">
                <a:solidFill>
                  <a:srgbClr val="52616F"/>
                </a:solidFill>
                <a:latin typeface="Arial"/>
                <a:ea typeface="Arial"/>
                <a:cs typeface="Arial"/>
              </a:defRPr>
            </a:lvl7pPr>
            <a:lvl8pPr algn="r">
              <a:defRPr sz="1350" b="0">
                <a:solidFill>
                  <a:srgbClr val="52616F"/>
                </a:solidFill>
                <a:latin typeface="Arial"/>
                <a:ea typeface="Arial"/>
                <a:cs typeface="Arial"/>
              </a:defRPr>
            </a:lvl8pPr>
            <a:lvl9pPr algn="r">
              <a:defRPr sz="1350" b="0">
                <a:solidFill>
                  <a:srgbClr val="52616F"/>
                </a:solidFill>
                <a:latin typeface="Arial"/>
                <a:ea typeface="Arial"/>
                <a:cs typeface="Arial"/>
              </a:defRPr>
            </a:lvl9pPr>
          </a:lstStyle>
          <a:p xmlns:a="http://schemas.openxmlformats.org/drawingml/2006/main">
            <a:pPr algn="r">
              <a:defRPr sz="1350" b="0">
                <a:solidFill>
                  <a:srgbClr val="52616F"/>
                </a:solidFill>
                <a:latin typeface="Arial"/>
                <a:ea typeface="Arial"/>
                <a:cs typeface="Arial"/>
              </a:defRPr>
            </a:pPr>
            <a:r>
              <a:rPr sz="1350" b="0">
                <a:solidFill>
                  <a:srgbClr val="52616F"/>
                </a:solidFill>
                <a:latin typeface="Arial"/>
                <a:ea typeface="Arial"/>
                <a:cs typeface="Arial"/>
              </a:rPr>
              <a:t>07</a:t>
            </a:r>
          </a:p>
        </p:txBody>
      </p:sp>
      <p:sp>
        <p:nvSpPr>
          <p:cNvPr id="4" name="144 observations across 12 authorized campaigns">
            <a:extLst xmlns:a="http://schemas.openxmlformats.org/drawingml/2006/main">
              <a:ext uri="{FF2B5EF4-FFF2-40B4-BE49-F238E27FC236}">
                <a16:creationId xmlns:a16="http://schemas.microsoft.com/office/drawing/2014/main" id="{62EB3931-EE93-4BE4-A36B-4E010BCB9B7B}"/>
              </a:ext>
            </a:extLst>
          </p:cNvPr>
          <p:cNvSpPr>
            <a:spLocks xmlns:a="http://schemas.openxmlformats.org/drawingml/2006/main" noGrp="1"/>
          </p:cNvSpPr>
          <p:nvPr/>
        </p:nvSpPr>
        <p:spPr>
          <a:xfrm xmlns:a="http://schemas.openxmlformats.org/drawingml/2006/main">
            <a:off x="619125" y="1447800"/>
            <a:ext cx="1066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87E78"/>
                </a:solidFill>
                <a:latin typeface="Arial"/>
                <a:ea typeface="Arial"/>
                <a:cs typeface="Arial"/>
              </a:defRPr>
            </a:defPPr>
            <a:lvl1pPr algn="l">
              <a:defRPr sz="2100" b="1">
                <a:solidFill>
                  <a:srgbClr val="087E78"/>
                </a:solidFill>
                <a:latin typeface="Arial"/>
                <a:ea typeface="Arial"/>
                <a:cs typeface="Arial"/>
              </a:defRPr>
            </a:lvl1pPr>
            <a:lvl2pPr algn="l">
              <a:defRPr sz="2100" b="1">
                <a:solidFill>
                  <a:srgbClr val="087E78"/>
                </a:solidFill>
                <a:latin typeface="Arial"/>
                <a:ea typeface="Arial"/>
                <a:cs typeface="Arial"/>
              </a:defRPr>
            </a:lvl2pPr>
            <a:lvl3pPr algn="l">
              <a:defRPr sz="2100" b="1">
                <a:solidFill>
                  <a:srgbClr val="087E78"/>
                </a:solidFill>
                <a:latin typeface="Arial"/>
                <a:ea typeface="Arial"/>
                <a:cs typeface="Arial"/>
              </a:defRPr>
            </a:lvl3pPr>
            <a:lvl4pPr algn="l">
              <a:defRPr sz="2100" b="1">
                <a:solidFill>
                  <a:srgbClr val="087E78"/>
                </a:solidFill>
                <a:latin typeface="Arial"/>
                <a:ea typeface="Arial"/>
                <a:cs typeface="Arial"/>
              </a:defRPr>
            </a:lvl4pPr>
            <a:lvl5pPr algn="l">
              <a:defRPr sz="2100" b="1">
                <a:solidFill>
                  <a:srgbClr val="087E78"/>
                </a:solidFill>
                <a:latin typeface="Arial"/>
                <a:ea typeface="Arial"/>
                <a:cs typeface="Arial"/>
              </a:defRPr>
            </a:lvl5pPr>
            <a:lvl6pPr algn="l">
              <a:defRPr sz="2100" b="1">
                <a:solidFill>
                  <a:srgbClr val="087E78"/>
                </a:solidFill>
                <a:latin typeface="Arial"/>
                <a:ea typeface="Arial"/>
                <a:cs typeface="Arial"/>
              </a:defRPr>
            </a:lvl6pPr>
            <a:lvl7pPr algn="l">
              <a:defRPr sz="2100" b="1">
                <a:solidFill>
                  <a:srgbClr val="087E78"/>
                </a:solidFill>
                <a:latin typeface="Arial"/>
                <a:ea typeface="Arial"/>
                <a:cs typeface="Arial"/>
              </a:defRPr>
            </a:lvl7pPr>
            <a:lvl8pPr algn="l">
              <a:defRPr sz="2100" b="1">
                <a:solidFill>
                  <a:srgbClr val="087E78"/>
                </a:solidFill>
                <a:latin typeface="Arial"/>
                <a:ea typeface="Arial"/>
                <a:cs typeface="Arial"/>
              </a:defRPr>
            </a:lvl8pPr>
            <a:lvl9pPr algn="l">
              <a:defRPr sz="2100" b="1">
                <a:solidFill>
                  <a:srgbClr val="087E78"/>
                </a:solidFill>
                <a:latin typeface="Arial"/>
                <a:ea typeface="Arial"/>
                <a:cs typeface="Arial"/>
              </a:defRPr>
            </a:lvl9pPr>
          </a:lstStyle>
          <a:p xmlns:a="http://schemas.openxmlformats.org/drawingml/2006/main">
            <a:pPr algn="l">
              <a:defRPr sz="2100" b="1">
                <a:solidFill>
                  <a:srgbClr val="087E78"/>
                </a:solidFill>
                <a:latin typeface="Arial"/>
                <a:ea typeface="Arial"/>
                <a:cs typeface="Arial"/>
              </a:defRPr>
            </a:pPr>
            <a:r>
              <a:rPr sz="2100" b="1">
                <a:solidFill>
                  <a:srgbClr val="087E78"/>
                </a:solidFill>
                <a:latin typeface="Arial"/>
                <a:ea typeface="Arial"/>
                <a:cs typeface="Arial"/>
              </a:rPr>
              <a:t>144 observations across 12 authorized campaigns</a:t>
            </a:r>
          </a:p>
        </p:txBody>
      </p:sp>
      <p:graphicFrame>
        <p:nvGraphicFramePr>
          <p:cNvPr id="5" name="Chart">
            <a:extLst xmlns:a="http://schemas.openxmlformats.org/drawingml/2006/main">
              <a:ext uri="{FF2B5EF4-FFF2-40B4-BE49-F238E27FC236}">
                <a16:creationId xmlns:a16="http://schemas.microsoft.com/office/drawing/2014/main" id="{6AA4C267-5019-4C48-9C6C-44E8AD2F5FC5}"/>
              </a:ext>
            </a:extLst>
          </p:cNvPr>
          <p:cNvGraphicFramePr/>
          <p:nvPr/>
        </p:nvGraphicFramePr>
        <p:xfrm>
          <a:off xmlns:a="http://schemas.openxmlformats.org/drawingml/2006/main" x="619125" y="2381250"/>
          <a:ext xmlns:a="http://schemas.openxmlformats.org/drawingml/2006/main" cx="7524750" cy="2952750"/>
        </p:xfrm>
        <a:graphic xmlns:a="http://schemas.openxmlformats.org/drawingml/2006/main">
          <a:graphicData uri="http://schemas.openxmlformats.org/drawingml/2006/chart">
            <c:chart xmlns:r="http://schemas.openxmlformats.org/officeDocument/2006/relationships" xmlns:c="http://schemas.openxmlformats.org/drawingml/2006/chart" r:id="R63ed5f2c8fd24048"/>
          </a:graphicData>
        </a:graphic>
      </p:graphicFrame>
      <p:sp>
        <p:nvSpPr>
          <p:cNvPr id="6" name="0.527">
            <a:extLst xmlns:a="http://schemas.openxmlformats.org/drawingml/2006/main">
              <a:ext uri="{FF2B5EF4-FFF2-40B4-BE49-F238E27FC236}">
                <a16:creationId xmlns:a16="http://schemas.microsoft.com/office/drawing/2014/main" id="{C644F0D7-CCCD-4722-B370-85CCD084F5B5}"/>
              </a:ext>
            </a:extLst>
          </p:cNvPr>
          <p:cNvSpPr>
            <a:spLocks xmlns:a="http://schemas.openxmlformats.org/drawingml/2006/main" noGrp="1"/>
          </p:cNvSpPr>
          <p:nvPr/>
        </p:nvSpPr>
        <p:spPr>
          <a:xfrm xmlns:a="http://schemas.openxmlformats.org/drawingml/2006/main">
            <a:off x="8772525" y="2533650"/>
            <a:ext cx="285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250" b="1">
                <a:solidFill>
                  <a:srgbClr val="087E78"/>
                </a:solidFill>
                <a:latin typeface="Arial"/>
                <a:ea typeface="Arial"/>
                <a:cs typeface="Arial"/>
              </a:defRPr>
            </a:defPPr>
            <a:lvl1pPr algn="l">
              <a:defRPr sz="5250" b="1">
                <a:solidFill>
                  <a:srgbClr val="087E78"/>
                </a:solidFill>
                <a:latin typeface="Arial"/>
                <a:ea typeface="Arial"/>
                <a:cs typeface="Arial"/>
              </a:defRPr>
            </a:lvl1pPr>
            <a:lvl2pPr algn="l">
              <a:defRPr sz="5250" b="1">
                <a:solidFill>
                  <a:srgbClr val="087E78"/>
                </a:solidFill>
                <a:latin typeface="Arial"/>
                <a:ea typeface="Arial"/>
                <a:cs typeface="Arial"/>
              </a:defRPr>
            </a:lvl2pPr>
            <a:lvl3pPr algn="l">
              <a:defRPr sz="5250" b="1">
                <a:solidFill>
                  <a:srgbClr val="087E78"/>
                </a:solidFill>
                <a:latin typeface="Arial"/>
                <a:ea typeface="Arial"/>
                <a:cs typeface="Arial"/>
              </a:defRPr>
            </a:lvl3pPr>
            <a:lvl4pPr algn="l">
              <a:defRPr sz="5250" b="1">
                <a:solidFill>
                  <a:srgbClr val="087E78"/>
                </a:solidFill>
                <a:latin typeface="Arial"/>
                <a:ea typeface="Arial"/>
                <a:cs typeface="Arial"/>
              </a:defRPr>
            </a:lvl4pPr>
            <a:lvl5pPr algn="l">
              <a:defRPr sz="5250" b="1">
                <a:solidFill>
                  <a:srgbClr val="087E78"/>
                </a:solidFill>
                <a:latin typeface="Arial"/>
                <a:ea typeface="Arial"/>
                <a:cs typeface="Arial"/>
              </a:defRPr>
            </a:lvl5pPr>
            <a:lvl6pPr algn="l">
              <a:defRPr sz="5250" b="1">
                <a:solidFill>
                  <a:srgbClr val="087E78"/>
                </a:solidFill>
                <a:latin typeface="Arial"/>
                <a:ea typeface="Arial"/>
                <a:cs typeface="Arial"/>
              </a:defRPr>
            </a:lvl6pPr>
            <a:lvl7pPr algn="l">
              <a:defRPr sz="5250" b="1">
                <a:solidFill>
                  <a:srgbClr val="087E78"/>
                </a:solidFill>
                <a:latin typeface="Arial"/>
                <a:ea typeface="Arial"/>
                <a:cs typeface="Arial"/>
              </a:defRPr>
            </a:lvl7pPr>
            <a:lvl8pPr algn="l">
              <a:defRPr sz="5250" b="1">
                <a:solidFill>
                  <a:srgbClr val="087E78"/>
                </a:solidFill>
                <a:latin typeface="Arial"/>
                <a:ea typeface="Arial"/>
                <a:cs typeface="Arial"/>
              </a:defRPr>
            </a:lvl8pPr>
            <a:lvl9pPr algn="l">
              <a:defRPr sz="5250" b="1">
                <a:solidFill>
                  <a:srgbClr val="087E78"/>
                </a:solidFill>
                <a:latin typeface="Arial"/>
                <a:ea typeface="Arial"/>
                <a:cs typeface="Arial"/>
              </a:defRPr>
            </a:lvl9pPr>
          </a:lstStyle>
          <a:p xmlns:a="http://schemas.openxmlformats.org/drawingml/2006/main">
            <a:pPr algn="l">
              <a:defRPr sz="5250" b="1">
                <a:solidFill>
                  <a:srgbClr val="087E78"/>
                </a:solidFill>
                <a:latin typeface="Arial"/>
                <a:ea typeface="Arial"/>
                <a:cs typeface="Arial"/>
              </a:defRPr>
            </a:pPr>
            <a:r>
              <a:rPr sz="5250" b="1">
                <a:solidFill>
                  <a:srgbClr val="087E78"/>
                </a:solidFill>
                <a:latin typeface="Arial"/>
                <a:ea typeface="Arial"/>
                <a:cs typeface="Arial"/>
              </a:rPr>
              <a:t>0.527</a:t>
            </a:r>
          </a:p>
        </p:txBody>
      </p:sp>
      <p:sp>
        <p:nvSpPr>
          <p:cNvPr id="7" name="Shaped AUC&#10;95% interval&#10;0.358 to 0.696">
            <a:extLst xmlns:a="http://schemas.openxmlformats.org/drawingml/2006/main">
              <a:ext uri="{FF2B5EF4-FFF2-40B4-BE49-F238E27FC236}">
                <a16:creationId xmlns:a16="http://schemas.microsoft.com/office/drawing/2014/main" id="{D6D1837A-6965-418D-B6F5-282E1403236D}"/>
              </a:ext>
            </a:extLst>
          </p:cNvPr>
          <p:cNvSpPr>
            <a:spLocks xmlns:a="http://schemas.openxmlformats.org/drawingml/2006/main" noGrp="1"/>
          </p:cNvSpPr>
          <p:nvPr/>
        </p:nvSpPr>
        <p:spPr>
          <a:xfrm xmlns:a="http://schemas.openxmlformats.org/drawingml/2006/main">
            <a:off x="8772525" y="3590925"/>
            <a:ext cx="27146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2616F"/>
                </a:solidFill>
                <a:latin typeface="Arial"/>
                <a:ea typeface="Arial"/>
                <a:cs typeface="Arial"/>
              </a:defRPr>
            </a:defPPr>
            <a:lvl1pPr algn="l">
              <a:defRPr sz="1875" b="0">
                <a:solidFill>
                  <a:srgbClr val="52616F"/>
                </a:solidFill>
                <a:latin typeface="Arial"/>
                <a:ea typeface="Arial"/>
                <a:cs typeface="Arial"/>
              </a:defRPr>
            </a:lvl1pPr>
            <a:lvl2pPr algn="l">
              <a:defRPr sz="1875" b="0">
                <a:solidFill>
                  <a:srgbClr val="52616F"/>
                </a:solidFill>
                <a:latin typeface="Arial"/>
                <a:ea typeface="Arial"/>
                <a:cs typeface="Arial"/>
              </a:defRPr>
            </a:lvl2pPr>
            <a:lvl3pPr algn="l">
              <a:defRPr sz="1875" b="0">
                <a:solidFill>
                  <a:srgbClr val="52616F"/>
                </a:solidFill>
                <a:latin typeface="Arial"/>
                <a:ea typeface="Arial"/>
                <a:cs typeface="Arial"/>
              </a:defRPr>
            </a:lvl3pPr>
            <a:lvl4pPr algn="l">
              <a:defRPr sz="1875" b="0">
                <a:solidFill>
                  <a:srgbClr val="52616F"/>
                </a:solidFill>
                <a:latin typeface="Arial"/>
                <a:ea typeface="Arial"/>
                <a:cs typeface="Arial"/>
              </a:defRPr>
            </a:lvl4pPr>
            <a:lvl5pPr algn="l">
              <a:defRPr sz="1875" b="0">
                <a:solidFill>
                  <a:srgbClr val="52616F"/>
                </a:solidFill>
                <a:latin typeface="Arial"/>
                <a:ea typeface="Arial"/>
                <a:cs typeface="Arial"/>
              </a:defRPr>
            </a:lvl5pPr>
            <a:lvl6pPr algn="l">
              <a:defRPr sz="1875" b="0">
                <a:solidFill>
                  <a:srgbClr val="52616F"/>
                </a:solidFill>
                <a:latin typeface="Arial"/>
                <a:ea typeface="Arial"/>
                <a:cs typeface="Arial"/>
              </a:defRPr>
            </a:lvl6pPr>
            <a:lvl7pPr algn="l">
              <a:defRPr sz="1875" b="0">
                <a:solidFill>
                  <a:srgbClr val="52616F"/>
                </a:solidFill>
                <a:latin typeface="Arial"/>
                <a:ea typeface="Arial"/>
                <a:cs typeface="Arial"/>
              </a:defRPr>
            </a:lvl7pPr>
            <a:lvl8pPr algn="l">
              <a:defRPr sz="1875" b="0">
                <a:solidFill>
                  <a:srgbClr val="52616F"/>
                </a:solidFill>
                <a:latin typeface="Arial"/>
                <a:ea typeface="Arial"/>
                <a:cs typeface="Arial"/>
              </a:defRPr>
            </a:lvl8pPr>
            <a:lvl9pPr algn="l">
              <a:defRPr sz="1875" b="0">
                <a:solidFill>
                  <a:srgbClr val="52616F"/>
                </a:solidFill>
                <a:latin typeface="Arial"/>
                <a:ea typeface="Arial"/>
                <a:cs typeface="Arial"/>
              </a:defRPr>
            </a:lvl9pPr>
          </a:lstStyle>
          <a:p xmlns:a="http://schemas.openxmlformats.org/drawingml/2006/main">
            <a:pPr algn="l">
              <a:defRPr sz="1875" b="0">
                <a:solidFill>
                  <a:srgbClr val="52616F"/>
                </a:solidFill>
                <a:latin typeface="Arial"/>
                <a:ea typeface="Arial"/>
                <a:cs typeface="Arial"/>
              </a:defRPr>
            </a:pPr>
            <a:r>
              <a:rPr sz="1875" b="0">
                <a:solidFill>
                  <a:srgbClr val="52616F"/>
                </a:solidFill>
                <a:latin typeface="Arial"/>
                <a:ea typeface="Arial"/>
                <a:cs typeface="Arial"/>
              </a:rPr>
              <a:t>Shaped AUC</a:t>
            </a:r>
          </a:p>
          <a:p xmlns:a="http://schemas.openxmlformats.org/drawingml/2006/main">
            <a:pPr algn="l">
              <a:defRPr sz="1875" b="0">
                <a:solidFill>
                  <a:srgbClr val="52616F"/>
                </a:solidFill>
                <a:latin typeface="Arial"/>
                <a:ea typeface="Arial"/>
                <a:cs typeface="Arial"/>
              </a:defRPr>
            </a:pPr>
            <a:r>
              <a:rPr sz="1875" b="0">
                <a:solidFill>
                  <a:srgbClr val="52616F"/>
                </a:solidFill>
                <a:latin typeface="Arial"/>
                <a:ea typeface="Arial"/>
                <a:cs typeface="Arial"/>
              </a:rPr>
              <a:t>95% interval</a:t>
            </a:r>
          </a:p>
          <a:p xmlns:a="http://schemas.openxmlformats.org/drawingml/2006/main">
            <a:pPr algn="l">
              <a:defRPr sz="1875" b="0">
                <a:solidFill>
                  <a:srgbClr val="52616F"/>
                </a:solidFill>
                <a:latin typeface="Arial"/>
                <a:ea typeface="Arial"/>
                <a:cs typeface="Arial"/>
              </a:defRPr>
            </a:pPr>
            <a:r>
              <a:rPr sz="1875" b="0">
                <a:solidFill>
                  <a:srgbClr val="52616F"/>
                </a:solidFill>
                <a:latin typeface="Arial"/>
                <a:ea typeface="Arial"/>
                <a:cs typeface="Arial"/>
              </a:rPr>
              <a:t>0.358 to 0.696</a:t>
            </a:r>
          </a:p>
        </p:txBody>
      </p:sp>
      <p:sp>
        <p:nvSpPr>
          <p:cNvPr id="8" name="0.5 indicates chance-level classification.&#10;This exploratory result doe">
            <a:extLst xmlns:a="http://schemas.openxmlformats.org/drawingml/2006/main">
              <a:ext uri="{FF2B5EF4-FFF2-40B4-BE49-F238E27FC236}">
                <a16:creationId xmlns:a16="http://schemas.microsoft.com/office/drawing/2014/main" id="{85BF110C-BB07-4FBF-8D16-A68E336FEB74}"/>
              </a:ext>
            </a:extLst>
          </p:cNvPr>
          <p:cNvSpPr>
            <a:spLocks xmlns:a="http://schemas.openxmlformats.org/drawingml/2006/main" noGrp="1"/>
          </p:cNvSpPr>
          <p:nvPr/>
        </p:nvSpPr>
        <p:spPr>
          <a:xfrm xmlns:a="http://schemas.openxmlformats.org/drawingml/2006/main">
            <a:off x="619125" y="5505450"/>
            <a:ext cx="10668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0A1420"/>
                </a:solidFill>
                <a:latin typeface="Arial"/>
                <a:ea typeface="Arial"/>
                <a:cs typeface="Arial"/>
              </a:defRPr>
            </a:defPPr>
            <a:lvl1pPr algn="l">
              <a:defRPr sz="1950" b="1">
                <a:solidFill>
                  <a:srgbClr val="0A1420"/>
                </a:solidFill>
                <a:latin typeface="Arial"/>
                <a:ea typeface="Arial"/>
                <a:cs typeface="Arial"/>
              </a:defRPr>
            </a:lvl1pPr>
            <a:lvl2pPr algn="l">
              <a:defRPr sz="1950" b="1">
                <a:solidFill>
                  <a:srgbClr val="0A1420"/>
                </a:solidFill>
                <a:latin typeface="Arial"/>
                <a:ea typeface="Arial"/>
                <a:cs typeface="Arial"/>
              </a:defRPr>
            </a:lvl2pPr>
            <a:lvl3pPr algn="l">
              <a:defRPr sz="1950" b="1">
                <a:solidFill>
                  <a:srgbClr val="0A1420"/>
                </a:solidFill>
                <a:latin typeface="Arial"/>
                <a:ea typeface="Arial"/>
                <a:cs typeface="Arial"/>
              </a:defRPr>
            </a:lvl3pPr>
            <a:lvl4pPr algn="l">
              <a:defRPr sz="1950" b="1">
                <a:solidFill>
                  <a:srgbClr val="0A1420"/>
                </a:solidFill>
                <a:latin typeface="Arial"/>
                <a:ea typeface="Arial"/>
                <a:cs typeface="Arial"/>
              </a:defRPr>
            </a:lvl4pPr>
            <a:lvl5pPr algn="l">
              <a:defRPr sz="1950" b="1">
                <a:solidFill>
                  <a:srgbClr val="0A1420"/>
                </a:solidFill>
                <a:latin typeface="Arial"/>
                <a:ea typeface="Arial"/>
                <a:cs typeface="Arial"/>
              </a:defRPr>
            </a:lvl5pPr>
            <a:lvl6pPr algn="l">
              <a:defRPr sz="1950" b="1">
                <a:solidFill>
                  <a:srgbClr val="0A1420"/>
                </a:solidFill>
                <a:latin typeface="Arial"/>
                <a:ea typeface="Arial"/>
                <a:cs typeface="Arial"/>
              </a:defRPr>
            </a:lvl6pPr>
            <a:lvl7pPr algn="l">
              <a:defRPr sz="1950" b="1">
                <a:solidFill>
                  <a:srgbClr val="0A1420"/>
                </a:solidFill>
                <a:latin typeface="Arial"/>
                <a:ea typeface="Arial"/>
                <a:cs typeface="Arial"/>
              </a:defRPr>
            </a:lvl7pPr>
            <a:lvl8pPr algn="l">
              <a:defRPr sz="1950" b="1">
                <a:solidFill>
                  <a:srgbClr val="0A1420"/>
                </a:solidFill>
                <a:latin typeface="Arial"/>
                <a:ea typeface="Arial"/>
                <a:cs typeface="Arial"/>
              </a:defRPr>
            </a:lvl8pPr>
            <a:lvl9pPr algn="l">
              <a:defRPr sz="1950" b="1">
                <a:solidFill>
                  <a:srgbClr val="0A1420"/>
                </a:solidFill>
                <a:latin typeface="Arial"/>
                <a:ea typeface="Arial"/>
                <a:cs typeface="Arial"/>
              </a:defRPr>
            </a:lvl9pPr>
          </a:lstStyle>
          <a:p xmlns:a="http://schemas.openxmlformats.org/drawingml/2006/main">
            <a:pPr algn="l">
              <a:defRPr sz="1950" b="1">
                <a:solidFill>
                  <a:srgbClr val="0A1420"/>
                </a:solidFill>
                <a:latin typeface="Arial"/>
                <a:ea typeface="Arial"/>
                <a:cs typeface="Arial"/>
              </a:defRPr>
            </a:pPr>
            <a:r>
              <a:rPr sz="1950" b="1">
                <a:solidFill>
                  <a:srgbClr val="0A1420"/>
                </a:solidFill>
                <a:latin typeface="Arial"/>
                <a:ea typeface="Arial"/>
                <a:cs typeface="Arial"/>
              </a:rPr>
              <a:t>0.5 indicates chance-level classification.</a:t>
            </a:r>
          </a:p>
          <a:p xmlns:a="http://schemas.openxmlformats.org/drawingml/2006/main">
            <a:pPr algn="l">
              <a:defRPr sz="1950" b="1">
                <a:solidFill>
                  <a:srgbClr val="0A1420"/>
                </a:solidFill>
                <a:latin typeface="Arial"/>
                <a:ea typeface="Arial"/>
                <a:cs typeface="Arial"/>
              </a:defRPr>
            </a:pPr>
            <a:r>
              <a:rPr sz="1950" b="1">
                <a:solidFill>
                  <a:srgbClr val="0A1420"/>
                </a:solidFill>
                <a:latin typeface="Arial"/>
                <a:ea typeface="Arial"/>
                <a:cs typeface="Arial"/>
              </a:rPr>
              <a:t>This exploratory result does not establish zero leakage.</a:t>
            </a:r>
          </a:p>
        </p:txBody>
      </p:sp>
      <p:sp>
        <p:nvSpPr>
          <p:cNvPr id="9" name="Frozen controls: 61-second release floor, 60-second execution deadline">
            <a:extLst xmlns:a="http://schemas.openxmlformats.org/drawingml/2006/main">
              <a:ext uri="{FF2B5EF4-FFF2-40B4-BE49-F238E27FC236}">
                <a16:creationId xmlns:a16="http://schemas.microsoft.com/office/drawing/2014/main" id="{1DA0C747-F324-4B02-A80A-4727039DC891}"/>
              </a:ext>
            </a:extLst>
          </p:cNvPr>
          <p:cNvSpPr>
            <a:spLocks xmlns:a="http://schemas.openxmlformats.org/drawingml/2006/main" noGrp="1"/>
          </p:cNvSpPr>
          <p:nvPr/>
        </p:nvSpPr>
        <p:spPr>
          <a:xfrm xmlns:a="http://schemas.openxmlformats.org/drawingml/2006/main">
            <a:off x="609600" y="6191250"/>
            <a:ext cx="10191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2616F"/>
                </a:solidFill>
                <a:latin typeface="Arial"/>
                <a:ea typeface="Arial"/>
                <a:cs typeface="Arial"/>
              </a:defRPr>
            </a:defPPr>
            <a:lvl1pPr algn="l">
              <a:defRPr sz="1350" b="0">
                <a:solidFill>
                  <a:srgbClr val="52616F"/>
                </a:solidFill>
                <a:latin typeface="Arial"/>
                <a:ea typeface="Arial"/>
                <a:cs typeface="Arial"/>
              </a:defRPr>
            </a:lvl1pPr>
            <a:lvl2pPr algn="l">
              <a:defRPr sz="1350" b="0">
                <a:solidFill>
                  <a:srgbClr val="52616F"/>
                </a:solidFill>
                <a:latin typeface="Arial"/>
                <a:ea typeface="Arial"/>
                <a:cs typeface="Arial"/>
              </a:defRPr>
            </a:lvl2pPr>
            <a:lvl3pPr algn="l">
              <a:defRPr sz="1350" b="0">
                <a:solidFill>
                  <a:srgbClr val="52616F"/>
                </a:solidFill>
                <a:latin typeface="Arial"/>
                <a:ea typeface="Arial"/>
                <a:cs typeface="Arial"/>
              </a:defRPr>
            </a:lvl3pPr>
            <a:lvl4pPr algn="l">
              <a:defRPr sz="1350" b="0">
                <a:solidFill>
                  <a:srgbClr val="52616F"/>
                </a:solidFill>
                <a:latin typeface="Arial"/>
                <a:ea typeface="Arial"/>
                <a:cs typeface="Arial"/>
              </a:defRPr>
            </a:lvl4pPr>
            <a:lvl5pPr algn="l">
              <a:defRPr sz="1350" b="0">
                <a:solidFill>
                  <a:srgbClr val="52616F"/>
                </a:solidFill>
                <a:latin typeface="Arial"/>
                <a:ea typeface="Arial"/>
                <a:cs typeface="Arial"/>
              </a:defRPr>
            </a:lvl5pPr>
            <a:lvl6pPr algn="l">
              <a:defRPr sz="1350" b="0">
                <a:solidFill>
                  <a:srgbClr val="52616F"/>
                </a:solidFill>
                <a:latin typeface="Arial"/>
                <a:ea typeface="Arial"/>
                <a:cs typeface="Arial"/>
              </a:defRPr>
            </a:lvl6pPr>
            <a:lvl7pPr algn="l">
              <a:defRPr sz="1350" b="0">
                <a:solidFill>
                  <a:srgbClr val="52616F"/>
                </a:solidFill>
                <a:latin typeface="Arial"/>
                <a:ea typeface="Arial"/>
                <a:cs typeface="Arial"/>
              </a:defRPr>
            </a:lvl7pPr>
            <a:lvl8pPr algn="l">
              <a:defRPr sz="1350" b="0">
                <a:solidFill>
                  <a:srgbClr val="52616F"/>
                </a:solidFill>
                <a:latin typeface="Arial"/>
                <a:ea typeface="Arial"/>
                <a:cs typeface="Arial"/>
              </a:defRPr>
            </a:lvl8pPr>
            <a:lvl9pPr algn="l">
              <a:defRPr sz="1350" b="0">
                <a:solidFill>
                  <a:srgbClr val="52616F"/>
                </a:solidFill>
                <a:latin typeface="Arial"/>
                <a:ea typeface="Arial"/>
                <a:cs typeface="Arial"/>
              </a:defRPr>
            </a:lvl9pPr>
          </a:lstStyle>
          <a:p xmlns:a="http://schemas.openxmlformats.org/drawingml/2006/main">
            <a:pPr algn="l">
              <a:defRPr sz="1350" b="0">
                <a:solidFill>
                  <a:srgbClr val="52616F"/>
                </a:solidFill>
                <a:latin typeface="Arial"/>
                <a:ea typeface="Arial"/>
                <a:cs typeface="Arial"/>
              </a:defRPr>
            </a:pPr>
            <a:r>
              <a:rPr sz="1350" b="0">
                <a:solidFill>
                  <a:srgbClr val="52616F"/>
                </a:solidFill>
                <a:latin typeface="Arial"/>
                <a:ea typeface="Arial"/>
                <a:cs typeface="Arial"/>
              </a:rPr>
              <a:t>Frozen controls: 61-second release floor, 60-second execution deadline and 16,384-byte response bodies.</a:t>
            </a:r>
          </a:p>
        </p:txBody>
      </p:sp>
    </p:spTree>
    <p:extLst>
      <p:ext uri="{BB962C8B-B14F-4D97-AF65-F5344CB8AC3E}">
        <p14:creationId xmlns:p14="http://schemas.microsoft.com/office/powerpoint/2010/main" val="1882804100"/>
      </p:ext>
    </p:extLst>
  </p:cSld>
</p:sld>
</file>

<file path=ppt/slides/slide8.xml><?xml version="1.0" encoding="utf-8"?>
<p:sld xmlns:p="http://schemas.openxmlformats.org/presentationml/2006/main">
  <p:cSld>
    <p:bg>
      <p:bgPr>
        <a:solidFill xmlns:a="http://schemas.openxmlformats.org/drawingml/2006/main">
          <a:srgbClr val="F5F5F0"/>
        </a:solidFill>
      </p:bgPr>
    </p:bg>
    <p:spTree>
      <p:nvGrpSpPr>
        <p:cNvPr id="1" name=""/>
        <p:cNvGrpSpPr/>
        <p:nvPr/>
      </p:nvGrpSpPr>
      <p:grpSpPr>
        <a:xfrm xmlns:a="http://schemas.openxmlformats.org/drawingml/2006/main"/>
      </p:grpSpPr>
      <p:sp>
        <p:nvSpPr>
          <p:cNvPr id="2" name="Validation of the public source snapshot">
            <a:extLst xmlns:a="http://schemas.openxmlformats.org/drawingml/2006/main">
              <a:ext uri="{FF2B5EF4-FFF2-40B4-BE49-F238E27FC236}">
                <a16:creationId xmlns:a16="http://schemas.microsoft.com/office/drawing/2014/main" id="{328333D1-D062-4C6E-90C6-6680839BC005}"/>
              </a:ext>
            </a:extLst>
          </p:cNvPr>
          <p:cNvSpPr>
            <a:spLocks xmlns:a="http://schemas.openxmlformats.org/drawingml/2006/main" noGrp="1"/>
          </p:cNvSpPr>
          <p:nvPr/>
        </p:nvSpPr>
        <p:spPr>
          <a:xfrm xmlns:a="http://schemas.openxmlformats.org/drawingml/2006/main">
            <a:off x="609600" y="457200"/>
            <a:ext cx="1095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0A1420"/>
                </a:solidFill>
                <a:latin typeface="Arial"/>
                <a:ea typeface="Arial"/>
                <a:cs typeface="Arial"/>
              </a:defRPr>
            </a:defPPr>
            <a:lvl1pPr algn="l">
              <a:defRPr sz="3300" b="1">
                <a:solidFill>
                  <a:srgbClr val="0A1420"/>
                </a:solidFill>
                <a:latin typeface="Arial"/>
                <a:ea typeface="Arial"/>
                <a:cs typeface="Arial"/>
              </a:defRPr>
            </a:lvl1pPr>
            <a:lvl2pPr algn="l">
              <a:defRPr sz="3300" b="1">
                <a:solidFill>
                  <a:srgbClr val="0A1420"/>
                </a:solidFill>
                <a:latin typeface="Arial"/>
                <a:ea typeface="Arial"/>
                <a:cs typeface="Arial"/>
              </a:defRPr>
            </a:lvl2pPr>
            <a:lvl3pPr algn="l">
              <a:defRPr sz="3300" b="1">
                <a:solidFill>
                  <a:srgbClr val="0A1420"/>
                </a:solidFill>
                <a:latin typeface="Arial"/>
                <a:ea typeface="Arial"/>
                <a:cs typeface="Arial"/>
              </a:defRPr>
            </a:lvl3pPr>
            <a:lvl4pPr algn="l">
              <a:defRPr sz="3300" b="1">
                <a:solidFill>
                  <a:srgbClr val="0A1420"/>
                </a:solidFill>
                <a:latin typeface="Arial"/>
                <a:ea typeface="Arial"/>
                <a:cs typeface="Arial"/>
              </a:defRPr>
            </a:lvl4pPr>
            <a:lvl5pPr algn="l">
              <a:defRPr sz="3300" b="1">
                <a:solidFill>
                  <a:srgbClr val="0A1420"/>
                </a:solidFill>
                <a:latin typeface="Arial"/>
                <a:ea typeface="Arial"/>
                <a:cs typeface="Arial"/>
              </a:defRPr>
            </a:lvl5pPr>
            <a:lvl6pPr algn="l">
              <a:defRPr sz="3300" b="1">
                <a:solidFill>
                  <a:srgbClr val="0A1420"/>
                </a:solidFill>
                <a:latin typeface="Arial"/>
                <a:ea typeface="Arial"/>
                <a:cs typeface="Arial"/>
              </a:defRPr>
            </a:lvl6pPr>
            <a:lvl7pPr algn="l">
              <a:defRPr sz="3300" b="1">
                <a:solidFill>
                  <a:srgbClr val="0A1420"/>
                </a:solidFill>
                <a:latin typeface="Arial"/>
                <a:ea typeface="Arial"/>
                <a:cs typeface="Arial"/>
              </a:defRPr>
            </a:lvl7pPr>
            <a:lvl8pPr algn="l">
              <a:defRPr sz="3300" b="1">
                <a:solidFill>
                  <a:srgbClr val="0A1420"/>
                </a:solidFill>
                <a:latin typeface="Arial"/>
                <a:ea typeface="Arial"/>
                <a:cs typeface="Arial"/>
              </a:defRPr>
            </a:lvl8pPr>
            <a:lvl9pPr algn="l">
              <a:defRPr sz="3300" b="1">
                <a:solidFill>
                  <a:srgbClr val="0A1420"/>
                </a:solidFill>
                <a:latin typeface="Arial"/>
                <a:ea typeface="Arial"/>
                <a:cs typeface="Arial"/>
              </a:defRPr>
            </a:lvl9pPr>
          </a:lstStyle>
          <a:p xmlns:a="http://schemas.openxmlformats.org/drawingml/2006/main">
            <a:pPr algn="l">
              <a:defRPr sz="3300" b="1">
                <a:solidFill>
                  <a:srgbClr val="0A1420"/>
                </a:solidFill>
                <a:latin typeface="Arial"/>
                <a:ea typeface="Arial"/>
                <a:cs typeface="Arial"/>
              </a:defRPr>
            </a:pPr>
            <a:r>
              <a:rPr sz="3300" b="1">
                <a:solidFill>
                  <a:srgbClr val="0A1420"/>
                </a:solidFill>
                <a:latin typeface="Arial"/>
                <a:ea typeface="Arial"/>
                <a:cs typeface="Arial"/>
              </a:rPr>
              <a:t>Validation of the public source snapshot</a:t>
            </a:r>
          </a:p>
        </p:txBody>
      </p:sp>
      <p:sp>
        <p:nvSpPr>
          <p:cNvPr id="3" name="08">
            <a:extLst xmlns:a="http://schemas.openxmlformats.org/drawingml/2006/main">
              <a:ext uri="{FF2B5EF4-FFF2-40B4-BE49-F238E27FC236}">
                <a16:creationId xmlns:a16="http://schemas.microsoft.com/office/drawing/2014/main" id="{7515279D-C915-4425-B84C-41820A1C1C8B}"/>
              </a:ext>
            </a:extLst>
          </p:cNvPr>
          <p:cNvSpPr>
            <a:spLocks xmlns:a="http://schemas.openxmlformats.org/drawingml/2006/main" noGrp="1"/>
          </p:cNvSpPr>
          <p:nvPr/>
        </p:nvSpPr>
        <p:spPr>
          <a:xfrm xmlns:a="http://schemas.openxmlformats.org/drawingml/2006/main">
            <a:off x="11144250" y="63436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2616F"/>
                </a:solidFill>
                <a:latin typeface="Arial"/>
                <a:ea typeface="Arial"/>
                <a:cs typeface="Arial"/>
              </a:defRPr>
            </a:defPPr>
            <a:lvl1pPr algn="r">
              <a:defRPr sz="1350" b="0">
                <a:solidFill>
                  <a:srgbClr val="52616F"/>
                </a:solidFill>
                <a:latin typeface="Arial"/>
                <a:ea typeface="Arial"/>
                <a:cs typeface="Arial"/>
              </a:defRPr>
            </a:lvl1pPr>
            <a:lvl2pPr algn="r">
              <a:defRPr sz="1350" b="0">
                <a:solidFill>
                  <a:srgbClr val="52616F"/>
                </a:solidFill>
                <a:latin typeface="Arial"/>
                <a:ea typeface="Arial"/>
                <a:cs typeface="Arial"/>
              </a:defRPr>
            </a:lvl2pPr>
            <a:lvl3pPr algn="r">
              <a:defRPr sz="1350" b="0">
                <a:solidFill>
                  <a:srgbClr val="52616F"/>
                </a:solidFill>
                <a:latin typeface="Arial"/>
                <a:ea typeface="Arial"/>
                <a:cs typeface="Arial"/>
              </a:defRPr>
            </a:lvl3pPr>
            <a:lvl4pPr algn="r">
              <a:defRPr sz="1350" b="0">
                <a:solidFill>
                  <a:srgbClr val="52616F"/>
                </a:solidFill>
                <a:latin typeface="Arial"/>
                <a:ea typeface="Arial"/>
                <a:cs typeface="Arial"/>
              </a:defRPr>
            </a:lvl4pPr>
            <a:lvl5pPr algn="r">
              <a:defRPr sz="1350" b="0">
                <a:solidFill>
                  <a:srgbClr val="52616F"/>
                </a:solidFill>
                <a:latin typeface="Arial"/>
                <a:ea typeface="Arial"/>
                <a:cs typeface="Arial"/>
              </a:defRPr>
            </a:lvl5pPr>
            <a:lvl6pPr algn="r">
              <a:defRPr sz="1350" b="0">
                <a:solidFill>
                  <a:srgbClr val="52616F"/>
                </a:solidFill>
                <a:latin typeface="Arial"/>
                <a:ea typeface="Arial"/>
                <a:cs typeface="Arial"/>
              </a:defRPr>
            </a:lvl6pPr>
            <a:lvl7pPr algn="r">
              <a:defRPr sz="1350" b="0">
                <a:solidFill>
                  <a:srgbClr val="52616F"/>
                </a:solidFill>
                <a:latin typeface="Arial"/>
                <a:ea typeface="Arial"/>
                <a:cs typeface="Arial"/>
              </a:defRPr>
            </a:lvl7pPr>
            <a:lvl8pPr algn="r">
              <a:defRPr sz="1350" b="0">
                <a:solidFill>
                  <a:srgbClr val="52616F"/>
                </a:solidFill>
                <a:latin typeface="Arial"/>
                <a:ea typeface="Arial"/>
                <a:cs typeface="Arial"/>
              </a:defRPr>
            </a:lvl8pPr>
            <a:lvl9pPr algn="r">
              <a:defRPr sz="1350" b="0">
                <a:solidFill>
                  <a:srgbClr val="52616F"/>
                </a:solidFill>
                <a:latin typeface="Arial"/>
                <a:ea typeface="Arial"/>
                <a:cs typeface="Arial"/>
              </a:defRPr>
            </a:lvl9pPr>
          </a:lstStyle>
          <a:p xmlns:a="http://schemas.openxmlformats.org/drawingml/2006/main">
            <a:pPr algn="r">
              <a:defRPr sz="1350" b="0">
                <a:solidFill>
                  <a:srgbClr val="52616F"/>
                </a:solidFill>
                <a:latin typeface="Arial"/>
                <a:ea typeface="Arial"/>
                <a:cs typeface="Arial"/>
              </a:defRPr>
            </a:pPr>
            <a:r>
              <a:rPr sz="1350" b="0">
                <a:solidFill>
                  <a:srgbClr val="52616F"/>
                </a:solidFill>
                <a:latin typeface="Arial"/>
                <a:ea typeface="Arial"/>
                <a:cs typeface="Arial"/>
              </a:rPr>
              <a:t>08</a:t>
            </a:r>
          </a:p>
        </p:txBody>
      </p:sp>
      <p:sp>
        <p:nvSpPr>
          <p:cNvPr id="4" name="12">
            <a:extLst xmlns:a="http://schemas.openxmlformats.org/drawingml/2006/main">
              <a:ext uri="{FF2B5EF4-FFF2-40B4-BE49-F238E27FC236}">
                <a16:creationId xmlns:a16="http://schemas.microsoft.com/office/drawing/2014/main" id="{2629376A-AF56-4A0B-973F-DE2408859B23}"/>
              </a:ext>
            </a:extLst>
          </p:cNvPr>
          <p:cNvSpPr>
            <a:spLocks xmlns:a="http://schemas.openxmlformats.org/drawingml/2006/main" noGrp="1"/>
          </p:cNvSpPr>
          <p:nvPr/>
        </p:nvSpPr>
        <p:spPr>
          <a:xfrm xmlns:a="http://schemas.openxmlformats.org/drawingml/2006/main">
            <a:off x="619125" y="1809750"/>
            <a:ext cx="27622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6900" b="1">
                <a:solidFill>
                  <a:srgbClr val="087E78"/>
                </a:solidFill>
                <a:latin typeface="Arial"/>
                <a:ea typeface="Arial"/>
                <a:cs typeface="Arial"/>
              </a:defRPr>
            </a:defPPr>
            <a:lvl1pPr algn="l">
              <a:defRPr sz="6900" b="1">
                <a:solidFill>
                  <a:srgbClr val="087E78"/>
                </a:solidFill>
                <a:latin typeface="Arial"/>
                <a:ea typeface="Arial"/>
                <a:cs typeface="Arial"/>
              </a:defRPr>
            </a:lvl1pPr>
            <a:lvl2pPr algn="l">
              <a:defRPr sz="6900" b="1">
                <a:solidFill>
                  <a:srgbClr val="087E78"/>
                </a:solidFill>
                <a:latin typeface="Arial"/>
                <a:ea typeface="Arial"/>
                <a:cs typeface="Arial"/>
              </a:defRPr>
            </a:lvl2pPr>
            <a:lvl3pPr algn="l">
              <a:defRPr sz="6900" b="1">
                <a:solidFill>
                  <a:srgbClr val="087E78"/>
                </a:solidFill>
                <a:latin typeface="Arial"/>
                <a:ea typeface="Arial"/>
                <a:cs typeface="Arial"/>
              </a:defRPr>
            </a:lvl3pPr>
            <a:lvl4pPr algn="l">
              <a:defRPr sz="6900" b="1">
                <a:solidFill>
                  <a:srgbClr val="087E78"/>
                </a:solidFill>
                <a:latin typeface="Arial"/>
                <a:ea typeface="Arial"/>
                <a:cs typeface="Arial"/>
              </a:defRPr>
            </a:lvl4pPr>
            <a:lvl5pPr algn="l">
              <a:defRPr sz="6900" b="1">
                <a:solidFill>
                  <a:srgbClr val="087E78"/>
                </a:solidFill>
                <a:latin typeface="Arial"/>
                <a:ea typeface="Arial"/>
                <a:cs typeface="Arial"/>
              </a:defRPr>
            </a:lvl5pPr>
            <a:lvl6pPr algn="l">
              <a:defRPr sz="6900" b="1">
                <a:solidFill>
                  <a:srgbClr val="087E78"/>
                </a:solidFill>
                <a:latin typeface="Arial"/>
                <a:ea typeface="Arial"/>
                <a:cs typeface="Arial"/>
              </a:defRPr>
            </a:lvl6pPr>
            <a:lvl7pPr algn="l">
              <a:defRPr sz="6900" b="1">
                <a:solidFill>
                  <a:srgbClr val="087E78"/>
                </a:solidFill>
                <a:latin typeface="Arial"/>
                <a:ea typeface="Arial"/>
                <a:cs typeface="Arial"/>
              </a:defRPr>
            </a:lvl7pPr>
            <a:lvl8pPr algn="l">
              <a:defRPr sz="6900" b="1">
                <a:solidFill>
                  <a:srgbClr val="087E78"/>
                </a:solidFill>
                <a:latin typeface="Arial"/>
                <a:ea typeface="Arial"/>
                <a:cs typeface="Arial"/>
              </a:defRPr>
            </a:lvl8pPr>
            <a:lvl9pPr algn="l">
              <a:defRPr sz="6900" b="1">
                <a:solidFill>
                  <a:srgbClr val="087E78"/>
                </a:solidFill>
                <a:latin typeface="Arial"/>
                <a:ea typeface="Arial"/>
                <a:cs typeface="Arial"/>
              </a:defRPr>
            </a:lvl9pPr>
          </a:lstStyle>
          <a:p xmlns:a="http://schemas.openxmlformats.org/drawingml/2006/main">
            <a:pPr algn="l">
              <a:defRPr sz="6900" b="1">
                <a:solidFill>
                  <a:srgbClr val="087E78"/>
                </a:solidFill>
                <a:latin typeface="Arial"/>
                <a:ea typeface="Arial"/>
                <a:cs typeface="Arial"/>
              </a:defRPr>
            </a:pPr>
            <a:r>
              <a:rPr sz="6900" b="1">
                <a:solidFill>
                  <a:srgbClr val="087E78"/>
                </a:solidFill>
                <a:latin typeface="Arial"/>
                <a:ea typeface="Arial"/>
                <a:cs typeface="Arial"/>
              </a:rPr>
              <a:t>12</a:t>
            </a:r>
          </a:p>
        </p:txBody>
      </p:sp>
      <p:sp>
        <p:nvSpPr>
          <p:cNvPr id="5" name="real model calls">
            <a:extLst xmlns:a="http://schemas.openxmlformats.org/drawingml/2006/main">
              <a:ext uri="{FF2B5EF4-FFF2-40B4-BE49-F238E27FC236}">
                <a16:creationId xmlns:a16="http://schemas.microsoft.com/office/drawing/2014/main" id="{F1FBE9EB-8663-4A6C-8F8F-A5CB6D5FA52C}"/>
              </a:ext>
            </a:extLst>
          </p:cNvPr>
          <p:cNvSpPr>
            <a:spLocks xmlns:a="http://schemas.openxmlformats.org/drawingml/2006/main" noGrp="1"/>
          </p:cNvSpPr>
          <p:nvPr/>
        </p:nvSpPr>
        <p:spPr>
          <a:xfrm xmlns:a="http://schemas.openxmlformats.org/drawingml/2006/main">
            <a:off x="619125" y="3095625"/>
            <a:ext cx="304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A1420"/>
                </a:solidFill>
                <a:latin typeface="Arial"/>
                <a:ea typeface="Arial"/>
                <a:cs typeface="Arial"/>
              </a:defRPr>
            </a:defPPr>
            <a:lvl1pPr algn="l">
              <a:defRPr sz="2175" b="1">
                <a:solidFill>
                  <a:srgbClr val="0A1420"/>
                </a:solidFill>
                <a:latin typeface="Arial"/>
                <a:ea typeface="Arial"/>
                <a:cs typeface="Arial"/>
              </a:defRPr>
            </a:lvl1pPr>
            <a:lvl2pPr algn="l">
              <a:defRPr sz="2175" b="1">
                <a:solidFill>
                  <a:srgbClr val="0A1420"/>
                </a:solidFill>
                <a:latin typeface="Arial"/>
                <a:ea typeface="Arial"/>
                <a:cs typeface="Arial"/>
              </a:defRPr>
            </a:lvl2pPr>
            <a:lvl3pPr algn="l">
              <a:defRPr sz="2175" b="1">
                <a:solidFill>
                  <a:srgbClr val="0A1420"/>
                </a:solidFill>
                <a:latin typeface="Arial"/>
                <a:ea typeface="Arial"/>
                <a:cs typeface="Arial"/>
              </a:defRPr>
            </a:lvl3pPr>
            <a:lvl4pPr algn="l">
              <a:defRPr sz="2175" b="1">
                <a:solidFill>
                  <a:srgbClr val="0A1420"/>
                </a:solidFill>
                <a:latin typeface="Arial"/>
                <a:ea typeface="Arial"/>
                <a:cs typeface="Arial"/>
              </a:defRPr>
            </a:lvl4pPr>
            <a:lvl5pPr algn="l">
              <a:defRPr sz="2175" b="1">
                <a:solidFill>
                  <a:srgbClr val="0A1420"/>
                </a:solidFill>
                <a:latin typeface="Arial"/>
                <a:ea typeface="Arial"/>
                <a:cs typeface="Arial"/>
              </a:defRPr>
            </a:lvl5pPr>
            <a:lvl6pPr algn="l">
              <a:defRPr sz="2175" b="1">
                <a:solidFill>
                  <a:srgbClr val="0A1420"/>
                </a:solidFill>
                <a:latin typeface="Arial"/>
                <a:ea typeface="Arial"/>
                <a:cs typeface="Arial"/>
              </a:defRPr>
            </a:lvl6pPr>
            <a:lvl7pPr algn="l">
              <a:defRPr sz="2175" b="1">
                <a:solidFill>
                  <a:srgbClr val="0A1420"/>
                </a:solidFill>
                <a:latin typeface="Arial"/>
                <a:ea typeface="Arial"/>
                <a:cs typeface="Arial"/>
              </a:defRPr>
            </a:lvl7pPr>
            <a:lvl8pPr algn="l">
              <a:defRPr sz="2175" b="1">
                <a:solidFill>
                  <a:srgbClr val="0A1420"/>
                </a:solidFill>
                <a:latin typeface="Arial"/>
                <a:ea typeface="Arial"/>
                <a:cs typeface="Arial"/>
              </a:defRPr>
            </a:lvl8pPr>
            <a:lvl9pPr algn="l">
              <a:defRPr sz="2175" b="1">
                <a:solidFill>
                  <a:srgbClr val="0A1420"/>
                </a:solidFill>
                <a:latin typeface="Arial"/>
                <a:ea typeface="Arial"/>
                <a:cs typeface="Arial"/>
              </a:defRPr>
            </a:lvl9pPr>
          </a:lstStyle>
          <a:p xmlns:a="http://schemas.openxmlformats.org/drawingml/2006/main">
            <a:pPr algn="l">
              <a:defRPr sz="2175" b="1">
                <a:solidFill>
                  <a:srgbClr val="0A1420"/>
                </a:solidFill>
                <a:latin typeface="Arial"/>
                <a:ea typeface="Arial"/>
                <a:cs typeface="Arial"/>
              </a:defRPr>
            </a:pPr>
            <a:r>
              <a:rPr sz="2175" b="1">
                <a:solidFill>
                  <a:srgbClr val="0A1420"/>
                </a:solidFill>
                <a:latin typeface="Arial"/>
                <a:ea typeface="Arial"/>
                <a:cs typeface="Arial"/>
              </a:rPr>
              <a:t>real model calls</a:t>
            </a:r>
          </a:p>
        </p:txBody>
      </p:sp>
      <p:sp>
        <p:nvSpPr>
          <p:cNvPr id="6" name="6 calibration + 6 demo">
            <a:extLst xmlns:a="http://schemas.openxmlformats.org/drawingml/2006/main">
              <a:ext uri="{FF2B5EF4-FFF2-40B4-BE49-F238E27FC236}">
                <a16:creationId xmlns:a16="http://schemas.microsoft.com/office/drawing/2014/main" id="{EC8029D1-4130-44F5-AB57-8F286F528751}"/>
              </a:ext>
            </a:extLst>
          </p:cNvPr>
          <p:cNvSpPr>
            <a:spLocks xmlns:a="http://schemas.openxmlformats.org/drawingml/2006/main" noGrp="1"/>
          </p:cNvSpPr>
          <p:nvPr/>
        </p:nvSpPr>
        <p:spPr>
          <a:xfrm xmlns:a="http://schemas.openxmlformats.org/drawingml/2006/main">
            <a:off x="619125" y="3638550"/>
            <a:ext cx="314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2616F"/>
                </a:solidFill>
                <a:latin typeface="Arial"/>
                <a:ea typeface="Arial"/>
                <a:cs typeface="Arial"/>
              </a:defRPr>
            </a:defPPr>
            <a:lvl1pPr algn="l">
              <a:defRPr sz="1800" b="0">
                <a:solidFill>
                  <a:srgbClr val="52616F"/>
                </a:solidFill>
                <a:latin typeface="Arial"/>
                <a:ea typeface="Arial"/>
                <a:cs typeface="Arial"/>
              </a:defRPr>
            </a:lvl1pPr>
            <a:lvl2pPr algn="l">
              <a:defRPr sz="1800" b="0">
                <a:solidFill>
                  <a:srgbClr val="52616F"/>
                </a:solidFill>
                <a:latin typeface="Arial"/>
                <a:ea typeface="Arial"/>
                <a:cs typeface="Arial"/>
              </a:defRPr>
            </a:lvl2pPr>
            <a:lvl3pPr algn="l">
              <a:defRPr sz="1800" b="0">
                <a:solidFill>
                  <a:srgbClr val="52616F"/>
                </a:solidFill>
                <a:latin typeface="Arial"/>
                <a:ea typeface="Arial"/>
                <a:cs typeface="Arial"/>
              </a:defRPr>
            </a:lvl3pPr>
            <a:lvl4pPr algn="l">
              <a:defRPr sz="1800" b="0">
                <a:solidFill>
                  <a:srgbClr val="52616F"/>
                </a:solidFill>
                <a:latin typeface="Arial"/>
                <a:ea typeface="Arial"/>
                <a:cs typeface="Arial"/>
              </a:defRPr>
            </a:lvl4pPr>
            <a:lvl5pPr algn="l">
              <a:defRPr sz="1800" b="0">
                <a:solidFill>
                  <a:srgbClr val="52616F"/>
                </a:solidFill>
                <a:latin typeface="Arial"/>
                <a:ea typeface="Arial"/>
                <a:cs typeface="Arial"/>
              </a:defRPr>
            </a:lvl5pPr>
            <a:lvl6pPr algn="l">
              <a:defRPr sz="1800" b="0">
                <a:solidFill>
                  <a:srgbClr val="52616F"/>
                </a:solidFill>
                <a:latin typeface="Arial"/>
                <a:ea typeface="Arial"/>
                <a:cs typeface="Arial"/>
              </a:defRPr>
            </a:lvl6pPr>
            <a:lvl7pPr algn="l">
              <a:defRPr sz="1800" b="0">
                <a:solidFill>
                  <a:srgbClr val="52616F"/>
                </a:solidFill>
                <a:latin typeface="Arial"/>
                <a:ea typeface="Arial"/>
                <a:cs typeface="Arial"/>
              </a:defRPr>
            </a:lvl7pPr>
            <a:lvl8pPr algn="l">
              <a:defRPr sz="1800" b="0">
                <a:solidFill>
                  <a:srgbClr val="52616F"/>
                </a:solidFill>
                <a:latin typeface="Arial"/>
                <a:ea typeface="Arial"/>
                <a:cs typeface="Arial"/>
              </a:defRPr>
            </a:lvl8pPr>
            <a:lvl9pPr algn="l">
              <a:defRPr sz="1800" b="0">
                <a:solidFill>
                  <a:srgbClr val="52616F"/>
                </a:solidFill>
                <a:latin typeface="Arial"/>
                <a:ea typeface="Arial"/>
                <a:cs typeface="Arial"/>
              </a:defRPr>
            </a:lvl9pPr>
          </a:lstStyle>
          <a:p xmlns:a="http://schemas.openxmlformats.org/drawingml/2006/main">
            <a:pPr algn="l">
              <a:defRPr sz="1800" b="0">
                <a:solidFill>
                  <a:srgbClr val="52616F"/>
                </a:solidFill>
                <a:latin typeface="Arial"/>
                <a:ea typeface="Arial"/>
                <a:cs typeface="Arial"/>
              </a:defRPr>
            </a:pPr>
            <a:r>
              <a:rPr sz="1800" b="0">
                <a:solidFill>
                  <a:srgbClr val="52616F"/>
                </a:solidFill>
                <a:latin typeface="Arial"/>
                <a:ea typeface="Arial"/>
                <a:cs typeface="Arial"/>
              </a:rPr>
              <a:t>6 calibration + 6 demo</a:t>
            </a:r>
          </a:p>
        </p:txBody>
      </p:sp>
      <p:sp>
        <p:nvSpPr>
          <p:cNvPr id="7" name="548">
            <a:extLst xmlns:a="http://schemas.openxmlformats.org/drawingml/2006/main">
              <a:ext uri="{FF2B5EF4-FFF2-40B4-BE49-F238E27FC236}">
                <a16:creationId xmlns:a16="http://schemas.microsoft.com/office/drawing/2014/main" id="{1B480EA8-7700-48AD-9DD4-726F22BE7D6E}"/>
              </a:ext>
            </a:extLst>
          </p:cNvPr>
          <p:cNvSpPr>
            <a:spLocks xmlns:a="http://schemas.openxmlformats.org/drawingml/2006/main" noGrp="1"/>
          </p:cNvSpPr>
          <p:nvPr/>
        </p:nvSpPr>
        <p:spPr>
          <a:xfrm xmlns:a="http://schemas.openxmlformats.org/drawingml/2006/main">
            <a:off x="4476750" y="1809750"/>
            <a:ext cx="32385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6900" b="1">
                <a:solidFill>
                  <a:srgbClr val="087E78"/>
                </a:solidFill>
                <a:latin typeface="Arial"/>
                <a:ea typeface="Arial"/>
                <a:cs typeface="Arial"/>
              </a:defRPr>
            </a:defPPr>
            <a:lvl1pPr algn="l">
              <a:defRPr sz="6900" b="1">
                <a:solidFill>
                  <a:srgbClr val="087E78"/>
                </a:solidFill>
                <a:latin typeface="Arial"/>
                <a:ea typeface="Arial"/>
                <a:cs typeface="Arial"/>
              </a:defRPr>
            </a:lvl1pPr>
            <a:lvl2pPr algn="l">
              <a:defRPr sz="6900" b="1">
                <a:solidFill>
                  <a:srgbClr val="087E78"/>
                </a:solidFill>
                <a:latin typeface="Arial"/>
                <a:ea typeface="Arial"/>
                <a:cs typeface="Arial"/>
              </a:defRPr>
            </a:lvl2pPr>
            <a:lvl3pPr algn="l">
              <a:defRPr sz="6900" b="1">
                <a:solidFill>
                  <a:srgbClr val="087E78"/>
                </a:solidFill>
                <a:latin typeface="Arial"/>
                <a:ea typeface="Arial"/>
                <a:cs typeface="Arial"/>
              </a:defRPr>
            </a:lvl3pPr>
            <a:lvl4pPr algn="l">
              <a:defRPr sz="6900" b="1">
                <a:solidFill>
                  <a:srgbClr val="087E78"/>
                </a:solidFill>
                <a:latin typeface="Arial"/>
                <a:ea typeface="Arial"/>
                <a:cs typeface="Arial"/>
              </a:defRPr>
            </a:lvl4pPr>
            <a:lvl5pPr algn="l">
              <a:defRPr sz="6900" b="1">
                <a:solidFill>
                  <a:srgbClr val="087E78"/>
                </a:solidFill>
                <a:latin typeface="Arial"/>
                <a:ea typeface="Arial"/>
                <a:cs typeface="Arial"/>
              </a:defRPr>
            </a:lvl5pPr>
            <a:lvl6pPr algn="l">
              <a:defRPr sz="6900" b="1">
                <a:solidFill>
                  <a:srgbClr val="087E78"/>
                </a:solidFill>
                <a:latin typeface="Arial"/>
                <a:ea typeface="Arial"/>
                <a:cs typeface="Arial"/>
              </a:defRPr>
            </a:lvl6pPr>
            <a:lvl7pPr algn="l">
              <a:defRPr sz="6900" b="1">
                <a:solidFill>
                  <a:srgbClr val="087E78"/>
                </a:solidFill>
                <a:latin typeface="Arial"/>
                <a:ea typeface="Arial"/>
                <a:cs typeface="Arial"/>
              </a:defRPr>
            </a:lvl7pPr>
            <a:lvl8pPr algn="l">
              <a:defRPr sz="6900" b="1">
                <a:solidFill>
                  <a:srgbClr val="087E78"/>
                </a:solidFill>
                <a:latin typeface="Arial"/>
                <a:ea typeface="Arial"/>
                <a:cs typeface="Arial"/>
              </a:defRPr>
            </a:lvl8pPr>
            <a:lvl9pPr algn="l">
              <a:defRPr sz="6900" b="1">
                <a:solidFill>
                  <a:srgbClr val="087E78"/>
                </a:solidFill>
                <a:latin typeface="Arial"/>
                <a:ea typeface="Arial"/>
                <a:cs typeface="Arial"/>
              </a:defRPr>
            </a:lvl9pPr>
          </a:lstStyle>
          <a:p xmlns:a="http://schemas.openxmlformats.org/drawingml/2006/main">
            <a:pPr algn="l">
              <a:defRPr sz="6900" b="1">
                <a:solidFill>
                  <a:srgbClr val="087E78"/>
                </a:solidFill>
                <a:latin typeface="Arial"/>
                <a:ea typeface="Arial"/>
                <a:cs typeface="Arial"/>
              </a:defRPr>
            </a:pPr>
            <a:r>
              <a:rPr sz="6900" b="1">
                <a:solidFill>
                  <a:srgbClr val="087E78"/>
                </a:solidFill>
                <a:latin typeface="Arial"/>
                <a:ea typeface="Arial"/>
                <a:cs typeface="Arial"/>
              </a:rPr>
              <a:t>548</a:t>
            </a:r>
          </a:p>
        </p:txBody>
      </p:sp>
      <p:sp>
        <p:nvSpPr>
          <p:cNvPr id="8" name="application tests passed">
            <a:extLst xmlns:a="http://schemas.openxmlformats.org/drawingml/2006/main">
              <a:ext uri="{FF2B5EF4-FFF2-40B4-BE49-F238E27FC236}">
                <a16:creationId xmlns:a16="http://schemas.microsoft.com/office/drawing/2014/main" id="{CD0200D6-D194-455F-81AD-2DFACE440F2D}"/>
              </a:ext>
            </a:extLst>
          </p:cNvPr>
          <p:cNvSpPr>
            <a:spLocks xmlns:a="http://schemas.openxmlformats.org/drawingml/2006/main" noGrp="1"/>
          </p:cNvSpPr>
          <p:nvPr/>
        </p:nvSpPr>
        <p:spPr>
          <a:xfrm xmlns:a="http://schemas.openxmlformats.org/drawingml/2006/main">
            <a:off x="4476750" y="3095625"/>
            <a:ext cx="3381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A1420"/>
                </a:solidFill>
                <a:latin typeface="Arial"/>
                <a:ea typeface="Arial"/>
                <a:cs typeface="Arial"/>
              </a:defRPr>
            </a:defPPr>
            <a:lvl1pPr algn="l">
              <a:defRPr sz="2175" b="1">
                <a:solidFill>
                  <a:srgbClr val="0A1420"/>
                </a:solidFill>
                <a:latin typeface="Arial"/>
                <a:ea typeface="Arial"/>
                <a:cs typeface="Arial"/>
              </a:defRPr>
            </a:lvl1pPr>
            <a:lvl2pPr algn="l">
              <a:defRPr sz="2175" b="1">
                <a:solidFill>
                  <a:srgbClr val="0A1420"/>
                </a:solidFill>
                <a:latin typeface="Arial"/>
                <a:ea typeface="Arial"/>
                <a:cs typeface="Arial"/>
              </a:defRPr>
            </a:lvl2pPr>
            <a:lvl3pPr algn="l">
              <a:defRPr sz="2175" b="1">
                <a:solidFill>
                  <a:srgbClr val="0A1420"/>
                </a:solidFill>
                <a:latin typeface="Arial"/>
                <a:ea typeface="Arial"/>
                <a:cs typeface="Arial"/>
              </a:defRPr>
            </a:lvl3pPr>
            <a:lvl4pPr algn="l">
              <a:defRPr sz="2175" b="1">
                <a:solidFill>
                  <a:srgbClr val="0A1420"/>
                </a:solidFill>
                <a:latin typeface="Arial"/>
                <a:ea typeface="Arial"/>
                <a:cs typeface="Arial"/>
              </a:defRPr>
            </a:lvl4pPr>
            <a:lvl5pPr algn="l">
              <a:defRPr sz="2175" b="1">
                <a:solidFill>
                  <a:srgbClr val="0A1420"/>
                </a:solidFill>
                <a:latin typeface="Arial"/>
                <a:ea typeface="Arial"/>
                <a:cs typeface="Arial"/>
              </a:defRPr>
            </a:lvl5pPr>
            <a:lvl6pPr algn="l">
              <a:defRPr sz="2175" b="1">
                <a:solidFill>
                  <a:srgbClr val="0A1420"/>
                </a:solidFill>
                <a:latin typeface="Arial"/>
                <a:ea typeface="Arial"/>
                <a:cs typeface="Arial"/>
              </a:defRPr>
            </a:lvl6pPr>
            <a:lvl7pPr algn="l">
              <a:defRPr sz="2175" b="1">
                <a:solidFill>
                  <a:srgbClr val="0A1420"/>
                </a:solidFill>
                <a:latin typeface="Arial"/>
                <a:ea typeface="Arial"/>
                <a:cs typeface="Arial"/>
              </a:defRPr>
            </a:lvl7pPr>
            <a:lvl8pPr algn="l">
              <a:defRPr sz="2175" b="1">
                <a:solidFill>
                  <a:srgbClr val="0A1420"/>
                </a:solidFill>
                <a:latin typeface="Arial"/>
                <a:ea typeface="Arial"/>
                <a:cs typeface="Arial"/>
              </a:defRPr>
            </a:lvl8pPr>
            <a:lvl9pPr algn="l">
              <a:defRPr sz="2175" b="1">
                <a:solidFill>
                  <a:srgbClr val="0A1420"/>
                </a:solidFill>
                <a:latin typeface="Arial"/>
                <a:ea typeface="Arial"/>
                <a:cs typeface="Arial"/>
              </a:defRPr>
            </a:lvl9pPr>
          </a:lstStyle>
          <a:p xmlns:a="http://schemas.openxmlformats.org/drawingml/2006/main">
            <a:pPr algn="l">
              <a:defRPr sz="2175" b="1">
                <a:solidFill>
                  <a:srgbClr val="0A1420"/>
                </a:solidFill>
                <a:latin typeface="Arial"/>
                <a:ea typeface="Arial"/>
                <a:cs typeface="Arial"/>
              </a:defRPr>
            </a:pPr>
            <a:r>
              <a:rPr sz="2175" b="1">
                <a:solidFill>
                  <a:srgbClr val="0A1420"/>
                </a:solidFill>
                <a:latin typeface="Arial"/>
                <a:ea typeface="Arial"/>
                <a:cs typeface="Arial"/>
              </a:rPr>
              <a:t>application tests passed</a:t>
            </a:r>
          </a:p>
        </p:txBody>
      </p:sp>
      <p:sp>
        <p:nvSpPr>
          <p:cNvPr id="9" name="14 subtests passed">
            <a:extLst xmlns:a="http://schemas.openxmlformats.org/drawingml/2006/main">
              <a:ext uri="{FF2B5EF4-FFF2-40B4-BE49-F238E27FC236}">
                <a16:creationId xmlns:a16="http://schemas.microsoft.com/office/drawing/2014/main" id="{654F23AA-C4B7-4150-9116-5BD1148C3D50}"/>
              </a:ext>
            </a:extLst>
          </p:cNvPr>
          <p:cNvSpPr>
            <a:spLocks xmlns:a="http://schemas.openxmlformats.org/drawingml/2006/main" noGrp="1"/>
          </p:cNvSpPr>
          <p:nvPr/>
        </p:nvSpPr>
        <p:spPr>
          <a:xfrm xmlns:a="http://schemas.openxmlformats.org/drawingml/2006/main">
            <a:off x="4476750" y="4019550"/>
            <a:ext cx="333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2616F"/>
                </a:solidFill>
                <a:latin typeface="Arial"/>
                <a:ea typeface="Arial"/>
                <a:cs typeface="Arial"/>
              </a:defRPr>
            </a:defPPr>
            <a:lvl1pPr algn="l">
              <a:defRPr sz="1800" b="0">
                <a:solidFill>
                  <a:srgbClr val="52616F"/>
                </a:solidFill>
                <a:latin typeface="Arial"/>
                <a:ea typeface="Arial"/>
                <a:cs typeface="Arial"/>
              </a:defRPr>
            </a:lvl1pPr>
            <a:lvl2pPr algn="l">
              <a:defRPr sz="1800" b="0">
                <a:solidFill>
                  <a:srgbClr val="52616F"/>
                </a:solidFill>
                <a:latin typeface="Arial"/>
                <a:ea typeface="Arial"/>
                <a:cs typeface="Arial"/>
              </a:defRPr>
            </a:lvl2pPr>
            <a:lvl3pPr algn="l">
              <a:defRPr sz="1800" b="0">
                <a:solidFill>
                  <a:srgbClr val="52616F"/>
                </a:solidFill>
                <a:latin typeface="Arial"/>
                <a:ea typeface="Arial"/>
                <a:cs typeface="Arial"/>
              </a:defRPr>
            </a:lvl3pPr>
            <a:lvl4pPr algn="l">
              <a:defRPr sz="1800" b="0">
                <a:solidFill>
                  <a:srgbClr val="52616F"/>
                </a:solidFill>
                <a:latin typeface="Arial"/>
                <a:ea typeface="Arial"/>
                <a:cs typeface="Arial"/>
              </a:defRPr>
            </a:lvl4pPr>
            <a:lvl5pPr algn="l">
              <a:defRPr sz="1800" b="0">
                <a:solidFill>
                  <a:srgbClr val="52616F"/>
                </a:solidFill>
                <a:latin typeface="Arial"/>
                <a:ea typeface="Arial"/>
                <a:cs typeface="Arial"/>
              </a:defRPr>
            </a:lvl5pPr>
            <a:lvl6pPr algn="l">
              <a:defRPr sz="1800" b="0">
                <a:solidFill>
                  <a:srgbClr val="52616F"/>
                </a:solidFill>
                <a:latin typeface="Arial"/>
                <a:ea typeface="Arial"/>
                <a:cs typeface="Arial"/>
              </a:defRPr>
            </a:lvl6pPr>
            <a:lvl7pPr algn="l">
              <a:defRPr sz="1800" b="0">
                <a:solidFill>
                  <a:srgbClr val="52616F"/>
                </a:solidFill>
                <a:latin typeface="Arial"/>
                <a:ea typeface="Arial"/>
                <a:cs typeface="Arial"/>
              </a:defRPr>
            </a:lvl7pPr>
            <a:lvl8pPr algn="l">
              <a:defRPr sz="1800" b="0">
                <a:solidFill>
                  <a:srgbClr val="52616F"/>
                </a:solidFill>
                <a:latin typeface="Arial"/>
                <a:ea typeface="Arial"/>
                <a:cs typeface="Arial"/>
              </a:defRPr>
            </a:lvl8pPr>
            <a:lvl9pPr algn="l">
              <a:defRPr sz="1800" b="0">
                <a:solidFill>
                  <a:srgbClr val="52616F"/>
                </a:solidFill>
                <a:latin typeface="Arial"/>
                <a:ea typeface="Arial"/>
                <a:cs typeface="Arial"/>
              </a:defRPr>
            </a:lvl9pPr>
          </a:lstStyle>
          <a:p xmlns:a="http://schemas.openxmlformats.org/drawingml/2006/main">
            <a:pPr algn="l">
              <a:defRPr sz="1800" b="0">
                <a:solidFill>
                  <a:srgbClr val="52616F"/>
                </a:solidFill>
                <a:latin typeface="Arial"/>
                <a:ea typeface="Arial"/>
                <a:cs typeface="Arial"/>
              </a:defRPr>
            </a:pPr>
            <a:r>
              <a:rPr sz="1800" b="0">
                <a:solidFill>
                  <a:srgbClr val="52616F"/>
                </a:solidFill>
                <a:latin typeface="Arial"/>
                <a:ea typeface="Arial"/>
                <a:cs typeface="Arial"/>
              </a:rPr>
              <a:t>14 subtests passed</a:t>
            </a:r>
          </a:p>
        </p:txBody>
      </p:sp>
      <p:sp>
        <p:nvSpPr>
          <p:cNvPr id="10" name="PASS">
            <a:extLst xmlns:a="http://schemas.openxmlformats.org/drawingml/2006/main">
              <a:ext uri="{FF2B5EF4-FFF2-40B4-BE49-F238E27FC236}">
                <a16:creationId xmlns:a16="http://schemas.microsoft.com/office/drawing/2014/main" id="{F3D261A4-602C-465D-A5BF-3AF48D0A3E44}"/>
              </a:ext>
            </a:extLst>
          </p:cNvPr>
          <p:cNvSpPr>
            <a:spLocks xmlns:a="http://schemas.openxmlformats.org/drawingml/2006/main" noGrp="1"/>
          </p:cNvSpPr>
          <p:nvPr/>
        </p:nvSpPr>
        <p:spPr>
          <a:xfrm xmlns:a="http://schemas.openxmlformats.org/drawingml/2006/main">
            <a:off x="8715375" y="1971675"/>
            <a:ext cx="285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025" b="1">
                <a:solidFill>
                  <a:srgbClr val="087E78"/>
                </a:solidFill>
                <a:latin typeface="Arial"/>
                <a:ea typeface="Arial"/>
                <a:cs typeface="Arial"/>
              </a:defRPr>
            </a:defPPr>
            <a:lvl1pPr algn="l">
              <a:defRPr sz="5025" b="1">
                <a:solidFill>
                  <a:srgbClr val="087E78"/>
                </a:solidFill>
                <a:latin typeface="Arial"/>
                <a:ea typeface="Arial"/>
                <a:cs typeface="Arial"/>
              </a:defRPr>
            </a:lvl1pPr>
            <a:lvl2pPr algn="l">
              <a:defRPr sz="5025" b="1">
                <a:solidFill>
                  <a:srgbClr val="087E78"/>
                </a:solidFill>
                <a:latin typeface="Arial"/>
                <a:ea typeface="Arial"/>
                <a:cs typeface="Arial"/>
              </a:defRPr>
            </a:lvl2pPr>
            <a:lvl3pPr algn="l">
              <a:defRPr sz="5025" b="1">
                <a:solidFill>
                  <a:srgbClr val="087E78"/>
                </a:solidFill>
                <a:latin typeface="Arial"/>
                <a:ea typeface="Arial"/>
                <a:cs typeface="Arial"/>
              </a:defRPr>
            </a:lvl3pPr>
            <a:lvl4pPr algn="l">
              <a:defRPr sz="5025" b="1">
                <a:solidFill>
                  <a:srgbClr val="087E78"/>
                </a:solidFill>
                <a:latin typeface="Arial"/>
                <a:ea typeface="Arial"/>
                <a:cs typeface="Arial"/>
              </a:defRPr>
            </a:lvl4pPr>
            <a:lvl5pPr algn="l">
              <a:defRPr sz="5025" b="1">
                <a:solidFill>
                  <a:srgbClr val="087E78"/>
                </a:solidFill>
                <a:latin typeface="Arial"/>
                <a:ea typeface="Arial"/>
                <a:cs typeface="Arial"/>
              </a:defRPr>
            </a:lvl5pPr>
            <a:lvl6pPr algn="l">
              <a:defRPr sz="5025" b="1">
                <a:solidFill>
                  <a:srgbClr val="087E78"/>
                </a:solidFill>
                <a:latin typeface="Arial"/>
                <a:ea typeface="Arial"/>
                <a:cs typeface="Arial"/>
              </a:defRPr>
            </a:lvl6pPr>
            <a:lvl7pPr algn="l">
              <a:defRPr sz="5025" b="1">
                <a:solidFill>
                  <a:srgbClr val="087E78"/>
                </a:solidFill>
                <a:latin typeface="Arial"/>
                <a:ea typeface="Arial"/>
                <a:cs typeface="Arial"/>
              </a:defRPr>
            </a:lvl7pPr>
            <a:lvl8pPr algn="l">
              <a:defRPr sz="5025" b="1">
                <a:solidFill>
                  <a:srgbClr val="087E78"/>
                </a:solidFill>
                <a:latin typeface="Arial"/>
                <a:ea typeface="Arial"/>
                <a:cs typeface="Arial"/>
              </a:defRPr>
            </a:lvl8pPr>
            <a:lvl9pPr algn="l">
              <a:defRPr sz="5025" b="1">
                <a:solidFill>
                  <a:srgbClr val="087E78"/>
                </a:solidFill>
                <a:latin typeface="Arial"/>
                <a:ea typeface="Arial"/>
                <a:cs typeface="Arial"/>
              </a:defRPr>
            </a:lvl9pPr>
          </a:lstStyle>
          <a:p xmlns:a="http://schemas.openxmlformats.org/drawingml/2006/main">
            <a:pPr algn="l">
              <a:defRPr sz="5025" b="1">
                <a:solidFill>
                  <a:srgbClr val="087E78"/>
                </a:solidFill>
                <a:latin typeface="Arial"/>
                <a:ea typeface="Arial"/>
                <a:cs typeface="Arial"/>
              </a:defRPr>
            </a:pPr>
            <a:r>
              <a:rPr sz="5025" b="1">
                <a:solidFill>
                  <a:srgbClr val="087E78"/>
                </a:solidFill>
                <a:latin typeface="Arial"/>
                <a:ea typeface="Arial"/>
                <a:cs typeface="Arial"/>
              </a:rPr>
              <a:t>PASS</a:t>
            </a:r>
          </a:p>
        </p:txBody>
      </p:sp>
      <p:sp>
        <p:nvSpPr>
          <p:cNvPr id="11" name="offline verification">
            <a:extLst xmlns:a="http://schemas.openxmlformats.org/drawingml/2006/main">
              <a:ext uri="{FF2B5EF4-FFF2-40B4-BE49-F238E27FC236}">
                <a16:creationId xmlns:a16="http://schemas.microsoft.com/office/drawing/2014/main" id="{B3D6EBDD-57A1-44B8-8A33-957F7F44AC2B}"/>
              </a:ext>
            </a:extLst>
          </p:cNvPr>
          <p:cNvSpPr>
            <a:spLocks xmlns:a="http://schemas.openxmlformats.org/drawingml/2006/main" noGrp="1"/>
          </p:cNvSpPr>
          <p:nvPr/>
        </p:nvSpPr>
        <p:spPr>
          <a:xfrm xmlns:a="http://schemas.openxmlformats.org/drawingml/2006/main">
            <a:off x="8715375" y="3095625"/>
            <a:ext cx="285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A1420"/>
                </a:solidFill>
                <a:latin typeface="Arial"/>
                <a:ea typeface="Arial"/>
                <a:cs typeface="Arial"/>
              </a:defRPr>
            </a:defPPr>
            <a:lvl1pPr algn="l">
              <a:defRPr sz="2175" b="1">
                <a:solidFill>
                  <a:srgbClr val="0A1420"/>
                </a:solidFill>
                <a:latin typeface="Arial"/>
                <a:ea typeface="Arial"/>
                <a:cs typeface="Arial"/>
              </a:defRPr>
            </a:lvl1pPr>
            <a:lvl2pPr algn="l">
              <a:defRPr sz="2175" b="1">
                <a:solidFill>
                  <a:srgbClr val="0A1420"/>
                </a:solidFill>
                <a:latin typeface="Arial"/>
                <a:ea typeface="Arial"/>
                <a:cs typeface="Arial"/>
              </a:defRPr>
            </a:lvl2pPr>
            <a:lvl3pPr algn="l">
              <a:defRPr sz="2175" b="1">
                <a:solidFill>
                  <a:srgbClr val="0A1420"/>
                </a:solidFill>
                <a:latin typeface="Arial"/>
                <a:ea typeface="Arial"/>
                <a:cs typeface="Arial"/>
              </a:defRPr>
            </a:lvl3pPr>
            <a:lvl4pPr algn="l">
              <a:defRPr sz="2175" b="1">
                <a:solidFill>
                  <a:srgbClr val="0A1420"/>
                </a:solidFill>
                <a:latin typeface="Arial"/>
                <a:ea typeface="Arial"/>
                <a:cs typeface="Arial"/>
              </a:defRPr>
            </a:lvl4pPr>
            <a:lvl5pPr algn="l">
              <a:defRPr sz="2175" b="1">
                <a:solidFill>
                  <a:srgbClr val="0A1420"/>
                </a:solidFill>
                <a:latin typeface="Arial"/>
                <a:ea typeface="Arial"/>
                <a:cs typeface="Arial"/>
              </a:defRPr>
            </a:lvl5pPr>
            <a:lvl6pPr algn="l">
              <a:defRPr sz="2175" b="1">
                <a:solidFill>
                  <a:srgbClr val="0A1420"/>
                </a:solidFill>
                <a:latin typeface="Arial"/>
                <a:ea typeface="Arial"/>
                <a:cs typeface="Arial"/>
              </a:defRPr>
            </a:lvl6pPr>
            <a:lvl7pPr algn="l">
              <a:defRPr sz="2175" b="1">
                <a:solidFill>
                  <a:srgbClr val="0A1420"/>
                </a:solidFill>
                <a:latin typeface="Arial"/>
                <a:ea typeface="Arial"/>
                <a:cs typeface="Arial"/>
              </a:defRPr>
            </a:lvl7pPr>
            <a:lvl8pPr algn="l">
              <a:defRPr sz="2175" b="1">
                <a:solidFill>
                  <a:srgbClr val="0A1420"/>
                </a:solidFill>
                <a:latin typeface="Arial"/>
                <a:ea typeface="Arial"/>
                <a:cs typeface="Arial"/>
              </a:defRPr>
            </a:lvl8pPr>
            <a:lvl9pPr algn="l">
              <a:defRPr sz="2175" b="1">
                <a:solidFill>
                  <a:srgbClr val="0A1420"/>
                </a:solidFill>
                <a:latin typeface="Arial"/>
                <a:ea typeface="Arial"/>
                <a:cs typeface="Arial"/>
              </a:defRPr>
            </a:lvl9pPr>
          </a:lstStyle>
          <a:p xmlns:a="http://schemas.openxmlformats.org/drawingml/2006/main">
            <a:pPr algn="l">
              <a:defRPr sz="2175" b="1">
                <a:solidFill>
                  <a:srgbClr val="0A1420"/>
                </a:solidFill>
                <a:latin typeface="Arial"/>
                <a:ea typeface="Arial"/>
                <a:cs typeface="Arial"/>
              </a:defRPr>
            </a:pPr>
            <a:r>
              <a:rPr sz="2175" b="1">
                <a:solidFill>
                  <a:srgbClr val="0A1420"/>
                </a:solidFill>
                <a:latin typeface="Arial"/>
                <a:ea typeface="Arial"/>
                <a:cs typeface="Arial"/>
              </a:rPr>
              <a:t>offline verification</a:t>
            </a:r>
          </a:p>
        </p:txBody>
      </p:sp>
      <p:sp>
        <p:nvSpPr>
          <p:cNvPr id="12" name="Exit code 0">
            <a:extLst xmlns:a="http://schemas.openxmlformats.org/drawingml/2006/main">
              <a:ext uri="{FF2B5EF4-FFF2-40B4-BE49-F238E27FC236}">
                <a16:creationId xmlns:a16="http://schemas.microsoft.com/office/drawing/2014/main" id="{4E1F9749-9CE8-4CD8-B971-F129190AE047}"/>
              </a:ext>
            </a:extLst>
          </p:cNvPr>
          <p:cNvSpPr>
            <a:spLocks xmlns:a="http://schemas.openxmlformats.org/drawingml/2006/main" noGrp="1"/>
          </p:cNvSpPr>
          <p:nvPr/>
        </p:nvSpPr>
        <p:spPr>
          <a:xfrm xmlns:a="http://schemas.openxmlformats.org/drawingml/2006/main">
            <a:off x="8715375" y="4019550"/>
            <a:ext cx="285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2616F"/>
                </a:solidFill>
                <a:latin typeface="Arial"/>
                <a:ea typeface="Arial"/>
                <a:cs typeface="Arial"/>
              </a:defRPr>
            </a:defPPr>
            <a:lvl1pPr algn="l">
              <a:defRPr sz="1800" b="0">
                <a:solidFill>
                  <a:srgbClr val="52616F"/>
                </a:solidFill>
                <a:latin typeface="Arial"/>
                <a:ea typeface="Arial"/>
                <a:cs typeface="Arial"/>
              </a:defRPr>
            </a:lvl1pPr>
            <a:lvl2pPr algn="l">
              <a:defRPr sz="1800" b="0">
                <a:solidFill>
                  <a:srgbClr val="52616F"/>
                </a:solidFill>
                <a:latin typeface="Arial"/>
                <a:ea typeface="Arial"/>
                <a:cs typeface="Arial"/>
              </a:defRPr>
            </a:lvl2pPr>
            <a:lvl3pPr algn="l">
              <a:defRPr sz="1800" b="0">
                <a:solidFill>
                  <a:srgbClr val="52616F"/>
                </a:solidFill>
                <a:latin typeface="Arial"/>
                <a:ea typeface="Arial"/>
                <a:cs typeface="Arial"/>
              </a:defRPr>
            </a:lvl3pPr>
            <a:lvl4pPr algn="l">
              <a:defRPr sz="1800" b="0">
                <a:solidFill>
                  <a:srgbClr val="52616F"/>
                </a:solidFill>
                <a:latin typeface="Arial"/>
                <a:ea typeface="Arial"/>
                <a:cs typeface="Arial"/>
              </a:defRPr>
            </a:lvl4pPr>
            <a:lvl5pPr algn="l">
              <a:defRPr sz="1800" b="0">
                <a:solidFill>
                  <a:srgbClr val="52616F"/>
                </a:solidFill>
                <a:latin typeface="Arial"/>
                <a:ea typeface="Arial"/>
                <a:cs typeface="Arial"/>
              </a:defRPr>
            </a:lvl5pPr>
            <a:lvl6pPr algn="l">
              <a:defRPr sz="1800" b="0">
                <a:solidFill>
                  <a:srgbClr val="52616F"/>
                </a:solidFill>
                <a:latin typeface="Arial"/>
                <a:ea typeface="Arial"/>
                <a:cs typeface="Arial"/>
              </a:defRPr>
            </a:lvl6pPr>
            <a:lvl7pPr algn="l">
              <a:defRPr sz="1800" b="0">
                <a:solidFill>
                  <a:srgbClr val="52616F"/>
                </a:solidFill>
                <a:latin typeface="Arial"/>
                <a:ea typeface="Arial"/>
                <a:cs typeface="Arial"/>
              </a:defRPr>
            </a:lvl7pPr>
            <a:lvl8pPr algn="l">
              <a:defRPr sz="1800" b="0">
                <a:solidFill>
                  <a:srgbClr val="52616F"/>
                </a:solidFill>
                <a:latin typeface="Arial"/>
                <a:ea typeface="Arial"/>
                <a:cs typeface="Arial"/>
              </a:defRPr>
            </a:lvl8pPr>
            <a:lvl9pPr algn="l">
              <a:defRPr sz="1800" b="0">
                <a:solidFill>
                  <a:srgbClr val="52616F"/>
                </a:solidFill>
                <a:latin typeface="Arial"/>
                <a:ea typeface="Arial"/>
                <a:cs typeface="Arial"/>
              </a:defRPr>
            </a:lvl9pPr>
          </a:lstStyle>
          <a:p xmlns:a="http://schemas.openxmlformats.org/drawingml/2006/main">
            <a:pPr algn="l">
              <a:defRPr sz="1800" b="0">
                <a:solidFill>
                  <a:srgbClr val="52616F"/>
                </a:solidFill>
                <a:latin typeface="Arial"/>
                <a:ea typeface="Arial"/>
                <a:cs typeface="Arial"/>
              </a:defRPr>
            </a:pPr>
            <a:r>
              <a:rPr sz="1800" b="0">
                <a:solidFill>
                  <a:srgbClr val="52616F"/>
                </a:solidFill>
                <a:latin typeface="Arial"/>
                <a:ea typeface="Arial"/>
                <a:cs typeface="Arial"/>
              </a:rPr>
              <a:t>Exit code 0</a:t>
            </a:r>
          </a:p>
        </p:txBody>
      </p:sp>
      <p:sp>
        <p:nvSpPr>
          <p:cNvPr id="13" name="Three-lane overlap observed. Authenticated demo checks passed. Owned c">
            <a:extLst xmlns:a="http://schemas.openxmlformats.org/drawingml/2006/main">
              <a:ext uri="{FF2B5EF4-FFF2-40B4-BE49-F238E27FC236}">
                <a16:creationId xmlns:a16="http://schemas.microsoft.com/office/drawing/2014/main" id="{86A689B4-29E1-4756-B474-625E971F19F4}"/>
              </a:ext>
            </a:extLst>
          </p:cNvPr>
          <p:cNvSpPr>
            <a:spLocks xmlns:a="http://schemas.openxmlformats.org/drawingml/2006/main" noGrp="1"/>
          </p:cNvSpPr>
          <p:nvPr/>
        </p:nvSpPr>
        <p:spPr>
          <a:xfrm xmlns:a="http://schemas.openxmlformats.org/drawingml/2006/main">
            <a:off x="619125" y="5086350"/>
            <a:ext cx="1066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A1420"/>
                </a:solidFill>
                <a:latin typeface="Arial"/>
                <a:ea typeface="Arial"/>
                <a:cs typeface="Arial"/>
              </a:defRPr>
            </a:defPPr>
            <a:lvl1pPr algn="l">
              <a:defRPr sz="2100" b="1">
                <a:solidFill>
                  <a:srgbClr val="0A1420"/>
                </a:solidFill>
                <a:latin typeface="Arial"/>
                <a:ea typeface="Arial"/>
                <a:cs typeface="Arial"/>
              </a:defRPr>
            </a:lvl1pPr>
            <a:lvl2pPr algn="l">
              <a:defRPr sz="2100" b="1">
                <a:solidFill>
                  <a:srgbClr val="0A1420"/>
                </a:solidFill>
                <a:latin typeface="Arial"/>
                <a:ea typeface="Arial"/>
                <a:cs typeface="Arial"/>
              </a:defRPr>
            </a:lvl2pPr>
            <a:lvl3pPr algn="l">
              <a:defRPr sz="2100" b="1">
                <a:solidFill>
                  <a:srgbClr val="0A1420"/>
                </a:solidFill>
                <a:latin typeface="Arial"/>
                <a:ea typeface="Arial"/>
                <a:cs typeface="Arial"/>
              </a:defRPr>
            </a:lvl3pPr>
            <a:lvl4pPr algn="l">
              <a:defRPr sz="2100" b="1">
                <a:solidFill>
                  <a:srgbClr val="0A1420"/>
                </a:solidFill>
                <a:latin typeface="Arial"/>
                <a:ea typeface="Arial"/>
                <a:cs typeface="Arial"/>
              </a:defRPr>
            </a:lvl4pPr>
            <a:lvl5pPr algn="l">
              <a:defRPr sz="2100" b="1">
                <a:solidFill>
                  <a:srgbClr val="0A1420"/>
                </a:solidFill>
                <a:latin typeface="Arial"/>
                <a:ea typeface="Arial"/>
                <a:cs typeface="Arial"/>
              </a:defRPr>
            </a:lvl5pPr>
            <a:lvl6pPr algn="l">
              <a:defRPr sz="2100" b="1">
                <a:solidFill>
                  <a:srgbClr val="0A1420"/>
                </a:solidFill>
                <a:latin typeface="Arial"/>
                <a:ea typeface="Arial"/>
                <a:cs typeface="Arial"/>
              </a:defRPr>
            </a:lvl6pPr>
            <a:lvl7pPr algn="l">
              <a:defRPr sz="2100" b="1">
                <a:solidFill>
                  <a:srgbClr val="0A1420"/>
                </a:solidFill>
                <a:latin typeface="Arial"/>
                <a:ea typeface="Arial"/>
                <a:cs typeface="Arial"/>
              </a:defRPr>
            </a:lvl7pPr>
            <a:lvl8pPr algn="l">
              <a:defRPr sz="2100" b="1">
                <a:solidFill>
                  <a:srgbClr val="0A1420"/>
                </a:solidFill>
                <a:latin typeface="Arial"/>
                <a:ea typeface="Arial"/>
                <a:cs typeface="Arial"/>
              </a:defRPr>
            </a:lvl8pPr>
            <a:lvl9pPr algn="l">
              <a:defRPr sz="2100" b="1">
                <a:solidFill>
                  <a:srgbClr val="0A1420"/>
                </a:solidFill>
                <a:latin typeface="Arial"/>
                <a:ea typeface="Arial"/>
                <a:cs typeface="Arial"/>
              </a:defRPr>
            </a:lvl9pPr>
          </a:lstStyle>
          <a:p xmlns:a="http://schemas.openxmlformats.org/drawingml/2006/main">
            <a:pPr algn="l">
              <a:defRPr sz="2100" b="1">
                <a:solidFill>
                  <a:srgbClr val="0A1420"/>
                </a:solidFill>
                <a:latin typeface="Arial"/>
                <a:ea typeface="Arial"/>
                <a:cs typeface="Arial"/>
              </a:defRPr>
            </a:pPr>
            <a:r>
              <a:rPr sz="2100" b="1">
                <a:solidFill>
                  <a:srgbClr val="0A1420"/>
                </a:solidFill>
                <a:latin typeface="Arial"/>
                <a:ea typeface="Arial"/>
                <a:cs typeface="Arial"/>
              </a:rPr>
              <a:t>Three-lane overlap observed. Authenticated demo checks passed. Owned containers cleaned up.</a:t>
            </a:r>
          </a:p>
        </p:txBody>
      </p:sp>
      <p:sp>
        <p:nvSpPr>
          <p:cNvPr id="14" name="Source 2f73df8. Same laptop with native Linux/WSL admission. Windows p">
            <a:extLst xmlns:a="http://schemas.openxmlformats.org/drawingml/2006/main">
              <a:ext uri="{FF2B5EF4-FFF2-40B4-BE49-F238E27FC236}">
                <a16:creationId xmlns:a16="http://schemas.microsoft.com/office/drawing/2014/main" id="{3E0CBD8A-44A2-460D-84EA-6A47E61562AC}"/>
              </a:ext>
            </a:extLst>
          </p:cNvPr>
          <p:cNvSpPr>
            <a:spLocks xmlns:a="http://schemas.openxmlformats.org/drawingml/2006/main" noGrp="1"/>
          </p:cNvSpPr>
          <p:nvPr/>
        </p:nvSpPr>
        <p:spPr>
          <a:xfrm xmlns:a="http://schemas.openxmlformats.org/drawingml/2006/main">
            <a:off x="609600" y="6191250"/>
            <a:ext cx="10191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2616F"/>
                </a:solidFill>
                <a:latin typeface="Arial"/>
                <a:ea typeface="Arial"/>
                <a:cs typeface="Arial"/>
              </a:defRPr>
            </a:defPPr>
            <a:lvl1pPr algn="l">
              <a:defRPr sz="1350" b="0">
                <a:solidFill>
                  <a:srgbClr val="52616F"/>
                </a:solidFill>
                <a:latin typeface="Arial"/>
                <a:ea typeface="Arial"/>
                <a:cs typeface="Arial"/>
              </a:defRPr>
            </a:lvl1pPr>
            <a:lvl2pPr algn="l">
              <a:defRPr sz="1350" b="0">
                <a:solidFill>
                  <a:srgbClr val="52616F"/>
                </a:solidFill>
                <a:latin typeface="Arial"/>
                <a:ea typeface="Arial"/>
                <a:cs typeface="Arial"/>
              </a:defRPr>
            </a:lvl2pPr>
            <a:lvl3pPr algn="l">
              <a:defRPr sz="1350" b="0">
                <a:solidFill>
                  <a:srgbClr val="52616F"/>
                </a:solidFill>
                <a:latin typeface="Arial"/>
                <a:ea typeface="Arial"/>
                <a:cs typeface="Arial"/>
              </a:defRPr>
            </a:lvl3pPr>
            <a:lvl4pPr algn="l">
              <a:defRPr sz="1350" b="0">
                <a:solidFill>
                  <a:srgbClr val="52616F"/>
                </a:solidFill>
                <a:latin typeface="Arial"/>
                <a:ea typeface="Arial"/>
                <a:cs typeface="Arial"/>
              </a:defRPr>
            </a:lvl4pPr>
            <a:lvl5pPr algn="l">
              <a:defRPr sz="1350" b="0">
                <a:solidFill>
                  <a:srgbClr val="52616F"/>
                </a:solidFill>
                <a:latin typeface="Arial"/>
                <a:ea typeface="Arial"/>
                <a:cs typeface="Arial"/>
              </a:defRPr>
            </a:lvl5pPr>
            <a:lvl6pPr algn="l">
              <a:defRPr sz="1350" b="0">
                <a:solidFill>
                  <a:srgbClr val="52616F"/>
                </a:solidFill>
                <a:latin typeface="Arial"/>
                <a:ea typeface="Arial"/>
                <a:cs typeface="Arial"/>
              </a:defRPr>
            </a:lvl6pPr>
            <a:lvl7pPr algn="l">
              <a:defRPr sz="1350" b="0">
                <a:solidFill>
                  <a:srgbClr val="52616F"/>
                </a:solidFill>
                <a:latin typeface="Arial"/>
                <a:ea typeface="Arial"/>
                <a:cs typeface="Arial"/>
              </a:defRPr>
            </a:lvl7pPr>
            <a:lvl8pPr algn="l">
              <a:defRPr sz="1350" b="0">
                <a:solidFill>
                  <a:srgbClr val="52616F"/>
                </a:solidFill>
                <a:latin typeface="Arial"/>
                <a:ea typeface="Arial"/>
                <a:cs typeface="Arial"/>
              </a:defRPr>
            </a:lvl8pPr>
            <a:lvl9pPr algn="l">
              <a:defRPr sz="1350" b="0">
                <a:solidFill>
                  <a:srgbClr val="52616F"/>
                </a:solidFill>
                <a:latin typeface="Arial"/>
                <a:ea typeface="Arial"/>
                <a:cs typeface="Arial"/>
              </a:defRPr>
            </a:lvl9pPr>
          </a:lstStyle>
          <a:p xmlns:a="http://schemas.openxmlformats.org/drawingml/2006/main">
            <a:pPr algn="l">
              <a:defRPr sz="1350" b="0">
                <a:solidFill>
                  <a:srgbClr val="52616F"/>
                </a:solidFill>
                <a:latin typeface="Arial"/>
                <a:ea typeface="Arial"/>
                <a:cs typeface="Arial"/>
              </a:defRPr>
            </a:pPr>
            <a:r>
              <a:rPr sz="1350" b="0">
                <a:solidFill>
                  <a:srgbClr val="52616F"/>
                </a:solidFill>
                <a:latin typeface="Arial"/>
                <a:ea typeface="Arial"/>
                <a:cs typeface="Arial"/>
              </a:rPr>
              <a:t>Source 2f73df8. Same laptop with native Linux/WSL admission. Windows public test subset includes one documented skip.</a:t>
            </a:r>
          </a:p>
        </p:txBody>
      </p:sp>
    </p:spTree>
    <p:extLst>
      <p:ext uri="{BB962C8B-B14F-4D97-AF65-F5344CB8AC3E}">
        <p14:creationId xmlns:p14="http://schemas.microsoft.com/office/powerpoint/2010/main" val="1553128267"/>
      </p:ext>
    </p:extLst>
  </p:cSld>
</p:sld>
</file>

<file path=ppt/slides/slide9.xml><?xml version="1.0" encoding="utf-8"?>
<p:sld xmlns:p="http://schemas.openxmlformats.org/presentationml/2006/main">
  <p:cSld>
    <p:bg>
      <p:bgPr>
        <a:solidFill xmlns:a="http://schemas.openxmlformats.org/drawingml/2006/main">
          <a:srgbClr val="F5F5F0"/>
        </a:solidFill>
      </p:bgPr>
    </p:bg>
    <p:spTree>
      <p:nvGrpSpPr>
        <p:cNvPr id="1" name=""/>
        <p:cNvGrpSpPr/>
        <p:nvPr/>
      </p:nvGrpSpPr>
      <p:grpSpPr>
        <a:xfrm xmlns:a="http://schemas.openxmlformats.org/drawingml/2006/main"/>
      </p:grpSpPr>
      <p:sp>
        <p:nvSpPr>
          <p:cNvPr id="2" name="Broader acceptance remains mixed">
            <a:extLst xmlns:a="http://schemas.openxmlformats.org/drawingml/2006/main">
              <a:ext uri="{FF2B5EF4-FFF2-40B4-BE49-F238E27FC236}">
                <a16:creationId xmlns:a16="http://schemas.microsoft.com/office/drawing/2014/main" id="{564EE5C0-117B-4D24-8AA8-57DD5D8DA83B}"/>
              </a:ext>
            </a:extLst>
          </p:cNvPr>
          <p:cNvSpPr>
            <a:spLocks xmlns:a="http://schemas.openxmlformats.org/drawingml/2006/main" noGrp="1"/>
          </p:cNvSpPr>
          <p:nvPr/>
        </p:nvSpPr>
        <p:spPr>
          <a:xfrm xmlns:a="http://schemas.openxmlformats.org/drawingml/2006/main">
            <a:off x="609600" y="457200"/>
            <a:ext cx="1095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0A1420"/>
                </a:solidFill>
                <a:latin typeface="Arial"/>
                <a:ea typeface="Arial"/>
                <a:cs typeface="Arial"/>
              </a:defRPr>
            </a:defPPr>
            <a:lvl1pPr algn="l">
              <a:defRPr sz="3300" b="1">
                <a:solidFill>
                  <a:srgbClr val="0A1420"/>
                </a:solidFill>
                <a:latin typeface="Arial"/>
                <a:ea typeface="Arial"/>
                <a:cs typeface="Arial"/>
              </a:defRPr>
            </a:lvl1pPr>
            <a:lvl2pPr algn="l">
              <a:defRPr sz="3300" b="1">
                <a:solidFill>
                  <a:srgbClr val="0A1420"/>
                </a:solidFill>
                <a:latin typeface="Arial"/>
                <a:ea typeface="Arial"/>
                <a:cs typeface="Arial"/>
              </a:defRPr>
            </a:lvl2pPr>
            <a:lvl3pPr algn="l">
              <a:defRPr sz="3300" b="1">
                <a:solidFill>
                  <a:srgbClr val="0A1420"/>
                </a:solidFill>
                <a:latin typeface="Arial"/>
                <a:ea typeface="Arial"/>
                <a:cs typeface="Arial"/>
              </a:defRPr>
            </a:lvl3pPr>
            <a:lvl4pPr algn="l">
              <a:defRPr sz="3300" b="1">
                <a:solidFill>
                  <a:srgbClr val="0A1420"/>
                </a:solidFill>
                <a:latin typeface="Arial"/>
                <a:ea typeface="Arial"/>
                <a:cs typeface="Arial"/>
              </a:defRPr>
            </a:lvl4pPr>
            <a:lvl5pPr algn="l">
              <a:defRPr sz="3300" b="1">
                <a:solidFill>
                  <a:srgbClr val="0A1420"/>
                </a:solidFill>
                <a:latin typeface="Arial"/>
                <a:ea typeface="Arial"/>
                <a:cs typeface="Arial"/>
              </a:defRPr>
            </a:lvl5pPr>
            <a:lvl6pPr algn="l">
              <a:defRPr sz="3300" b="1">
                <a:solidFill>
                  <a:srgbClr val="0A1420"/>
                </a:solidFill>
                <a:latin typeface="Arial"/>
                <a:ea typeface="Arial"/>
                <a:cs typeface="Arial"/>
              </a:defRPr>
            </a:lvl6pPr>
            <a:lvl7pPr algn="l">
              <a:defRPr sz="3300" b="1">
                <a:solidFill>
                  <a:srgbClr val="0A1420"/>
                </a:solidFill>
                <a:latin typeface="Arial"/>
                <a:ea typeface="Arial"/>
                <a:cs typeface="Arial"/>
              </a:defRPr>
            </a:lvl7pPr>
            <a:lvl8pPr algn="l">
              <a:defRPr sz="3300" b="1">
                <a:solidFill>
                  <a:srgbClr val="0A1420"/>
                </a:solidFill>
                <a:latin typeface="Arial"/>
                <a:ea typeface="Arial"/>
                <a:cs typeface="Arial"/>
              </a:defRPr>
            </a:lvl8pPr>
            <a:lvl9pPr algn="l">
              <a:defRPr sz="3300" b="1">
                <a:solidFill>
                  <a:srgbClr val="0A1420"/>
                </a:solidFill>
                <a:latin typeface="Arial"/>
                <a:ea typeface="Arial"/>
                <a:cs typeface="Arial"/>
              </a:defRPr>
            </a:lvl9pPr>
          </a:lstStyle>
          <a:p xmlns:a="http://schemas.openxmlformats.org/drawingml/2006/main">
            <a:pPr algn="l">
              <a:defRPr sz="3300" b="1">
                <a:solidFill>
                  <a:srgbClr val="0A1420"/>
                </a:solidFill>
                <a:latin typeface="Arial"/>
                <a:ea typeface="Arial"/>
                <a:cs typeface="Arial"/>
              </a:defRPr>
            </a:pPr>
            <a:r>
              <a:rPr sz="3300" b="1">
                <a:solidFill>
                  <a:srgbClr val="0A1420"/>
                </a:solidFill>
                <a:latin typeface="Arial"/>
                <a:ea typeface="Arial"/>
                <a:cs typeface="Arial"/>
              </a:rPr>
              <a:t>Broader acceptance remains mixed</a:t>
            </a:r>
          </a:p>
        </p:txBody>
      </p:sp>
      <p:sp>
        <p:nvSpPr>
          <p:cNvPr id="3" name="09">
            <a:extLst xmlns:a="http://schemas.openxmlformats.org/drawingml/2006/main">
              <a:ext uri="{FF2B5EF4-FFF2-40B4-BE49-F238E27FC236}">
                <a16:creationId xmlns:a16="http://schemas.microsoft.com/office/drawing/2014/main" id="{8E1350F9-85C2-404D-915C-8300A95E62A4}"/>
              </a:ext>
            </a:extLst>
          </p:cNvPr>
          <p:cNvSpPr>
            <a:spLocks xmlns:a="http://schemas.openxmlformats.org/drawingml/2006/main" noGrp="1"/>
          </p:cNvSpPr>
          <p:nvPr/>
        </p:nvSpPr>
        <p:spPr>
          <a:xfrm xmlns:a="http://schemas.openxmlformats.org/drawingml/2006/main">
            <a:off x="11144250" y="63436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2616F"/>
                </a:solidFill>
                <a:latin typeface="Arial"/>
                <a:ea typeface="Arial"/>
                <a:cs typeface="Arial"/>
              </a:defRPr>
            </a:defPPr>
            <a:lvl1pPr algn="r">
              <a:defRPr sz="1350" b="0">
                <a:solidFill>
                  <a:srgbClr val="52616F"/>
                </a:solidFill>
                <a:latin typeface="Arial"/>
                <a:ea typeface="Arial"/>
                <a:cs typeface="Arial"/>
              </a:defRPr>
            </a:lvl1pPr>
            <a:lvl2pPr algn="r">
              <a:defRPr sz="1350" b="0">
                <a:solidFill>
                  <a:srgbClr val="52616F"/>
                </a:solidFill>
                <a:latin typeface="Arial"/>
                <a:ea typeface="Arial"/>
                <a:cs typeface="Arial"/>
              </a:defRPr>
            </a:lvl2pPr>
            <a:lvl3pPr algn="r">
              <a:defRPr sz="1350" b="0">
                <a:solidFill>
                  <a:srgbClr val="52616F"/>
                </a:solidFill>
                <a:latin typeface="Arial"/>
                <a:ea typeface="Arial"/>
                <a:cs typeface="Arial"/>
              </a:defRPr>
            </a:lvl3pPr>
            <a:lvl4pPr algn="r">
              <a:defRPr sz="1350" b="0">
                <a:solidFill>
                  <a:srgbClr val="52616F"/>
                </a:solidFill>
                <a:latin typeface="Arial"/>
                <a:ea typeface="Arial"/>
                <a:cs typeface="Arial"/>
              </a:defRPr>
            </a:lvl4pPr>
            <a:lvl5pPr algn="r">
              <a:defRPr sz="1350" b="0">
                <a:solidFill>
                  <a:srgbClr val="52616F"/>
                </a:solidFill>
                <a:latin typeface="Arial"/>
                <a:ea typeface="Arial"/>
                <a:cs typeface="Arial"/>
              </a:defRPr>
            </a:lvl5pPr>
            <a:lvl6pPr algn="r">
              <a:defRPr sz="1350" b="0">
                <a:solidFill>
                  <a:srgbClr val="52616F"/>
                </a:solidFill>
                <a:latin typeface="Arial"/>
                <a:ea typeface="Arial"/>
                <a:cs typeface="Arial"/>
              </a:defRPr>
            </a:lvl6pPr>
            <a:lvl7pPr algn="r">
              <a:defRPr sz="1350" b="0">
                <a:solidFill>
                  <a:srgbClr val="52616F"/>
                </a:solidFill>
                <a:latin typeface="Arial"/>
                <a:ea typeface="Arial"/>
                <a:cs typeface="Arial"/>
              </a:defRPr>
            </a:lvl7pPr>
            <a:lvl8pPr algn="r">
              <a:defRPr sz="1350" b="0">
                <a:solidFill>
                  <a:srgbClr val="52616F"/>
                </a:solidFill>
                <a:latin typeface="Arial"/>
                <a:ea typeface="Arial"/>
                <a:cs typeface="Arial"/>
              </a:defRPr>
            </a:lvl8pPr>
            <a:lvl9pPr algn="r">
              <a:defRPr sz="1350" b="0">
                <a:solidFill>
                  <a:srgbClr val="52616F"/>
                </a:solidFill>
                <a:latin typeface="Arial"/>
                <a:ea typeface="Arial"/>
                <a:cs typeface="Arial"/>
              </a:defRPr>
            </a:lvl9pPr>
          </a:lstStyle>
          <a:p xmlns:a="http://schemas.openxmlformats.org/drawingml/2006/main">
            <a:pPr algn="r">
              <a:defRPr sz="1350" b="0">
                <a:solidFill>
                  <a:srgbClr val="52616F"/>
                </a:solidFill>
                <a:latin typeface="Arial"/>
                <a:ea typeface="Arial"/>
                <a:cs typeface="Arial"/>
              </a:defRPr>
            </a:pPr>
            <a:r>
              <a:rPr sz="1350" b="0">
                <a:solidFill>
                  <a:srgbClr val="52616F"/>
                </a:solidFill>
                <a:latin typeface="Arial"/>
                <a:ea typeface="Arial"/>
                <a:cs typeface="Arial"/>
              </a:rPr>
              <a:t>09</a:t>
            </a:r>
          </a:p>
        </p:txBody>
      </p:sp>
      <p:graphicFrame>
        <p:nvGraphicFramePr>
          <p:cNvPr id="4" name="Chart">
            <a:extLst xmlns:a="http://schemas.openxmlformats.org/drawingml/2006/main">
              <a:ext uri="{FF2B5EF4-FFF2-40B4-BE49-F238E27FC236}">
                <a16:creationId xmlns:a16="http://schemas.microsoft.com/office/drawing/2014/main" id="{108F49A5-D433-43D1-B8CE-405457DCF92A}"/>
              </a:ext>
            </a:extLst>
          </p:cNvPr>
          <p:cNvGraphicFramePr/>
          <p:nvPr/>
        </p:nvGraphicFramePr>
        <p:xfrm>
          <a:off xmlns:a="http://schemas.openxmlformats.org/drawingml/2006/main" x="619125" y="1933575"/>
          <a:ext xmlns:a="http://schemas.openxmlformats.org/drawingml/2006/main" cx="6286500" cy="3209925"/>
        </p:xfrm>
        <a:graphic xmlns:a="http://schemas.openxmlformats.org/drawingml/2006/main">
          <a:graphicData uri="http://schemas.openxmlformats.org/drawingml/2006/chart">
            <c:chart xmlns:r="http://schemas.openxmlformats.org/officeDocument/2006/relationships" xmlns:c="http://schemas.openxmlformats.org/drawingml/2006/chart" r:id="R0700b9c3bd7042bd"/>
          </a:graphicData>
        </a:graphic>
      </p:graphicFrame>
      <p:sp>
        <p:nvSpPr>
          <p:cNvPr id="5" name="35 procedures evaluated">
            <a:extLst xmlns:a="http://schemas.openxmlformats.org/drawingml/2006/main">
              <a:ext uri="{FF2B5EF4-FFF2-40B4-BE49-F238E27FC236}">
                <a16:creationId xmlns:a16="http://schemas.microsoft.com/office/drawing/2014/main" id="{90ABF939-4B54-4CCF-AE73-8900CE9C302F}"/>
              </a:ext>
            </a:extLst>
          </p:cNvPr>
          <p:cNvSpPr>
            <a:spLocks xmlns:a="http://schemas.openxmlformats.org/drawingml/2006/main" noGrp="1"/>
          </p:cNvSpPr>
          <p:nvPr/>
        </p:nvSpPr>
        <p:spPr>
          <a:xfrm xmlns:a="http://schemas.openxmlformats.org/drawingml/2006/main">
            <a:off x="7524750" y="1838325"/>
            <a:ext cx="4095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0A1420"/>
                </a:solidFill>
                <a:latin typeface="Arial"/>
                <a:ea typeface="Arial"/>
                <a:cs typeface="Arial"/>
              </a:defRPr>
            </a:defPPr>
            <a:lvl1pPr algn="l">
              <a:defRPr sz="2625" b="1">
                <a:solidFill>
                  <a:srgbClr val="0A1420"/>
                </a:solidFill>
                <a:latin typeface="Arial"/>
                <a:ea typeface="Arial"/>
                <a:cs typeface="Arial"/>
              </a:defRPr>
            </a:lvl1pPr>
            <a:lvl2pPr algn="l">
              <a:defRPr sz="2625" b="1">
                <a:solidFill>
                  <a:srgbClr val="0A1420"/>
                </a:solidFill>
                <a:latin typeface="Arial"/>
                <a:ea typeface="Arial"/>
                <a:cs typeface="Arial"/>
              </a:defRPr>
            </a:lvl2pPr>
            <a:lvl3pPr algn="l">
              <a:defRPr sz="2625" b="1">
                <a:solidFill>
                  <a:srgbClr val="0A1420"/>
                </a:solidFill>
                <a:latin typeface="Arial"/>
                <a:ea typeface="Arial"/>
                <a:cs typeface="Arial"/>
              </a:defRPr>
            </a:lvl3pPr>
            <a:lvl4pPr algn="l">
              <a:defRPr sz="2625" b="1">
                <a:solidFill>
                  <a:srgbClr val="0A1420"/>
                </a:solidFill>
                <a:latin typeface="Arial"/>
                <a:ea typeface="Arial"/>
                <a:cs typeface="Arial"/>
              </a:defRPr>
            </a:lvl4pPr>
            <a:lvl5pPr algn="l">
              <a:defRPr sz="2625" b="1">
                <a:solidFill>
                  <a:srgbClr val="0A1420"/>
                </a:solidFill>
                <a:latin typeface="Arial"/>
                <a:ea typeface="Arial"/>
                <a:cs typeface="Arial"/>
              </a:defRPr>
            </a:lvl5pPr>
            <a:lvl6pPr algn="l">
              <a:defRPr sz="2625" b="1">
                <a:solidFill>
                  <a:srgbClr val="0A1420"/>
                </a:solidFill>
                <a:latin typeface="Arial"/>
                <a:ea typeface="Arial"/>
                <a:cs typeface="Arial"/>
              </a:defRPr>
            </a:lvl6pPr>
            <a:lvl7pPr algn="l">
              <a:defRPr sz="2625" b="1">
                <a:solidFill>
                  <a:srgbClr val="0A1420"/>
                </a:solidFill>
                <a:latin typeface="Arial"/>
                <a:ea typeface="Arial"/>
                <a:cs typeface="Arial"/>
              </a:defRPr>
            </a:lvl7pPr>
            <a:lvl8pPr algn="l">
              <a:defRPr sz="2625" b="1">
                <a:solidFill>
                  <a:srgbClr val="0A1420"/>
                </a:solidFill>
                <a:latin typeface="Arial"/>
                <a:ea typeface="Arial"/>
                <a:cs typeface="Arial"/>
              </a:defRPr>
            </a:lvl8pPr>
            <a:lvl9pPr algn="l">
              <a:defRPr sz="2625" b="1">
                <a:solidFill>
                  <a:srgbClr val="0A1420"/>
                </a:solidFill>
                <a:latin typeface="Arial"/>
                <a:ea typeface="Arial"/>
                <a:cs typeface="Arial"/>
              </a:defRPr>
            </a:lvl9pPr>
          </a:lstStyle>
          <a:p xmlns:a="http://schemas.openxmlformats.org/drawingml/2006/main">
            <a:pPr algn="l">
              <a:defRPr sz="2625" b="1">
                <a:solidFill>
                  <a:srgbClr val="0A1420"/>
                </a:solidFill>
                <a:latin typeface="Arial"/>
                <a:ea typeface="Arial"/>
                <a:cs typeface="Arial"/>
              </a:defRPr>
            </a:pPr>
            <a:r>
              <a:rPr sz="2625" b="1">
                <a:solidFill>
                  <a:srgbClr val="0A1420"/>
                </a:solidFill>
                <a:latin typeface="Arial"/>
                <a:ea typeface="Arial"/>
                <a:cs typeface="Arial"/>
              </a:rPr>
              <a:t>35 procedures evaluated</a:t>
            </a:r>
          </a:p>
        </p:txBody>
      </p:sp>
      <p:sp>
        <p:nvSpPr>
          <p:cNvPr id="6" name="Remaining coverage">
            <a:extLst xmlns:a="http://schemas.openxmlformats.org/drawingml/2006/main">
              <a:ext uri="{FF2B5EF4-FFF2-40B4-BE49-F238E27FC236}">
                <a16:creationId xmlns:a16="http://schemas.microsoft.com/office/drawing/2014/main" id="{CEE4B16A-9663-40B5-97A7-ABEA4457128B}"/>
              </a:ext>
            </a:extLst>
          </p:cNvPr>
          <p:cNvSpPr>
            <a:spLocks xmlns:a="http://schemas.openxmlformats.org/drawingml/2006/main" noGrp="1"/>
          </p:cNvSpPr>
          <p:nvPr/>
        </p:nvSpPr>
        <p:spPr>
          <a:xfrm xmlns:a="http://schemas.openxmlformats.org/drawingml/2006/main">
            <a:off x="7524750" y="2876550"/>
            <a:ext cx="3905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BA782C"/>
                </a:solidFill>
                <a:latin typeface="Arial"/>
                <a:ea typeface="Arial"/>
                <a:cs typeface="Arial"/>
              </a:defRPr>
            </a:defPPr>
            <a:lvl1pPr algn="l">
              <a:defRPr sz="2025" b="1">
                <a:solidFill>
                  <a:srgbClr val="BA782C"/>
                </a:solidFill>
                <a:latin typeface="Arial"/>
                <a:ea typeface="Arial"/>
                <a:cs typeface="Arial"/>
              </a:defRPr>
            </a:lvl1pPr>
            <a:lvl2pPr algn="l">
              <a:defRPr sz="2025" b="1">
                <a:solidFill>
                  <a:srgbClr val="BA782C"/>
                </a:solidFill>
                <a:latin typeface="Arial"/>
                <a:ea typeface="Arial"/>
                <a:cs typeface="Arial"/>
              </a:defRPr>
            </a:lvl2pPr>
            <a:lvl3pPr algn="l">
              <a:defRPr sz="2025" b="1">
                <a:solidFill>
                  <a:srgbClr val="BA782C"/>
                </a:solidFill>
                <a:latin typeface="Arial"/>
                <a:ea typeface="Arial"/>
                <a:cs typeface="Arial"/>
              </a:defRPr>
            </a:lvl3pPr>
            <a:lvl4pPr algn="l">
              <a:defRPr sz="2025" b="1">
                <a:solidFill>
                  <a:srgbClr val="BA782C"/>
                </a:solidFill>
                <a:latin typeface="Arial"/>
                <a:ea typeface="Arial"/>
                <a:cs typeface="Arial"/>
              </a:defRPr>
            </a:lvl4pPr>
            <a:lvl5pPr algn="l">
              <a:defRPr sz="2025" b="1">
                <a:solidFill>
                  <a:srgbClr val="BA782C"/>
                </a:solidFill>
                <a:latin typeface="Arial"/>
                <a:ea typeface="Arial"/>
                <a:cs typeface="Arial"/>
              </a:defRPr>
            </a:lvl5pPr>
            <a:lvl6pPr algn="l">
              <a:defRPr sz="2025" b="1">
                <a:solidFill>
                  <a:srgbClr val="BA782C"/>
                </a:solidFill>
                <a:latin typeface="Arial"/>
                <a:ea typeface="Arial"/>
                <a:cs typeface="Arial"/>
              </a:defRPr>
            </a:lvl6pPr>
            <a:lvl7pPr algn="l">
              <a:defRPr sz="2025" b="1">
                <a:solidFill>
                  <a:srgbClr val="BA782C"/>
                </a:solidFill>
                <a:latin typeface="Arial"/>
                <a:ea typeface="Arial"/>
                <a:cs typeface="Arial"/>
              </a:defRPr>
            </a:lvl7pPr>
            <a:lvl8pPr algn="l">
              <a:defRPr sz="2025" b="1">
                <a:solidFill>
                  <a:srgbClr val="BA782C"/>
                </a:solidFill>
                <a:latin typeface="Arial"/>
                <a:ea typeface="Arial"/>
                <a:cs typeface="Arial"/>
              </a:defRPr>
            </a:lvl8pPr>
            <a:lvl9pPr algn="l">
              <a:defRPr sz="2025" b="1">
                <a:solidFill>
                  <a:srgbClr val="BA782C"/>
                </a:solidFill>
                <a:latin typeface="Arial"/>
                <a:ea typeface="Arial"/>
                <a:cs typeface="Arial"/>
              </a:defRPr>
            </a:lvl9pPr>
          </a:lstStyle>
          <a:p xmlns:a="http://schemas.openxmlformats.org/drawingml/2006/main">
            <a:pPr algn="l">
              <a:defRPr sz="2025" b="1">
                <a:solidFill>
                  <a:srgbClr val="BA782C"/>
                </a:solidFill>
                <a:latin typeface="Arial"/>
                <a:ea typeface="Arial"/>
                <a:cs typeface="Arial"/>
              </a:defRPr>
            </a:pPr>
            <a:r>
              <a:rPr sz="2025" b="1">
                <a:solidFill>
                  <a:srgbClr val="BA782C"/>
                </a:solidFill>
                <a:latin typeface="Arial"/>
                <a:ea typeface="Arial"/>
                <a:cs typeface="Arial"/>
              </a:rPr>
              <a:t>Remaining coverage</a:t>
            </a:r>
          </a:p>
        </p:txBody>
      </p:sp>
      <p:sp>
        <p:nvSpPr>
          <p:cNvPr id="7" name="Network route matrix&#10;Resource fairness and physical I/O&#10;Browser/backen">
            <a:extLst xmlns:a="http://schemas.openxmlformats.org/drawingml/2006/main">
              <a:ext uri="{FF2B5EF4-FFF2-40B4-BE49-F238E27FC236}">
                <a16:creationId xmlns:a16="http://schemas.microsoft.com/office/drawing/2014/main" id="{7515A4B4-39E5-4264-BAF2-4DF0C2B74CF8}"/>
              </a:ext>
            </a:extLst>
          </p:cNvPr>
          <p:cNvSpPr>
            <a:spLocks xmlns:a="http://schemas.openxmlformats.org/drawingml/2006/main" noGrp="1"/>
          </p:cNvSpPr>
          <p:nvPr/>
        </p:nvSpPr>
        <p:spPr>
          <a:xfrm xmlns:a="http://schemas.openxmlformats.org/drawingml/2006/main">
            <a:off x="7524750" y="3400425"/>
            <a:ext cx="4000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16F"/>
                </a:solidFill>
                <a:latin typeface="Arial"/>
                <a:ea typeface="Arial"/>
                <a:cs typeface="Arial"/>
              </a:defRPr>
            </a:defPPr>
            <a:lvl1pPr algn="l">
              <a:defRPr sz="1725" b="0">
                <a:solidFill>
                  <a:srgbClr val="52616F"/>
                </a:solidFill>
                <a:latin typeface="Arial"/>
                <a:ea typeface="Arial"/>
                <a:cs typeface="Arial"/>
              </a:defRPr>
            </a:lvl1pPr>
            <a:lvl2pPr algn="l">
              <a:defRPr sz="1725" b="0">
                <a:solidFill>
                  <a:srgbClr val="52616F"/>
                </a:solidFill>
                <a:latin typeface="Arial"/>
                <a:ea typeface="Arial"/>
                <a:cs typeface="Arial"/>
              </a:defRPr>
            </a:lvl2pPr>
            <a:lvl3pPr algn="l">
              <a:defRPr sz="1725" b="0">
                <a:solidFill>
                  <a:srgbClr val="52616F"/>
                </a:solidFill>
                <a:latin typeface="Arial"/>
                <a:ea typeface="Arial"/>
                <a:cs typeface="Arial"/>
              </a:defRPr>
            </a:lvl3pPr>
            <a:lvl4pPr algn="l">
              <a:defRPr sz="1725" b="0">
                <a:solidFill>
                  <a:srgbClr val="52616F"/>
                </a:solidFill>
                <a:latin typeface="Arial"/>
                <a:ea typeface="Arial"/>
                <a:cs typeface="Arial"/>
              </a:defRPr>
            </a:lvl4pPr>
            <a:lvl5pPr algn="l">
              <a:defRPr sz="1725" b="0">
                <a:solidFill>
                  <a:srgbClr val="52616F"/>
                </a:solidFill>
                <a:latin typeface="Arial"/>
                <a:ea typeface="Arial"/>
                <a:cs typeface="Arial"/>
              </a:defRPr>
            </a:lvl5pPr>
            <a:lvl6pPr algn="l">
              <a:defRPr sz="1725" b="0">
                <a:solidFill>
                  <a:srgbClr val="52616F"/>
                </a:solidFill>
                <a:latin typeface="Arial"/>
                <a:ea typeface="Arial"/>
                <a:cs typeface="Arial"/>
              </a:defRPr>
            </a:lvl6pPr>
            <a:lvl7pPr algn="l">
              <a:defRPr sz="1725" b="0">
                <a:solidFill>
                  <a:srgbClr val="52616F"/>
                </a:solidFill>
                <a:latin typeface="Arial"/>
                <a:ea typeface="Arial"/>
                <a:cs typeface="Arial"/>
              </a:defRPr>
            </a:lvl7pPr>
            <a:lvl8pPr algn="l">
              <a:defRPr sz="1725" b="0">
                <a:solidFill>
                  <a:srgbClr val="52616F"/>
                </a:solidFill>
                <a:latin typeface="Arial"/>
                <a:ea typeface="Arial"/>
                <a:cs typeface="Arial"/>
              </a:defRPr>
            </a:lvl8pPr>
            <a:lvl9pPr algn="l">
              <a:defRPr sz="1725" b="0">
                <a:solidFill>
                  <a:srgbClr val="52616F"/>
                </a:solidFill>
                <a:latin typeface="Arial"/>
                <a:ea typeface="Arial"/>
                <a:cs typeface="Arial"/>
              </a:defRPr>
            </a:lvl9pPr>
          </a:lstStyle>
          <a:p xmlns:a="http://schemas.openxmlformats.org/drawingml/2006/main">
            <a:pPr algn="l">
              <a:defRPr sz="1725" b="0">
                <a:solidFill>
                  <a:srgbClr val="52616F"/>
                </a:solidFill>
                <a:latin typeface="Arial"/>
                <a:ea typeface="Arial"/>
                <a:cs typeface="Arial"/>
              </a:defRPr>
            </a:pPr>
            <a:r>
              <a:rPr sz="1725" b="0">
                <a:solidFill>
                  <a:srgbClr val="52616F"/>
                </a:solidFill>
                <a:latin typeface="Arial"/>
                <a:ea typeface="Arial"/>
                <a:cs typeface="Arial"/>
              </a:rPr>
              <a:t>Network route matrix</a:t>
            </a:r>
          </a:p>
          <a:p xmlns:a="http://schemas.openxmlformats.org/drawingml/2006/main">
            <a:pPr algn="l">
              <a:defRPr sz="1725" b="0">
                <a:solidFill>
                  <a:srgbClr val="52616F"/>
                </a:solidFill>
                <a:latin typeface="Arial"/>
                <a:ea typeface="Arial"/>
                <a:cs typeface="Arial"/>
              </a:defRPr>
            </a:pPr>
            <a:r>
              <a:rPr sz="1725" b="0">
                <a:solidFill>
                  <a:srgbClr val="52616F"/>
                </a:solidFill>
                <a:latin typeface="Arial"/>
                <a:ea typeface="Arial"/>
                <a:cs typeface="Arial"/>
              </a:rPr>
              <a:t>Resource fairness and physical I/O</a:t>
            </a:r>
          </a:p>
          <a:p xmlns:a="http://schemas.openxmlformats.org/drawingml/2006/main">
            <a:pPr algn="l">
              <a:defRPr sz="1725" b="0">
                <a:solidFill>
                  <a:srgbClr val="52616F"/>
                </a:solidFill>
                <a:latin typeface="Arial"/>
                <a:ea typeface="Arial"/>
                <a:cs typeface="Arial"/>
              </a:defRPr>
            </a:pPr>
            <a:r>
              <a:rPr sz="1725" b="0">
                <a:solidFill>
                  <a:srgbClr val="52616F"/>
                </a:solidFill>
                <a:latin typeface="Arial"/>
                <a:ea typeface="Arial"/>
                <a:cs typeface="Arial"/>
              </a:rPr>
              <a:t>Browser/backend integration</a:t>
            </a:r>
          </a:p>
        </p:txBody>
      </p:sp>
      <p:sp>
        <p:nvSpPr>
          <p:cNvPr id="8" name="Inconclusive: isolated cache timing">
            <a:extLst xmlns:a="http://schemas.openxmlformats.org/drawingml/2006/main">
              <a:ext uri="{FF2B5EF4-FFF2-40B4-BE49-F238E27FC236}">
                <a16:creationId xmlns:a16="http://schemas.microsoft.com/office/drawing/2014/main" id="{53E9AEC8-3555-45C9-B0D3-C7479B5719BD}"/>
              </a:ext>
            </a:extLst>
          </p:cNvPr>
          <p:cNvSpPr>
            <a:spLocks xmlns:a="http://schemas.openxmlformats.org/drawingml/2006/main" noGrp="1"/>
          </p:cNvSpPr>
          <p:nvPr/>
        </p:nvSpPr>
        <p:spPr>
          <a:xfrm xmlns:a="http://schemas.openxmlformats.org/drawingml/2006/main">
            <a:off x="619125" y="5457825"/>
            <a:ext cx="1076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C95045"/>
                </a:solidFill>
                <a:latin typeface="Arial"/>
                <a:ea typeface="Arial"/>
                <a:cs typeface="Arial"/>
              </a:defRPr>
            </a:defPPr>
            <a:lvl1pPr algn="l">
              <a:defRPr sz="2100" b="1">
                <a:solidFill>
                  <a:srgbClr val="C95045"/>
                </a:solidFill>
                <a:latin typeface="Arial"/>
                <a:ea typeface="Arial"/>
                <a:cs typeface="Arial"/>
              </a:defRPr>
            </a:lvl1pPr>
            <a:lvl2pPr algn="l">
              <a:defRPr sz="2100" b="1">
                <a:solidFill>
                  <a:srgbClr val="C95045"/>
                </a:solidFill>
                <a:latin typeface="Arial"/>
                <a:ea typeface="Arial"/>
                <a:cs typeface="Arial"/>
              </a:defRPr>
            </a:lvl2pPr>
            <a:lvl3pPr algn="l">
              <a:defRPr sz="2100" b="1">
                <a:solidFill>
                  <a:srgbClr val="C95045"/>
                </a:solidFill>
                <a:latin typeface="Arial"/>
                <a:ea typeface="Arial"/>
                <a:cs typeface="Arial"/>
              </a:defRPr>
            </a:lvl3pPr>
            <a:lvl4pPr algn="l">
              <a:defRPr sz="2100" b="1">
                <a:solidFill>
                  <a:srgbClr val="C95045"/>
                </a:solidFill>
                <a:latin typeface="Arial"/>
                <a:ea typeface="Arial"/>
                <a:cs typeface="Arial"/>
              </a:defRPr>
            </a:lvl4pPr>
            <a:lvl5pPr algn="l">
              <a:defRPr sz="2100" b="1">
                <a:solidFill>
                  <a:srgbClr val="C95045"/>
                </a:solidFill>
                <a:latin typeface="Arial"/>
                <a:ea typeface="Arial"/>
                <a:cs typeface="Arial"/>
              </a:defRPr>
            </a:lvl5pPr>
            <a:lvl6pPr algn="l">
              <a:defRPr sz="2100" b="1">
                <a:solidFill>
                  <a:srgbClr val="C95045"/>
                </a:solidFill>
                <a:latin typeface="Arial"/>
                <a:ea typeface="Arial"/>
                <a:cs typeface="Arial"/>
              </a:defRPr>
            </a:lvl6pPr>
            <a:lvl7pPr algn="l">
              <a:defRPr sz="2100" b="1">
                <a:solidFill>
                  <a:srgbClr val="C95045"/>
                </a:solidFill>
                <a:latin typeface="Arial"/>
                <a:ea typeface="Arial"/>
                <a:cs typeface="Arial"/>
              </a:defRPr>
            </a:lvl7pPr>
            <a:lvl8pPr algn="l">
              <a:defRPr sz="2100" b="1">
                <a:solidFill>
                  <a:srgbClr val="C95045"/>
                </a:solidFill>
                <a:latin typeface="Arial"/>
                <a:ea typeface="Arial"/>
                <a:cs typeface="Arial"/>
              </a:defRPr>
            </a:lvl8pPr>
            <a:lvl9pPr algn="l">
              <a:defRPr sz="2100" b="1">
                <a:solidFill>
                  <a:srgbClr val="C95045"/>
                </a:solidFill>
                <a:latin typeface="Arial"/>
                <a:ea typeface="Arial"/>
                <a:cs typeface="Arial"/>
              </a:defRPr>
            </a:lvl9pPr>
          </a:lstStyle>
          <a:p xmlns:a="http://schemas.openxmlformats.org/drawingml/2006/main">
            <a:pPr algn="l">
              <a:defRPr sz="2100" b="1">
                <a:solidFill>
                  <a:srgbClr val="C95045"/>
                </a:solidFill>
                <a:latin typeface="Arial"/>
                <a:ea typeface="Arial"/>
                <a:cs typeface="Arial"/>
              </a:defRPr>
            </a:pPr>
            <a:r>
              <a:rPr sz="2100" b="1">
                <a:solidFill>
                  <a:srgbClr val="C95045"/>
                </a:solidFill>
                <a:latin typeface="Arial"/>
                <a:ea typeface="Arial"/>
                <a:cs typeface="Arial"/>
              </a:rPr>
              <a:t>Inconclusive: isolated cache timing</a:t>
            </a:r>
          </a:p>
        </p:txBody>
      </p:sp>
      <p:sp>
        <p:nvSpPr>
          <p:cNvPr id="9" name="Step 6 reported procedure outcomes. Counts are not defense accuracy, a">
            <a:extLst xmlns:a="http://schemas.openxmlformats.org/drawingml/2006/main">
              <a:ext uri="{FF2B5EF4-FFF2-40B4-BE49-F238E27FC236}">
                <a16:creationId xmlns:a16="http://schemas.microsoft.com/office/drawing/2014/main" id="{CA52F573-95DC-484A-BD62-3766CC3E91F5}"/>
              </a:ext>
            </a:extLst>
          </p:cNvPr>
          <p:cNvSpPr>
            <a:spLocks xmlns:a="http://schemas.openxmlformats.org/drawingml/2006/main" noGrp="1"/>
          </p:cNvSpPr>
          <p:nvPr/>
        </p:nvSpPr>
        <p:spPr>
          <a:xfrm xmlns:a="http://schemas.openxmlformats.org/drawingml/2006/main">
            <a:off x="609600" y="6191250"/>
            <a:ext cx="10191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2616F"/>
                </a:solidFill>
                <a:latin typeface="Arial"/>
                <a:ea typeface="Arial"/>
                <a:cs typeface="Arial"/>
              </a:defRPr>
            </a:defPPr>
            <a:lvl1pPr algn="l">
              <a:defRPr sz="1350" b="0">
                <a:solidFill>
                  <a:srgbClr val="52616F"/>
                </a:solidFill>
                <a:latin typeface="Arial"/>
                <a:ea typeface="Arial"/>
                <a:cs typeface="Arial"/>
              </a:defRPr>
            </a:lvl1pPr>
            <a:lvl2pPr algn="l">
              <a:defRPr sz="1350" b="0">
                <a:solidFill>
                  <a:srgbClr val="52616F"/>
                </a:solidFill>
                <a:latin typeface="Arial"/>
                <a:ea typeface="Arial"/>
                <a:cs typeface="Arial"/>
              </a:defRPr>
            </a:lvl2pPr>
            <a:lvl3pPr algn="l">
              <a:defRPr sz="1350" b="0">
                <a:solidFill>
                  <a:srgbClr val="52616F"/>
                </a:solidFill>
                <a:latin typeface="Arial"/>
                <a:ea typeface="Arial"/>
                <a:cs typeface="Arial"/>
              </a:defRPr>
            </a:lvl3pPr>
            <a:lvl4pPr algn="l">
              <a:defRPr sz="1350" b="0">
                <a:solidFill>
                  <a:srgbClr val="52616F"/>
                </a:solidFill>
                <a:latin typeface="Arial"/>
                <a:ea typeface="Arial"/>
                <a:cs typeface="Arial"/>
              </a:defRPr>
            </a:lvl4pPr>
            <a:lvl5pPr algn="l">
              <a:defRPr sz="1350" b="0">
                <a:solidFill>
                  <a:srgbClr val="52616F"/>
                </a:solidFill>
                <a:latin typeface="Arial"/>
                <a:ea typeface="Arial"/>
                <a:cs typeface="Arial"/>
              </a:defRPr>
            </a:lvl5pPr>
            <a:lvl6pPr algn="l">
              <a:defRPr sz="1350" b="0">
                <a:solidFill>
                  <a:srgbClr val="52616F"/>
                </a:solidFill>
                <a:latin typeface="Arial"/>
                <a:ea typeface="Arial"/>
                <a:cs typeface="Arial"/>
              </a:defRPr>
            </a:lvl6pPr>
            <a:lvl7pPr algn="l">
              <a:defRPr sz="1350" b="0">
                <a:solidFill>
                  <a:srgbClr val="52616F"/>
                </a:solidFill>
                <a:latin typeface="Arial"/>
                <a:ea typeface="Arial"/>
                <a:cs typeface="Arial"/>
              </a:defRPr>
            </a:lvl7pPr>
            <a:lvl8pPr algn="l">
              <a:defRPr sz="1350" b="0">
                <a:solidFill>
                  <a:srgbClr val="52616F"/>
                </a:solidFill>
                <a:latin typeface="Arial"/>
                <a:ea typeface="Arial"/>
                <a:cs typeface="Arial"/>
              </a:defRPr>
            </a:lvl8pPr>
            <a:lvl9pPr algn="l">
              <a:defRPr sz="1350" b="0">
                <a:solidFill>
                  <a:srgbClr val="52616F"/>
                </a:solidFill>
                <a:latin typeface="Arial"/>
                <a:ea typeface="Arial"/>
                <a:cs typeface="Arial"/>
              </a:defRPr>
            </a:lvl9pPr>
          </a:lstStyle>
          <a:p xmlns:a="http://schemas.openxmlformats.org/drawingml/2006/main">
            <a:pPr algn="l">
              <a:defRPr sz="1350" b="0">
                <a:solidFill>
                  <a:srgbClr val="52616F"/>
                </a:solidFill>
                <a:latin typeface="Arial"/>
                <a:ea typeface="Arial"/>
                <a:cs typeface="Arial"/>
              </a:defRPr>
            </a:pPr>
            <a:r>
              <a:rPr sz="1350" b="0">
                <a:solidFill>
                  <a:srgbClr val="52616F"/>
                </a:solidFill>
                <a:latin typeface="Arial"/>
                <a:ea typeface="Arial"/>
                <a:cs typeface="Arial"/>
              </a:rPr>
              <a:t>Step 6 reported procedure outcomes. Counts are not defense accuracy, a security score or a production-readiness rating.</a:t>
            </a:r>
          </a:p>
        </p:txBody>
      </p:sp>
    </p:spTree>
    <p:extLst>
      <p:ext uri="{BB962C8B-B14F-4D97-AF65-F5344CB8AC3E}">
        <p14:creationId xmlns:p14="http://schemas.microsoft.com/office/powerpoint/2010/main" val="1386491387"/>
      </p:ext>
    </p:extLst>
  </p:cSld>
</p:sld>
</file>

<file path=ppt/slides/slide10.xml><?xml version="1.0" encoding="utf-8"?>
<p:sld xmlns:p="http://schemas.openxmlformats.org/presentationml/2006/main">
  <p:cSld>
    <p:bg>
      <p:bgPr>
        <a:solidFill xmlns:a="http://schemas.openxmlformats.org/drawingml/2006/main">
          <a:srgbClr val="0A1420"/>
        </a:solidFill>
      </p:bgPr>
    </p:bg>
    <p:spTree>
      <p:nvGrpSpPr>
        <p:cNvPr id="1" name=""/>
        <p:cNvGrpSpPr/>
        <p:nvPr/>
      </p:nvGrpSpPr>
      <p:grpSpPr>
        <a:xfrm xmlns:a="http://schemas.openxmlformats.org/drawingml/2006/main"/>
      </p:grpSpPr>
      <p:sp>
        <p:nvSpPr>
          <p:cNvPr id="2" name="Next milestone: an integrated console">
            <a:extLst xmlns:a="http://schemas.openxmlformats.org/drawingml/2006/main">
              <a:ext uri="{FF2B5EF4-FFF2-40B4-BE49-F238E27FC236}">
                <a16:creationId xmlns:a16="http://schemas.microsoft.com/office/drawing/2014/main" id="{40585103-030D-45DA-BD92-65449BEDD5E3}"/>
              </a:ext>
            </a:extLst>
          </p:cNvPr>
          <p:cNvSpPr>
            <a:spLocks xmlns:a="http://schemas.openxmlformats.org/drawingml/2006/main" noGrp="1"/>
          </p:cNvSpPr>
          <p:nvPr/>
        </p:nvSpPr>
        <p:spPr>
          <a:xfrm xmlns:a="http://schemas.openxmlformats.org/drawingml/2006/main">
            <a:off x="609600" y="457200"/>
            <a:ext cx="1095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Arial"/>
                <a:ea typeface="Arial"/>
                <a:cs typeface="Arial"/>
              </a:defRPr>
            </a:defPPr>
            <a:lvl1pPr algn="l">
              <a:defRPr sz="3300" b="1">
                <a:solidFill>
                  <a:srgbClr val="FFFFFF"/>
                </a:solidFill>
                <a:latin typeface="Arial"/>
                <a:ea typeface="Arial"/>
                <a:cs typeface="Arial"/>
              </a:defRPr>
            </a:lvl1pPr>
            <a:lvl2pPr algn="l">
              <a:defRPr sz="3300" b="1">
                <a:solidFill>
                  <a:srgbClr val="FFFFFF"/>
                </a:solidFill>
                <a:latin typeface="Arial"/>
                <a:ea typeface="Arial"/>
                <a:cs typeface="Arial"/>
              </a:defRPr>
            </a:lvl2pPr>
            <a:lvl3pPr algn="l">
              <a:defRPr sz="3300" b="1">
                <a:solidFill>
                  <a:srgbClr val="FFFFFF"/>
                </a:solidFill>
                <a:latin typeface="Arial"/>
                <a:ea typeface="Arial"/>
                <a:cs typeface="Arial"/>
              </a:defRPr>
            </a:lvl3pPr>
            <a:lvl4pPr algn="l">
              <a:defRPr sz="3300" b="1">
                <a:solidFill>
                  <a:srgbClr val="FFFFFF"/>
                </a:solidFill>
                <a:latin typeface="Arial"/>
                <a:ea typeface="Arial"/>
                <a:cs typeface="Arial"/>
              </a:defRPr>
            </a:lvl4pPr>
            <a:lvl5pPr algn="l">
              <a:defRPr sz="3300" b="1">
                <a:solidFill>
                  <a:srgbClr val="FFFFFF"/>
                </a:solidFill>
                <a:latin typeface="Arial"/>
                <a:ea typeface="Arial"/>
                <a:cs typeface="Arial"/>
              </a:defRPr>
            </a:lvl5pPr>
            <a:lvl6pPr algn="l">
              <a:defRPr sz="3300" b="1">
                <a:solidFill>
                  <a:srgbClr val="FFFFFF"/>
                </a:solidFill>
                <a:latin typeface="Arial"/>
                <a:ea typeface="Arial"/>
                <a:cs typeface="Arial"/>
              </a:defRPr>
            </a:lvl6pPr>
            <a:lvl7pPr algn="l">
              <a:defRPr sz="3300" b="1">
                <a:solidFill>
                  <a:srgbClr val="FFFFFF"/>
                </a:solidFill>
                <a:latin typeface="Arial"/>
                <a:ea typeface="Arial"/>
                <a:cs typeface="Arial"/>
              </a:defRPr>
            </a:lvl7pPr>
            <a:lvl8pPr algn="l">
              <a:defRPr sz="3300" b="1">
                <a:solidFill>
                  <a:srgbClr val="FFFFFF"/>
                </a:solidFill>
                <a:latin typeface="Arial"/>
                <a:ea typeface="Arial"/>
                <a:cs typeface="Arial"/>
              </a:defRPr>
            </a:lvl8pPr>
            <a:lvl9pPr algn="l">
              <a:defRPr sz="3300" b="1">
                <a:solidFill>
                  <a:srgbClr val="FFFFFF"/>
                </a:solidFill>
                <a:latin typeface="Arial"/>
                <a:ea typeface="Arial"/>
                <a:cs typeface="Arial"/>
              </a:defRPr>
            </a:lvl9pPr>
          </a:lstStyle>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Next milestone: an integrated console</a:t>
            </a:r>
          </a:p>
        </p:txBody>
      </p:sp>
      <p:sp>
        <p:nvSpPr>
          <p:cNvPr id="3" name="10">
            <a:extLst xmlns:a="http://schemas.openxmlformats.org/drawingml/2006/main">
              <a:ext uri="{FF2B5EF4-FFF2-40B4-BE49-F238E27FC236}">
                <a16:creationId xmlns:a16="http://schemas.microsoft.com/office/drawing/2014/main" id="{026A8F41-47E2-4CB2-94C4-05A1D13FFBD3}"/>
              </a:ext>
            </a:extLst>
          </p:cNvPr>
          <p:cNvSpPr>
            <a:spLocks xmlns:a="http://schemas.openxmlformats.org/drawingml/2006/main" noGrp="1"/>
          </p:cNvSpPr>
          <p:nvPr/>
        </p:nvSpPr>
        <p:spPr>
          <a:xfrm xmlns:a="http://schemas.openxmlformats.org/drawingml/2006/main">
            <a:off x="11144250" y="63436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A8BBC8"/>
                </a:solidFill>
                <a:latin typeface="Arial"/>
                <a:ea typeface="Arial"/>
                <a:cs typeface="Arial"/>
              </a:defRPr>
            </a:defPPr>
            <a:lvl1pPr algn="r">
              <a:defRPr sz="1350" b="0">
                <a:solidFill>
                  <a:srgbClr val="A8BBC8"/>
                </a:solidFill>
                <a:latin typeface="Arial"/>
                <a:ea typeface="Arial"/>
                <a:cs typeface="Arial"/>
              </a:defRPr>
            </a:lvl1pPr>
            <a:lvl2pPr algn="r">
              <a:defRPr sz="1350" b="0">
                <a:solidFill>
                  <a:srgbClr val="A8BBC8"/>
                </a:solidFill>
                <a:latin typeface="Arial"/>
                <a:ea typeface="Arial"/>
                <a:cs typeface="Arial"/>
              </a:defRPr>
            </a:lvl2pPr>
            <a:lvl3pPr algn="r">
              <a:defRPr sz="1350" b="0">
                <a:solidFill>
                  <a:srgbClr val="A8BBC8"/>
                </a:solidFill>
                <a:latin typeface="Arial"/>
                <a:ea typeface="Arial"/>
                <a:cs typeface="Arial"/>
              </a:defRPr>
            </a:lvl3pPr>
            <a:lvl4pPr algn="r">
              <a:defRPr sz="1350" b="0">
                <a:solidFill>
                  <a:srgbClr val="A8BBC8"/>
                </a:solidFill>
                <a:latin typeface="Arial"/>
                <a:ea typeface="Arial"/>
                <a:cs typeface="Arial"/>
              </a:defRPr>
            </a:lvl4pPr>
            <a:lvl5pPr algn="r">
              <a:defRPr sz="1350" b="0">
                <a:solidFill>
                  <a:srgbClr val="A8BBC8"/>
                </a:solidFill>
                <a:latin typeface="Arial"/>
                <a:ea typeface="Arial"/>
                <a:cs typeface="Arial"/>
              </a:defRPr>
            </a:lvl5pPr>
            <a:lvl6pPr algn="r">
              <a:defRPr sz="1350" b="0">
                <a:solidFill>
                  <a:srgbClr val="A8BBC8"/>
                </a:solidFill>
                <a:latin typeface="Arial"/>
                <a:ea typeface="Arial"/>
                <a:cs typeface="Arial"/>
              </a:defRPr>
            </a:lvl6pPr>
            <a:lvl7pPr algn="r">
              <a:defRPr sz="1350" b="0">
                <a:solidFill>
                  <a:srgbClr val="A8BBC8"/>
                </a:solidFill>
                <a:latin typeface="Arial"/>
                <a:ea typeface="Arial"/>
                <a:cs typeface="Arial"/>
              </a:defRPr>
            </a:lvl7pPr>
            <a:lvl8pPr algn="r">
              <a:defRPr sz="1350" b="0">
                <a:solidFill>
                  <a:srgbClr val="A8BBC8"/>
                </a:solidFill>
                <a:latin typeface="Arial"/>
                <a:ea typeface="Arial"/>
                <a:cs typeface="Arial"/>
              </a:defRPr>
            </a:lvl8pPr>
            <a:lvl9pPr algn="r">
              <a:defRPr sz="1350" b="0">
                <a:solidFill>
                  <a:srgbClr val="A8BBC8"/>
                </a:solidFill>
                <a:latin typeface="Arial"/>
                <a:ea typeface="Arial"/>
                <a:cs typeface="Arial"/>
              </a:defRPr>
            </a:lvl9pPr>
          </a:lstStyle>
          <a:p xmlns:a="http://schemas.openxmlformats.org/drawingml/2006/main">
            <a:pPr algn="r">
              <a:defRPr sz="1350" b="0">
                <a:solidFill>
                  <a:srgbClr val="A8BBC8"/>
                </a:solidFill>
                <a:latin typeface="Arial"/>
                <a:ea typeface="Arial"/>
                <a:cs typeface="Arial"/>
              </a:defRPr>
            </a:pPr>
            <a:r>
              <a:rPr sz="1350" b="0">
                <a:solidFill>
                  <a:srgbClr val="A8BBC8"/>
                </a:solidFill>
                <a:latin typeface="Arial"/>
                <a:ea typeface="Arial"/>
                <a:cs typeface="Arial"/>
              </a:rPr>
              <a:t>10</a:t>
            </a:r>
          </a:p>
        </p:txBody>
      </p:sp>
      <p:sp>
        <p:nvSpPr>
          <p:cNvPr id="4" name="Next build steps">
            <a:extLst xmlns:a="http://schemas.openxmlformats.org/drawingml/2006/main">
              <a:ext uri="{FF2B5EF4-FFF2-40B4-BE49-F238E27FC236}">
                <a16:creationId xmlns:a16="http://schemas.microsoft.com/office/drawing/2014/main" id="{9A725A71-06B7-4578-9A30-089BB60C83AC}"/>
              </a:ext>
            </a:extLst>
          </p:cNvPr>
          <p:cNvSpPr>
            <a:spLocks xmlns:a="http://schemas.openxmlformats.org/drawingml/2006/main" noGrp="1"/>
          </p:cNvSpPr>
          <p:nvPr/>
        </p:nvSpPr>
        <p:spPr>
          <a:xfrm xmlns:a="http://schemas.openxmlformats.org/drawingml/2006/main">
            <a:off x="619125" y="1685925"/>
            <a:ext cx="4953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00B9C8"/>
                </a:solidFill>
                <a:latin typeface="Arial"/>
                <a:ea typeface="Arial"/>
                <a:cs typeface="Arial"/>
              </a:defRPr>
            </a:defPPr>
            <a:lvl1pPr algn="l">
              <a:defRPr sz="2250" b="1">
                <a:solidFill>
                  <a:srgbClr val="00B9C8"/>
                </a:solidFill>
                <a:latin typeface="Arial"/>
                <a:ea typeface="Arial"/>
                <a:cs typeface="Arial"/>
              </a:defRPr>
            </a:lvl1pPr>
            <a:lvl2pPr algn="l">
              <a:defRPr sz="2250" b="1">
                <a:solidFill>
                  <a:srgbClr val="00B9C8"/>
                </a:solidFill>
                <a:latin typeface="Arial"/>
                <a:ea typeface="Arial"/>
                <a:cs typeface="Arial"/>
              </a:defRPr>
            </a:lvl2pPr>
            <a:lvl3pPr algn="l">
              <a:defRPr sz="2250" b="1">
                <a:solidFill>
                  <a:srgbClr val="00B9C8"/>
                </a:solidFill>
                <a:latin typeface="Arial"/>
                <a:ea typeface="Arial"/>
                <a:cs typeface="Arial"/>
              </a:defRPr>
            </a:lvl3pPr>
            <a:lvl4pPr algn="l">
              <a:defRPr sz="2250" b="1">
                <a:solidFill>
                  <a:srgbClr val="00B9C8"/>
                </a:solidFill>
                <a:latin typeface="Arial"/>
                <a:ea typeface="Arial"/>
                <a:cs typeface="Arial"/>
              </a:defRPr>
            </a:lvl4pPr>
            <a:lvl5pPr algn="l">
              <a:defRPr sz="2250" b="1">
                <a:solidFill>
                  <a:srgbClr val="00B9C8"/>
                </a:solidFill>
                <a:latin typeface="Arial"/>
                <a:ea typeface="Arial"/>
                <a:cs typeface="Arial"/>
              </a:defRPr>
            </a:lvl5pPr>
            <a:lvl6pPr algn="l">
              <a:defRPr sz="2250" b="1">
                <a:solidFill>
                  <a:srgbClr val="00B9C8"/>
                </a:solidFill>
                <a:latin typeface="Arial"/>
                <a:ea typeface="Arial"/>
                <a:cs typeface="Arial"/>
              </a:defRPr>
            </a:lvl6pPr>
            <a:lvl7pPr algn="l">
              <a:defRPr sz="2250" b="1">
                <a:solidFill>
                  <a:srgbClr val="00B9C8"/>
                </a:solidFill>
                <a:latin typeface="Arial"/>
                <a:ea typeface="Arial"/>
                <a:cs typeface="Arial"/>
              </a:defRPr>
            </a:lvl7pPr>
            <a:lvl8pPr algn="l">
              <a:defRPr sz="2250" b="1">
                <a:solidFill>
                  <a:srgbClr val="00B9C8"/>
                </a:solidFill>
                <a:latin typeface="Arial"/>
                <a:ea typeface="Arial"/>
                <a:cs typeface="Arial"/>
              </a:defRPr>
            </a:lvl8pPr>
            <a:lvl9pPr algn="l">
              <a:defRPr sz="2250" b="1">
                <a:solidFill>
                  <a:srgbClr val="00B9C8"/>
                </a:solidFill>
                <a:latin typeface="Arial"/>
                <a:ea typeface="Arial"/>
                <a:cs typeface="Arial"/>
              </a:defRPr>
            </a:lvl9pPr>
          </a:lstStyle>
          <a:p xmlns:a="http://schemas.openxmlformats.org/drawingml/2006/main">
            <a:pPr algn="l">
              <a:defRPr sz="2250" b="1">
                <a:solidFill>
                  <a:srgbClr val="00B9C8"/>
                </a:solidFill>
                <a:latin typeface="Arial"/>
                <a:ea typeface="Arial"/>
                <a:cs typeface="Arial"/>
              </a:defRPr>
            </a:pPr>
            <a:r>
              <a:rPr sz="2250" b="1">
                <a:solidFill>
                  <a:srgbClr val="00B9C8"/>
                </a:solidFill>
                <a:latin typeface="Arial"/>
                <a:ea typeface="Arial"/>
                <a:cs typeface="Arial"/>
              </a:rPr>
              <a:t>Next build steps</a:t>
            </a:r>
          </a:p>
        </p:txBody>
      </p:sp>
      <p:sp>
        <p:nvSpPr>
          <p:cNvPr id="5" name="01">
            <a:extLst xmlns:a="http://schemas.openxmlformats.org/drawingml/2006/main">
              <a:ext uri="{FF2B5EF4-FFF2-40B4-BE49-F238E27FC236}">
                <a16:creationId xmlns:a16="http://schemas.microsoft.com/office/drawing/2014/main" id="{62864239-09F4-4CF6-BF6C-5B71F7E7436C}"/>
              </a:ext>
            </a:extLst>
          </p:cNvPr>
          <p:cNvSpPr>
            <a:spLocks xmlns:a="http://schemas.openxmlformats.org/drawingml/2006/main" noGrp="1"/>
          </p:cNvSpPr>
          <p:nvPr/>
        </p:nvSpPr>
        <p:spPr>
          <a:xfrm xmlns:a="http://schemas.openxmlformats.org/drawingml/2006/main">
            <a:off x="619125" y="2447925"/>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00B9C8"/>
                </a:solidFill>
                <a:latin typeface="Arial"/>
                <a:ea typeface="Arial"/>
                <a:cs typeface="Arial"/>
              </a:defRPr>
            </a:defPPr>
            <a:lvl1pPr algn="l">
              <a:defRPr sz="2550" b="1">
                <a:solidFill>
                  <a:srgbClr val="00B9C8"/>
                </a:solidFill>
                <a:latin typeface="Arial"/>
                <a:ea typeface="Arial"/>
                <a:cs typeface="Arial"/>
              </a:defRPr>
            </a:lvl1pPr>
            <a:lvl2pPr algn="l">
              <a:defRPr sz="2550" b="1">
                <a:solidFill>
                  <a:srgbClr val="00B9C8"/>
                </a:solidFill>
                <a:latin typeface="Arial"/>
                <a:ea typeface="Arial"/>
                <a:cs typeface="Arial"/>
              </a:defRPr>
            </a:lvl2pPr>
            <a:lvl3pPr algn="l">
              <a:defRPr sz="2550" b="1">
                <a:solidFill>
                  <a:srgbClr val="00B9C8"/>
                </a:solidFill>
                <a:latin typeface="Arial"/>
                <a:ea typeface="Arial"/>
                <a:cs typeface="Arial"/>
              </a:defRPr>
            </a:lvl3pPr>
            <a:lvl4pPr algn="l">
              <a:defRPr sz="2550" b="1">
                <a:solidFill>
                  <a:srgbClr val="00B9C8"/>
                </a:solidFill>
                <a:latin typeface="Arial"/>
                <a:ea typeface="Arial"/>
                <a:cs typeface="Arial"/>
              </a:defRPr>
            </a:lvl4pPr>
            <a:lvl5pPr algn="l">
              <a:defRPr sz="2550" b="1">
                <a:solidFill>
                  <a:srgbClr val="00B9C8"/>
                </a:solidFill>
                <a:latin typeface="Arial"/>
                <a:ea typeface="Arial"/>
                <a:cs typeface="Arial"/>
              </a:defRPr>
            </a:lvl5pPr>
            <a:lvl6pPr algn="l">
              <a:defRPr sz="2550" b="1">
                <a:solidFill>
                  <a:srgbClr val="00B9C8"/>
                </a:solidFill>
                <a:latin typeface="Arial"/>
                <a:ea typeface="Arial"/>
                <a:cs typeface="Arial"/>
              </a:defRPr>
            </a:lvl6pPr>
            <a:lvl7pPr algn="l">
              <a:defRPr sz="2550" b="1">
                <a:solidFill>
                  <a:srgbClr val="00B9C8"/>
                </a:solidFill>
                <a:latin typeface="Arial"/>
                <a:ea typeface="Arial"/>
                <a:cs typeface="Arial"/>
              </a:defRPr>
            </a:lvl7pPr>
            <a:lvl8pPr algn="l">
              <a:defRPr sz="2550" b="1">
                <a:solidFill>
                  <a:srgbClr val="00B9C8"/>
                </a:solidFill>
                <a:latin typeface="Arial"/>
                <a:ea typeface="Arial"/>
                <a:cs typeface="Arial"/>
              </a:defRPr>
            </a:lvl8pPr>
            <a:lvl9pPr algn="l">
              <a:defRPr sz="2550" b="1">
                <a:solidFill>
                  <a:srgbClr val="00B9C8"/>
                </a:solidFill>
                <a:latin typeface="Arial"/>
                <a:ea typeface="Arial"/>
                <a:cs typeface="Arial"/>
              </a:defRPr>
            </a:lvl9pPr>
          </a:lstStyle>
          <a:p xmlns:a="http://schemas.openxmlformats.org/drawingml/2006/main">
            <a:pPr algn="l">
              <a:defRPr sz="2550" b="1">
                <a:solidFill>
                  <a:srgbClr val="00B9C8"/>
                </a:solidFill>
                <a:latin typeface="Arial"/>
                <a:ea typeface="Arial"/>
                <a:cs typeface="Arial"/>
              </a:defRPr>
            </a:pPr>
            <a:r>
              <a:rPr sz="2550" b="1">
                <a:solidFill>
                  <a:srgbClr val="00B9C8"/>
                </a:solidFill>
                <a:latin typeface="Arial"/>
                <a:ea typeface="Arial"/>
                <a:cs typeface="Arial"/>
              </a:rPr>
              <a:t>01</a:t>
            </a:r>
          </a:p>
        </p:txBody>
      </p:sp>
      <p:sp>
        <p:nvSpPr>
          <p:cNvPr id="6" name="Connect the React console">
            <a:extLst xmlns:a="http://schemas.openxmlformats.org/drawingml/2006/main">
              <a:ext uri="{FF2B5EF4-FFF2-40B4-BE49-F238E27FC236}">
                <a16:creationId xmlns:a16="http://schemas.microsoft.com/office/drawing/2014/main" id="{C1950CE7-A1AD-41BA-9006-651820DE3E28}"/>
              </a:ext>
            </a:extLst>
          </p:cNvPr>
          <p:cNvSpPr>
            <a:spLocks xmlns:a="http://schemas.openxmlformats.org/drawingml/2006/main" noGrp="1"/>
          </p:cNvSpPr>
          <p:nvPr/>
        </p:nvSpPr>
        <p:spPr>
          <a:xfrm xmlns:a="http://schemas.openxmlformats.org/drawingml/2006/main">
            <a:off x="1476375" y="2447925"/>
            <a:ext cx="447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FFFFFF"/>
                </a:solidFill>
                <a:latin typeface="Arial"/>
                <a:ea typeface="Arial"/>
                <a:cs typeface="Arial"/>
              </a:defRPr>
            </a:defPPr>
            <a:lvl1pPr algn="l">
              <a:defRPr sz="2025" b="1">
                <a:solidFill>
                  <a:srgbClr val="FFFFFF"/>
                </a:solidFill>
                <a:latin typeface="Arial"/>
                <a:ea typeface="Arial"/>
                <a:cs typeface="Arial"/>
              </a:defRPr>
            </a:lvl1pPr>
            <a:lvl2pPr algn="l">
              <a:defRPr sz="2025" b="1">
                <a:solidFill>
                  <a:srgbClr val="FFFFFF"/>
                </a:solidFill>
                <a:latin typeface="Arial"/>
                <a:ea typeface="Arial"/>
                <a:cs typeface="Arial"/>
              </a:defRPr>
            </a:lvl2pPr>
            <a:lvl3pPr algn="l">
              <a:defRPr sz="2025" b="1">
                <a:solidFill>
                  <a:srgbClr val="FFFFFF"/>
                </a:solidFill>
                <a:latin typeface="Arial"/>
                <a:ea typeface="Arial"/>
                <a:cs typeface="Arial"/>
              </a:defRPr>
            </a:lvl3pPr>
            <a:lvl4pPr algn="l">
              <a:defRPr sz="2025" b="1">
                <a:solidFill>
                  <a:srgbClr val="FFFFFF"/>
                </a:solidFill>
                <a:latin typeface="Arial"/>
                <a:ea typeface="Arial"/>
                <a:cs typeface="Arial"/>
              </a:defRPr>
            </a:lvl4pPr>
            <a:lvl5pPr algn="l">
              <a:defRPr sz="2025" b="1">
                <a:solidFill>
                  <a:srgbClr val="FFFFFF"/>
                </a:solidFill>
                <a:latin typeface="Arial"/>
                <a:ea typeface="Arial"/>
                <a:cs typeface="Arial"/>
              </a:defRPr>
            </a:lvl5pPr>
            <a:lvl6pPr algn="l">
              <a:defRPr sz="2025" b="1">
                <a:solidFill>
                  <a:srgbClr val="FFFFFF"/>
                </a:solidFill>
                <a:latin typeface="Arial"/>
                <a:ea typeface="Arial"/>
                <a:cs typeface="Arial"/>
              </a:defRPr>
            </a:lvl6pPr>
            <a:lvl7pPr algn="l">
              <a:defRPr sz="2025" b="1">
                <a:solidFill>
                  <a:srgbClr val="FFFFFF"/>
                </a:solidFill>
                <a:latin typeface="Arial"/>
                <a:ea typeface="Arial"/>
                <a:cs typeface="Arial"/>
              </a:defRPr>
            </a:lvl7pPr>
            <a:lvl8pPr algn="l">
              <a:defRPr sz="2025" b="1">
                <a:solidFill>
                  <a:srgbClr val="FFFFFF"/>
                </a:solidFill>
                <a:latin typeface="Arial"/>
                <a:ea typeface="Arial"/>
                <a:cs typeface="Arial"/>
              </a:defRPr>
            </a:lvl8pPr>
            <a:lvl9pPr algn="l">
              <a:defRPr sz="2025" b="1">
                <a:solidFill>
                  <a:srgbClr val="FFFFFF"/>
                </a:solidFill>
                <a:latin typeface="Arial"/>
                <a:ea typeface="Arial"/>
                <a:cs typeface="Arial"/>
              </a:defRPr>
            </a:lvl9pPr>
          </a:lstStyle>
          <a:p xmlns:a="http://schemas.openxmlformats.org/drawingml/2006/main">
            <a:pPr algn="l">
              <a:defRPr sz="2025" b="1">
                <a:solidFill>
                  <a:srgbClr val="FFFFFF"/>
                </a:solidFill>
                <a:latin typeface="Arial"/>
                <a:ea typeface="Arial"/>
                <a:cs typeface="Arial"/>
              </a:defRPr>
            </a:pPr>
            <a:r>
              <a:rPr sz="2025" b="1">
                <a:solidFill>
                  <a:srgbClr val="FFFFFF"/>
                </a:solidFill>
                <a:latin typeface="Arial"/>
                <a:ea typeface="Arial"/>
                <a:cs typeface="Arial"/>
              </a:rPr>
              <a:t>Validate the live console</a:t>
            </a:r>
          </a:p>
        </p:txBody>
      </p:sp>
      <p:sp>
        <p:nvSpPr>
          <p:cNvPr id="7" name="Use the backend’s authenticated roles and lifecycle">
            <a:extLst xmlns:a="http://schemas.openxmlformats.org/drawingml/2006/main">
              <a:ext uri="{FF2B5EF4-FFF2-40B4-BE49-F238E27FC236}">
                <a16:creationId xmlns:a16="http://schemas.microsoft.com/office/drawing/2014/main" id="{86F85523-D8BA-4647-BFB6-CAF687372C8C}"/>
              </a:ext>
            </a:extLst>
          </p:cNvPr>
          <p:cNvSpPr>
            <a:spLocks xmlns:a="http://schemas.openxmlformats.org/drawingml/2006/main" noGrp="1"/>
          </p:cNvSpPr>
          <p:nvPr/>
        </p:nvSpPr>
        <p:spPr>
          <a:xfrm xmlns:a="http://schemas.openxmlformats.org/drawingml/2006/main">
            <a:off x="1476375" y="2876550"/>
            <a:ext cx="4524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A8BBC8"/>
                </a:solidFill>
                <a:latin typeface="Arial"/>
                <a:ea typeface="Arial"/>
                <a:cs typeface="Arial"/>
              </a:defRPr>
            </a:defPPr>
            <a:lvl1pPr algn="l">
              <a:defRPr sz="1725" b="0">
                <a:solidFill>
                  <a:srgbClr val="A8BBC8"/>
                </a:solidFill>
                <a:latin typeface="Arial"/>
                <a:ea typeface="Arial"/>
                <a:cs typeface="Arial"/>
              </a:defRPr>
            </a:lvl1pPr>
            <a:lvl2pPr algn="l">
              <a:defRPr sz="1725" b="0">
                <a:solidFill>
                  <a:srgbClr val="A8BBC8"/>
                </a:solidFill>
                <a:latin typeface="Arial"/>
                <a:ea typeface="Arial"/>
                <a:cs typeface="Arial"/>
              </a:defRPr>
            </a:lvl2pPr>
            <a:lvl3pPr algn="l">
              <a:defRPr sz="1725" b="0">
                <a:solidFill>
                  <a:srgbClr val="A8BBC8"/>
                </a:solidFill>
                <a:latin typeface="Arial"/>
                <a:ea typeface="Arial"/>
                <a:cs typeface="Arial"/>
              </a:defRPr>
            </a:lvl3pPr>
            <a:lvl4pPr algn="l">
              <a:defRPr sz="1725" b="0">
                <a:solidFill>
                  <a:srgbClr val="A8BBC8"/>
                </a:solidFill>
                <a:latin typeface="Arial"/>
                <a:ea typeface="Arial"/>
                <a:cs typeface="Arial"/>
              </a:defRPr>
            </a:lvl4pPr>
            <a:lvl5pPr algn="l">
              <a:defRPr sz="1725" b="0">
                <a:solidFill>
                  <a:srgbClr val="A8BBC8"/>
                </a:solidFill>
                <a:latin typeface="Arial"/>
                <a:ea typeface="Arial"/>
                <a:cs typeface="Arial"/>
              </a:defRPr>
            </a:lvl5pPr>
            <a:lvl6pPr algn="l">
              <a:defRPr sz="1725" b="0">
                <a:solidFill>
                  <a:srgbClr val="A8BBC8"/>
                </a:solidFill>
                <a:latin typeface="Arial"/>
                <a:ea typeface="Arial"/>
                <a:cs typeface="Arial"/>
              </a:defRPr>
            </a:lvl6pPr>
            <a:lvl7pPr algn="l">
              <a:defRPr sz="1725" b="0">
                <a:solidFill>
                  <a:srgbClr val="A8BBC8"/>
                </a:solidFill>
                <a:latin typeface="Arial"/>
                <a:ea typeface="Arial"/>
                <a:cs typeface="Arial"/>
              </a:defRPr>
            </a:lvl7pPr>
            <a:lvl8pPr algn="l">
              <a:defRPr sz="1725" b="0">
                <a:solidFill>
                  <a:srgbClr val="A8BBC8"/>
                </a:solidFill>
                <a:latin typeface="Arial"/>
                <a:ea typeface="Arial"/>
                <a:cs typeface="Arial"/>
              </a:defRPr>
            </a:lvl8pPr>
            <a:lvl9pPr algn="l">
              <a:defRPr sz="1725" b="0">
                <a:solidFill>
                  <a:srgbClr val="A8BBC8"/>
                </a:solidFill>
                <a:latin typeface="Arial"/>
                <a:ea typeface="Arial"/>
                <a:cs typeface="Arial"/>
              </a:defRPr>
            </a:lvl9pPr>
          </a:lstStyle>
          <a:p xmlns:a="http://schemas.openxmlformats.org/drawingml/2006/main">
            <a:pPr algn="l">
              <a:defRPr sz="1725" b="0">
                <a:solidFill>
                  <a:srgbClr val="A8BBC8"/>
                </a:solidFill>
                <a:latin typeface="Arial"/>
                <a:ea typeface="Arial"/>
                <a:cs typeface="Arial"/>
              </a:defRPr>
            </a:pPr>
            <a:r>
              <a:rPr sz="1725" b="0">
                <a:solidFill>
                  <a:srgbClr val="A8BBC8"/>
                </a:solidFill>
                <a:latin typeface="Arial"/>
                <a:ea typeface="Arial"/>
                <a:cs typeface="Arial"/>
              </a:rPr>
              <a:t>Complete mTLS transport and endpoint adapters</a:t>
            </a:r>
          </a:p>
        </p:txBody>
      </p:sp>
      <p:sp>
        <p:nvSpPr>
          <p:cNvPr id="8" name="02">
            <a:extLst xmlns:a="http://schemas.openxmlformats.org/drawingml/2006/main">
              <a:ext uri="{FF2B5EF4-FFF2-40B4-BE49-F238E27FC236}">
                <a16:creationId xmlns:a16="http://schemas.microsoft.com/office/drawing/2014/main" id="{101B9EE7-1FFB-46D5-B8A4-F981E9B3FFF2}"/>
              </a:ext>
            </a:extLst>
          </p:cNvPr>
          <p:cNvSpPr>
            <a:spLocks xmlns:a="http://schemas.openxmlformats.org/drawingml/2006/main" noGrp="1"/>
          </p:cNvSpPr>
          <p:nvPr/>
        </p:nvSpPr>
        <p:spPr>
          <a:xfrm xmlns:a="http://schemas.openxmlformats.org/drawingml/2006/main">
            <a:off x="619125" y="3552825"/>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00B9C8"/>
                </a:solidFill>
                <a:latin typeface="Arial"/>
                <a:ea typeface="Arial"/>
                <a:cs typeface="Arial"/>
              </a:defRPr>
            </a:defPPr>
            <a:lvl1pPr algn="l">
              <a:defRPr sz="2550" b="1">
                <a:solidFill>
                  <a:srgbClr val="00B9C8"/>
                </a:solidFill>
                <a:latin typeface="Arial"/>
                <a:ea typeface="Arial"/>
                <a:cs typeface="Arial"/>
              </a:defRPr>
            </a:lvl1pPr>
            <a:lvl2pPr algn="l">
              <a:defRPr sz="2550" b="1">
                <a:solidFill>
                  <a:srgbClr val="00B9C8"/>
                </a:solidFill>
                <a:latin typeface="Arial"/>
                <a:ea typeface="Arial"/>
                <a:cs typeface="Arial"/>
              </a:defRPr>
            </a:lvl2pPr>
            <a:lvl3pPr algn="l">
              <a:defRPr sz="2550" b="1">
                <a:solidFill>
                  <a:srgbClr val="00B9C8"/>
                </a:solidFill>
                <a:latin typeface="Arial"/>
                <a:ea typeface="Arial"/>
                <a:cs typeface="Arial"/>
              </a:defRPr>
            </a:lvl3pPr>
            <a:lvl4pPr algn="l">
              <a:defRPr sz="2550" b="1">
                <a:solidFill>
                  <a:srgbClr val="00B9C8"/>
                </a:solidFill>
                <a:latin typeface="Arial"/>
                <a:ea typeface="Arial"/>
                <a:cs typeface="Arial"/>
              </a:defRPr>
            </a:lvl4pPr>
            <a:lvl5pPr algn="l">
              <a:defRPr sz="2550" b="1">
                <a:solidFill>
                  <a:srgbClr val="00B9C8"/>
                </a:solidFill>
                <a:latin typeface="Arial"/>
                <a:ea typeface="Arial"/>
                <a:cs typeface="Arial"/>
              </a:defRPr>
            </a:lvl5pPr>
            <a:lvl6pPr algn="l">
              <a:defRPr sz="2550" b="1">
                <a:solidFill>
                  <a:srgbClr val="00B9C8"/>
                </a:solidFill>
                <a:latin typeface="Arial"/>
                <a:ea typeface="Arial"/>
                <a:cs typeface="Arial"/>
              </a:defRPr>
            </a:lvl6pPr>
            <a:lvl7pPr algn="l">
              <a:defRPr sz="2550" b="1">
                <a:solidFill>
                  <a:srgbClr val="00B9C8"/>
                </a:solidFill>
                <a:latin typeface="Arial"/>
                <a:ea typeface="Arial"/>
                <a:cs typeface="Arial"/>
              </a:defRPr>
            </a:lvl7pPr>
            <a:lvl8pPr algn="l">
              <a:defRPr sz="2550" b="1">
                <a:solidFill>
                  <a:srgbClr val="00B9C8"/>
                </a:solidFill>
                <a:latin typeface="Arial"/>
                <a:ea typeface="Arial"/>
                <a:cs typeface="Arial"/>
              </a:defRPr>
            </a:lvl8pPr>
            <a:lvl9pPr algn="l">
              <a:defRPr sz="2550" b="1">
                <a:solidFill>
                  <a:srgbClr val="00B9C8"/>
                </a:solidFill>
                <a:latin typeface="Arial"/>
                <a:ea typeface="Arial"/>
                <a:cs typeface="Arial"/>
              </a:defRPr>
            </a:lvl9pPr>
          </a:lstStyle>
          <a:p xmlns:a="http://schemas.openxmlformats.org/drawingml/2006/main">
            <a:pPr algn="l">
              <a:defRPr sz="2550" b="1">
                <a:solidFill>
                  <a:srgbClr val="00B9C8"/>
                </a:solidFill>
                <a:latin typeface="Arial"/>
                <a:ea typeface="Arial"/>
                <a:cs typeface="Arial"/>
              </a:defRPr>
            </a:pPr>
            <a:r>
              <a:rPr sz="2550" b="1">
                <a:solidFill>
                  <a:srgbClr val="00B9C8"/>
                </a:solidFill>
                <a:latin typeface="Arial"/>
                <a:ea typeface="Arial"/>
                <a:cs typeface="Arial"/>
              </a:rPr>
              <a:t>02</a:t>
            </a:r>
          </a:p>
        </p:txBody>
      </p:sp>
      <p:sp>
        <p:nvSpPr>
          <p:cNvPr id="9" name="Validate on independent hardware">
            <a:extLst xmlns:a="http://schemas.openxmlformats.org/drawingml/2006/main">
              <a:ext uri="{FF2B5EF4-FFF2-40B4-BE49-F238E27FC236}">
                <a16:creationId xmlns:a16="http://schemas.microsoft.com/office/drawing/2014/main" id="{08451810-E6F6-47F1-B9D6-99FA5B29DB0F}"/>
              </a:ext>
            </a:extLst>
          </p:cNvPr>
          <p:cNvSpPr>
            <a:spLocks xmlns:a="http://schemas.openxmlformats.org/drawingml/2006/main" noGrp="1"/>
          </p:cNvSpPr>
          <p:nvPr/>
        </p:nvSpPr>
        <p:spPr>
          <a:xfrm xmlns:a="http://schemas.openxmlformats.org/drawingml/2006/main">
            <a:off x="1476375" y="3552825"/>
            <a:ext cx="447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FFFFFF"/>
                </a:solidFill>
                <a:latin typeface="Arial"/>
                <a:ea typeface="Arial"/>
                <a:cs typeface="Arial"/>
              </a:defRPr>
            </a:defPPr>
            <a:lvl1pPr algn="l">
              <a:defRPr sz="2025" b="1">
                <a:solidFill>
                  <a:srgbClr val="FFFFFF"/>
                </a:solidFill>
                <a:latin typeface="Arial"/>
                <a:ea typeface="Arial"/>
                <a:cs typeface="Arial"/>
              </a:defRPr>
            </a:lvl1pPr>
            <a:lvl2pPr algn="l">
              <a:defRPr sz="2025" b="1">
                <a:solidFill>
                  <a:srgbClr val="FFFFFF"/>
                </a:solidFill>
                <a:latin typeface="Arial"/>
                <a:ea typeface="Arial"/>
                <a:cs typeface="Arial"/>
              </a:defRPr>
            </a:lvl2pPr>
            <a:lvl3pPr algn="l">
              <a:defRPr sz="2025" b="1">
                <a:solidFill>
                  <a:srgbClr val="FFFFFF"/>
                </a:solidFill>
                <a:latin typeface="Arial"/>
                <a:ea typeface="Arial"/>
                <a:cs typeface="Arial"/>
              </a:defRPr>
            </a:lvl3pPr>
            <a:lvl4pPr algn="l">
              <a:defRPr sz="2025" b="1">
                <a:solidFill>
                  <a:srgbClr val="FFFFFF"/>
                </a:solidFill>
                <a:latin typeface="Arial"/>
                <a:ea typeface="Arial"/>
                <a:cs typeface="Arial"/>
              </a:defRPr>
            </a:lvl4pPr>
            <a:lvl5pPr algn="l">
              <a:defRPr sz="2025" b="1">
                <a:solidFill>
                  <a:srgbClr val="FFFFFF"/>
                </a:solidFill>
                <a:latin typeface="Arial"/>
                <a:ea typeface="Arial"/>
                <a:cs typeface="Arial"/>
              </a:defRPr>
            </a:lvl5pPr>
            <a:lvl6pPr algn="l">
              <a:defRPr sz="2025" b="1">
                <a:solidFill>
                  <a:srgbClr val="FFFFFF"/>
                </a:solidFill>
                <a:latin typeface="Arial"/>
                <a:ea typeface="Arial"/>
                <a:cs typeface="Arial"/>
              </a:defRPr>
            </a:lvl6pPr>
            <a:lvl7pPr algn="l">
              <a:defRPr sz="2025" b="1">
                <a:solidFill>
                  <a:srgbClr val="FFFFFF"/>
                </a:solidFill>
                <a:latin typeface="Arial"/>
                <a:ea typeface="Arial"/>
                <a:cs typeface="Arial"/>
              </a:defRPr>
            </a:lvl7pPr>
            <a:lvl8pPr algn="l">
              <a:defRPr sz="2025" b="1">
                <a:solidFill>
                  <a:srgbClr val="FFFFFF"/>
                </a:solidFill>
                <a:latin typeface="Arial"/>
                <a:ea typeface="Arial"/>
                <a:cs typeface="Arial"/>
              </a:defRPr>
            </a:lvl8pPr>
            <a:lvl9pPr algn="l">
              <a:defRPr sz="2025" b="1">
                <a:solidFill>
                  <a:srgbClr val="FFFFFF"/>
                </a:solidFill>
                <a:latin typeface="Arial"/>
                <a:ea typeface="Arial"/>
                <a:cs typeface="Arial"/>
              </a:defRPr>
            </a:lvl9pPr>
          </a:lstStyle>
          <a:p xmlns:a="http://schemas.openxmlformats.org/drawingml/2006/main">
            <a:pPr algn="l">
              <a:defRPr sz="2025" b="1">
                <a:solidFill>
                  <a:srgbClr val="FFFFFF"/>
                </a:solidFill>
                <a:latin typeface="Arial"/>
                <a:ea typeface="Arial"/>
                <a:cs typeface="Arial"/>
              </a:defRPr>
            </a:pPr>
            <a:r>
              <a:rPr sz="2025" b="1">
                <a:solidFill>
                  <a:srgbClr val="FFFFFF"/>
                </a:solidFill>
                <a:latin typeface="Arial"/>
                <a:ea typeface="Arial"/>
                <a:cs typeface="Arial"/>
              </a:rPr>
              <a:t>Validate on independent hardware</a:t>
            </a:r>
          </a:p>
        </p:txBody>
      </p:sp>
      <p:sp>
        <p:nvSpPr>
          <p:cNvPr id="10" name="Repeat admission and real inference on another machine">
            <a:extLst xmlns:a="http://schemas.openxmlformats.org/drawingml/2006/main">
              <a:ext uri="{FF2B5EF4-FFF2-40B4-BE49-F238E27FC236}">
                <a16:creationId xmlns:a16="http://schemas.microsoft.com/office/drawing/2014/main" id="{81A5FF55-E4E0-4496-8F73-A507E7EFCDBF}"/>
              </a:ext>
            </a:extLst>
          </p:cNvPr>
          <p:cNvSpPr>
            <a:spLocks xmlns:a="http://schemas.openxmlformats.org/drawingml/2006/main" noGrp="1"/>
          </p:cNvSpPr>
          <p:nvPr/>
        </p:nvSpPr>
        <p:spPr>
          <a:xfrm xmlns:a="http://schemas.openxmlformats.org/drawingml/2006/main">
            <a:off x="1476375" y="3981450"/>
            <a:ext cx="4524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A8BBC8"/>
                </a:solidFill>
                <a:latin typeface="Arial"/>
                <a:ea typeface="Arial"/>
                <a:cs typeface="Arial"/>
              </a:defRPr>
            </a:defPPr>
            <a:lvl1pPr algn="l">
              <a:defRPr sz="1725" b="0">
                <a:solidFill>
                  <a:srgbClr val="A8BBC8"/>
                </a:solidFill>
                <a:latin typeface="Arial"/>
                <a:ea typeface="Arial"/>
                <a:cs typeface="Arial"/>
              </a:defRPr>
            </a:lvl1pPr>
            <a:lvl2pPr algn="l">
              <a:defRPr sz="1725" b="0">
                <a:solidFill>
                  <a:srgbClr val="A8BBC8"/>
                </a:solidFill>
                <a:latin typeface="Arial"/>
                <a:ea typeface="Arial"/>
                <a:cs typeface="Arial"/>
              </a:defRPr>
            </a:lvl2pPr>
            <a:lvl3pPr algn="l">
              <a:defRPr sz="1725" b="0">
                <a:solidFill>
                  <a:srgbClr val="A8BBC8"/>
                </a:solidFill>
                <a:latin typeface="Arial"/>
                <a:ea typeface="Arial"/>
                <a:cs typeface="Arial"/>
              </a:defRPr>
            </a:lvl3pPr>
            <a:lvl4pPr algn="l">
              <a:defRPr sz="1725" b="0">
                <a:solidFill>
                  <a:srgbClr val="A8BBC8"/>
                </a:solidFill>
                <a:latin typeface="Arial"/>
                <a:ea typeface="Arial"/>
                <a:cs typeface="Arial"/>
              </a:defRPr>
            </a:lvl4pPr>
            <a:lvl5pPr algn="l">
              <a:defRPr sz="1725" b="0">
                <a:solidFill>
                  <a:srgbClr val="A8BBC8"/>
                </a:solidFill>
                <a:latin typeface="Arial"/>
                <a:ea typeface="Arial"/>
                <a:cs typeface="Arial"/>
              </a:defRPr>
            </a:lvl5pPr>
            <a:lvl6pPr algn="l">
              <a:defRPr sz="1725" b="0">
                <a:solidFill>
                  <a:srgbClr val="A8BBC8"/>
                </a:solidFill>
                <a:latin typeface="Arial"/>
                <a:ea typeface="Arial"/>
                <a:cs typeface="Arial"/>
              </a:defRPr>
            </a:lvl6pPr>
            <a:lvl7pPr algn="l">
              <a:defRPr sz="1725" b="0">
                <a:solidFill>
                  <a:srgbClr val="A8BBC8"/>
                </a:solidFill>
                <a:latin typeface="Arial"/>
                <a:ea typeface="Arial"/>
                <a:cs typeface="Arial"/>
              </a:defRPr>
            </a:lvl7pPr>
            <a:lvl8pPr algn="l">
              <a:defRPr sz="1725" b="0">
                <a:solidFill>
                  <a:srgbClr val="A8BBC8"/>
                </a:solidFill>
                <a:latin typeface="Arial"/>
                <a:ea typeface="Arial"/>
                <a:cs typeface="Arial"/>
              </a:defRPr>
            </a:lvl8pPr>
            <a:lvl9pPr algn="l">
              <a:defRPr sz="1725" b="0">
                <a:solidFill>
                  <a:srgbClr val="A8BBC8"/>
                </a:solidFill>
                <a:latin typeface="Arial"/>
                <a:ea typeface="Arial"/>
                <a:cs typeface="Arial"/>
              </a:defRPr>
            </a:lvl9pPr>
          </a:lstStyle>
          <a:p xmlns:a="http://schemas.openxmlformats.org/drawingml/2006/main">
            <a:pPr algn="l">
              <a:defRPr sz="1725" b="0">
                <a:solidFill>
                  <a:srgbClr val="A8BBC8"/>
                </a:solidFill>
                <a:latin typeface="Arial"/>
                <a:ea typeface="Arial"/>
                <a:cs typeface="Arial"/>
              </a:defRPr>
            </a:pPr>
            <a:r>
              <a:rPr sz="1725" b="0">
                <a:solidFill>
                  <a:srgbClr val="A8BBC8"/>
                </a:solidFill>
                <a:latin typeface="Arial"/>
                <a:ea typeface="Arial"/>
                <a:cs typeface="Arial"/>
              </a:rPr>
              <a:t>Repeat admission and real inference on another machine</a:t>
            </a:r>
          </a:p>
        </p:txBody>
      </p:sp>
      <p:sp>
        <p:nvSpPr>
          <p:cNvPr id="11" name="03">
            <a:extLst xmlns:a="http://schemas.openxmlformats.org/drawingml/2006/main">
              <a:ext uri="{FF2B5EF4-FFF2-40B4-BE49-F238E27FC236}">
                <a16:creationId xmlns:a16="http://schemas.microsoft.com/office/drawing/2014/main" id="{0160BFA5-6133-4ADE-9225-47B71BE2BF95}"/>
              </a:ext>
            </a:extLst>
          </p:cNvPr>
          <p:cNvSpPr>
            <a:spLocks xmlns:a="http://schemas.openxmlformats.org/drawingml/2006/main" noGrp="1"/>
          </p:cNvSpPr>
          <p:nvPr/>
        </p:nvSpPr>
        <p:spPr>
          <a:xfrm xmlns:a="http://schemas.openxmlformats.org/drawingml/2006/main">
            <a:off x="619125" y="4657725"/>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00B9C8"/>
                </a:solidFill>
                <a:latin typeface="Arial"/>
                <a:ea typeface="Arial"/>
                <a:cs typeface="Arial"/>
              </a:defRPr>
            </a:defPPr>
            <a:lvl1pPr algn="l">
              <a:defRPr sz="2550" b="1">
                <a:solidFill>
                  <a:srgbClr val="00B9C8"/>
                </a:solidFill>
                <a:latin typeface="Arial"/>
                <a:ea typeface="Arial"/>
                <a:cs typeface="Arial"/>
              </a:defRPr>
            </a:lvl1pPr>
            <a:lvl2pPr algn="l">
              <a:defRPr sz="2550" b="1">
                <a:solidFill>
                  <a:srgbClr val="00B9C8"/>
                </a:solidFill>
                <a:latin typeface="Arial"/>
                <a:ea typeface="Arial"/>
                <a:cs typeface="Arial"/>
              </a:defRPr>
            </a:lvl2pPr>
            <a:lvl3pPr algn="l">
              <a:defRPr sz="2550" b="1">
                <a:solidFill>
                  <a:srgbClr val="00B9C8"/>
                </a:solidFill>
                <a:latin typeface="Arial"/>
                <a:ea typeface="Arial"/>
                <a:cs typeface="Arial"/>
              </a:defRPr>
            </a:lvl3pPr>
            <a:lvl4pPr algn="l">
              <a:defRPr sz="2550" b="1">
                <a:solidFill>
                  <a:srgbClr val="00B9C8"/>
                </a:solidFill>
                <a:latin typeface="Arial"/>
                <a:ea typeface="Arial"/>
                <a:cs typeface="Arial"/>
              </a:defRPr>
            </a:lvl4pPr>
            <a:lvl5pPr algn="l">
              <a:defRPr sz="2550" b="1">
                <a:solidFill>
                  <a:srgbClr val="00B9C8"/>
                </a:solidFill>
                <a:latin typeface="Arial"/>
                <a:ea typeface="Arial"/>
                <a:cs typeface="Arial"/>
              </a:defRPr>
            </a:lvl5pPr>
            <a:lvl6pPr algn="l">
              <a:defRPr sz="2550" b="1">
                <a:solidFill>
                  <a:srgbClr val="00B9C8"/>
                </a:solidFill>
                <a:latin typeface="Arial"/>
                <a:ea typeface="Arial"/>
                <a:cs typeface="Arial"/>
              </a:defRPr>
            </a:lvl6pPr>
            <a:lvl7pPr algn="l">
              <a:defRPr sz="2550" b="1">
                <a:solidFill>
                  <a:srgbClr val="00B9C8"/>
                </a:solidFill>
                <a:latin typeface="Arial"/>
                <a:ea typeface="Arial"/>
                <a:cs typeface="Arial"/>
              </a:defRPr>
            </a:lvl7pPr>
            <a:lvl8pPr algn="l">
              <a:defRPr sz="2550" b="1">
                <a:solidFill>
                  <a:srgbClr val="00B9C8"/>
                </a:solidFill>
                <a:latin typeface="Arial"/>
                <a:ea typeface="Arial"/>
                <a:cs typeface="Arial"/>
              </a:defRPr>
            </a:lvl8pPr>
            <a:lvl9pPr algn="l">
              <a:defRPr sz="2550" b="1">
                <a:solidFill>
                  <a:srgbClr val="00B9C8"/>
                </a:solidFill>
                <a:latin typeface="Arial"/>
                <a:ea typeface="Arial"/>
                <a:cs typeface="Arial"/>
              </a:defRPr>
            </a:lvl9pPr>
          </a:lstStyle>
          <a:p xmlns:a="http://schemas.openxmlformats.org/drawingml/2006/main">
            <a:pPr algn="l">
              <a:defRPr sz="2550" b="1">
                <a:solidFill>
                  <a:srgbClr val="00B9C8"/>
                </a:solidFill>
                <a:latin typeface="Arial"/>
                <a:ea typeface="Arial"/>
                <a:cs typeface="Arial"/>
              </a:defRPr>
            </a:pPr>
            <a:r>
              <a:rPr sz="2550" b="1">
                <a:solidFill>
                  <a:srgbClr val="00B9C8"/>
                </a:solidFill>
                <a:latin typeface="Arial"/>
                <a:ea typeface="Arial"/>
                <a:cs typeface="Arial"/>
              </a:rPr>
              <a:t>03</a:t>
            </a:r>
          </a:p>
        </p:txBody>
      </p:sp>
      <p:sp>
        <p:nvSpPr>
          <p:cNvPr id="12" name="Extend the remaining probes">
            <a:extLst xmlns:a="http://schemas.openxmlformats.org/drawingml/2006/main">
              <a:ext uri="{FF2B5EF4-FFF2-40B4-BE49-F238E27FC236}">
                <a16:creationId xmlns:a16="http://schemas.microsoft.com/office/drawing/2014/main" id="{46E261DA-B381-45DE-AD15-D2A93FD78994}"/>
              </a:ext>
            </a:extLst>
          </p:cNvPr>
          <p:cNvSpPr>
            <a:spLocks xmlns:a="http://schemas.openxmlformats.org/drawingml/2006/main" noGrp="1"/>
          </p:cNvSpPr>
          <p:nvPr/>
        </p:nvSpPr>
        <p:spPr>
          <a:xfrm xmlns:a="http://schemas.openxmlformats.org/drawingml/2006/main">
            <a:off x="1476375" y="4657725"/>
            <a:ext cx="447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FFFFFF"/>
                </a:solidFill>
                <a:latin typeface="Arial"/>
                <a:ea typeface="Arial"/>
                <a:cs typeface="Arial"/>
              </a:defRPr>
            </a:defPPr>
            <a:lvl1pPr algn="l">
              <a:defRPr sz="2025" b="1">
                <a:solidFill>
                  <a:srgbClr val="FFFFFF"/>
                </a:solidFill>
                <a:latin typeface="Arial"/>
                <a:ea typeface="Arial"/>
                <a:cs typeface="Arial"/>
              </a:defRPr>
            </a:lvl1pPr>
            <a:lvl2pPr algn="l">
              <a:defRPr sz="2025" b="1">
                <a:solidFill>
                  <a:srgbClr val="FFFFFF"/>
                </a:solidFill>
                <a:latin typeface="Arial"/>
                <a:ea typeface="Arial"/>
                <a:cs typeface="Arial"/>
              </a:defRPr>
            </a:lvl2pPr>
            <a:lvl3pPr algn="l">
              <a:defRPr sz="2025" b="1">
                <a:solidFill>
                  <a:srgbClr val="FFFFFF"/>
                </a:solidFill>
                <a:latin typeface="Arial"/>
                <a:ea typeface="Arial"/>
                <a:cs typeface="Arial"/>
              </a:defRPr>
            </a:lvl3pPr>
            <a:lvl4pPr algn="l">
              <a:defRPr sz="2025" b="1">
                <a:solidFill>
                  <a:srgbClr val="FFFFFF"/>
                </a:solidFill>
                <a:latin typeface="Arial"/>
                <a:ea typeface="Arial"/>
                <a:cs typeface="Arial"/>
              </a:defRPr>
            </a:lvl4pPr>
            <a:lvl5pPr algn="l">
              <a:defRPr sz="2025" b="1">
                <a:solidFill>
                  <a:srgbClr val="FFFFFF"/>
                </a:solidFill>
                <a:latin typeface="Arial"/>
                <a:ea typeface="Arial"/>
                <a:cs typeface="Arial"/>
              </a:defRPr>
            </a:lvl5pPr>
            <a:lvl6pPr algn="l">
              <a:defRPr sz="2025" b="1">
                <a:solidFill>
                  <a:srgbClr val="FFFFFF"/>
                </a:solidFill>
                <a:latin typeface="Arial"/>
                <a:ea typeface="Arial"/>
                <a:cs typeface="Arial"/>
              </a:defRPr>
            </a:lvl6pPr>
            <a:lvl7pPr algn="l">
              <a:defRPr sz="2025" b="1">
                <a:solidFill>
                  <a:srgbClr val="FFFFFF"/>
                </a:solidFill>
                <a:latin typeface="Arial"/>
                <a:ea typeface="Arial"/>
                <a:cs typeface="Arial"/>
              </a:defRPr>
            </a:lvl7pPr>
            <a:lvl8pPr algn="l">
              <a:defRPr sz="2025" b="1">
                <a:solidFill>
                  <a:srgbClr val="FFFFFF"/>
                </a:solidFill>
                <a:latin typeface="Arial"/>
                <a:ea typeface="Arial"/>
                <a:cs typeface="Arial"/>
              </a:defRPr>
            </a:lvl8pPr>
            <a:lvl9pPr algn="l">
              <a:defRPr sz="2025" b="1">
                <a:solidFill>
                  <a:srgbClr val="FFFFFF"/>
                </a:solidFill>
                <a:latin typeface="Arial"/>
                <a:ea typeface="Arial"/>
                <a:cs typeface="Arial"/>
              </a:defRPr>
            </a:lvl9pPr>
          </a:lstStyle>
          <a:p xmlns:a="http://schemas.openxmlformats.org/drawingml/2006/main">
            <a:pPr algn="l">
              <a:defRPr sz="2025" b="1">
                <a:solidFill>
                  <a:srgbClr val="FFFFFF"/>
                </a:solidFill>
                <a:latin typeface="Arial"/>
                <a:ea typeface="Arial"/>
                <a:cs typeface="Arial"/>
              </a:defRPr>
            </a:pPr>
            <a:r>
              <a:rPr sz="2025" b="1">
                <a:solidFill>
                  <a:srgbClr val="FFFFFF"/>
                </a:solidFill>
                <a:latin typeface="Arial"/>
                <a:ea typeface="Arial"/>
                <a:cs typeface="Arial"/>
              </a:rPr>
              <a:t>Extend the remaining probes</a:t>
            </a:r>
          </a:p>
        </p:txBody>
      </p:sp>
      <p:sp>
        <p:nvSpPr>
          <p:cNvPr id="13" name="Cache timing, resource fairness and route coverage">
            <a:extLst xmlns:a="http://schemas.openxmlformats.org/drawingml/2006/main">
              <a:ext uri="{FF2B5EF4-FFF2-40B4-BE49-F238E27FC236}">
                <a16:creationId xmlns:a16="http://schemas.microsoft.com/office/drawing/2014/main" id="{95E423E6-C542-40B8-8BF1-AF3D14D7A9AB}"/>
              </a:ext>
            </a:extLst>
          </p:cNvPr>
          <p:cNvSpPr>
            <a:spLocks xmlns:a="http://schemas.openxmlformats.org/drawingml/2006/main" noGrp="1"/>
          </p:cNvSpPr>
          <p:nvPr/>
        </p:nvSpPr>
        <p:spPr>
          <a:xfrm xmlns:a="http://schemas.openxmlformats.org/drawingml/2006/main">
            <a:off x="1476375" y="5086350"/>
            <a:ext cx="4524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A8BBC8"/>
                </a:solidFill>
                <a:latin typeface="Arial"/>
                <a:ea typeface="Arial"/>
                <a:cs typeface="Arial"/>
              </a:defRPr>
            </a:defPPr>
            <a:lvl1pPr algn="l">
              <a:defRPr sz="1725" b="0">
                <a:solidFill>
                  <a:srgbClr val="A8BBC8"/>
                </a:solidFill>
                <a:latin typeface="Arial"/>
                <a:ea typeface="Arial"/>
                <a:cs typeface="Arial"/>
              </a:defRPr>
            </a:lvl1pPr>
            <a:lvl2pPr algn="l">
              <a:defRPr sz="1725" b="0">
                <a:solidFill>
                  <a:srgbClr val="A8BBC8"/>
                </a:solidFill>
                <a:latin typeface="Arial"/>
                <a:ea typeface="Arial"/>
                <a:cs typeface="Arial"/>
              </a:defRPr>
            </a:lvl2pPr>
            <a:lvl3pPr algn="l">
              <a:defRPr sz="1725" b="0">
                <a:solidFill>
                  <a:srgbClr val="A8BBC8"/>
                </a:solidFill>
                <a:latin typeface="Arial"/>
                <a:ea typeface="Arial"/>
                <a:cs typeface="Arial"/>
              </a:defRPr>
            </a:lvl3pPr>
            <a:lvl4pPr algn="l">
              <a:defRPr sz="1725" b="0">
                <a:solidFill>
                  <a:srgbClr val="A8BBC8"/>
                </a:solidFill>
                <a:latin typeface="Arial"/>
                <a:ea typeface="Arial"/>
                <a:cs typeface="Arial"/>
              </a:defRPr>
            </a:lvl4pPr>
            <a:lvl5pPr algn="l">
              <a:defRPr sz="1725" b="0">
                <a:solidFill>
                  <a:srgbClr val="A8BBC8"/>
                </a:solidFill>
                <a:latin typeface="Arial"/>
                <a:ea typeface="Arial"/>
                <a:cs typeface="Arial"/>
              </a:defRPr>
            </a:lvl5pPr>
            <a:lvl6pPr algn="l">
              <a:defRPr sz="1725" b="0">
                <a:solidFill>
                  <a:srgbClr val="A8BBC8"/>
                </a:solidFill>
                <a:latin typeface="Arial"/>
                <a:ea typeface="Arial"/>
                <a:cs typeface="Arial"/>
              </a:defRPr>
            </a:lvl6pPr>
            <a:lvl7pPr algn="l">
              <a:defRPr sz="1725" b="0">
                <a:solidFill>
                  <a:srgbClr val="A8BBC8"/>
                </a:solidFill>
                <a:latin typeface="Arial"/>
                <a:ea typeface="Arial"/>
                <a:cs typeface="Arial"/>
              </a:defRPr>
            </a:lvl7pPr>
            <a:lvl8pPr algn="l">
              <a:defRPr sz="1725" b="0">
                <a:solidFill>
                  <a:srgbClr val="A8BBC8"/>
                </a:solidFill>
                <a:latin typeface="Arial"/>
                <a:ea typeface="Arial"/>
                <a:cs typeface="Arial"/>
              </a:defRPr>
            </a:lvl8pPr>
            <a:lvl9pPr algn="l">
              <a:defRPr sz="1725" b="0">
                <a:solidFill>
                  <a:srgbClr val="A8BBC8"/>
                </a:solidFill>
                <a:latin typeface="Arial"/>
                <a:ea typeface="Arial"/>
                <a:cs typeface="Arial"/>
              </a:defRPr>
            </a:lvl9pPr>
          </a:lstStyle>
          <a:p xmlns:a="http://schemas.openxmlformats.org/drawingml/2006/main">
            <a:pPr algn="l">
              <a:defRPr sz="1725" b="0">
                <a:solidFill>
                  <a:srgbClr val="A8BBC8"/>
                </a:solidFill>
                <a:latin typeface="Arial"/>
                <a:ea typeface="Arial"/>
                <a:cs typeface="Arial"/>
              </a:defRPr>
            </a:pPr>
            <a:r>
              <a:rPr sz="1725" b="0">
                <a:solidFill>
                  <a:srgbClr val="A8BBC8"/>
                </a:solidFill>
                <a:latin typeface="Arial"/>
                <a:ea typeface="Arial"/>
                <a:cs typeface="Arial"/>
              </a:rPr>
              <a:t>Cache timing, resource fairness and route coverage</a:t>
            </a:r>
          </a:p>
        </p:txBody>
      </p:sp>
      <p:sp>
        <p:nvSpPr>
          <p:cNvPr id="14" name="Project contributors">
            <a:extLst xmlns:a="http://schemas.openxmlformats.org/drawingml/2006/main">
              <a:ext uri="{FF2B5EF4-FFF2-40B4-BE49-F238E27FC236}">
                <a16:creationId xmlns:a16="http://schemas.microsoft.com/office/drawing/2014/main" id="{2516A83A-2ACC-46FC-845B-4028561F19C5}"/>
              </a:ext>
            </a:extLst>
          </p:cNvPr>
          <p:cNvSpPr>
            <a:spLocks xmlns:a="http://schemas.openxmlformats.org/drawingml/2006/main" noGrp="1"/>
          </p:cNvSpPr>
          <p:nvPr/>
        </p:nvSpPr>
        <p:spPr>
          <a:xfrm xmlns:a="http://schemas.openxmlformats.org/drawingml/2006/main">
            <a:off x="7286625" y="1685925"/>
            <a:ext cx="4191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00B9C8"/>
                </a:solidFill>
                <a:latin typeface="Arial"/>
                <a:ea typeface="Arial"/>
                <a:cs typeface="Arial"/>
              </a:defRPr>
            </a:defPPr>
            <a:lvl1pPr algn="l">
              <a:defRPr sz="2250" b="1">
                <a:solidFill>
                  <a:srgbClr val="00B9C8"/>
                </a:solidFill>
                <a:latin typeface="Arial"/>
                <a:ea typeface="Arial"/>
                <a:cs typeface="Arial"/>
              </a:defRPr>
            </a:lvl1pPr>
            <a:lvl2pPr algn="l">
              <a:defRPr sz="2250" b="1">
                <a:solidFill>
                  <a:srgbClr val="00B9C8"/>
                </a:solidFill>
                <a:latin typeface="Arial"/>
                <a:ea typeface="Arial"/>
                <a:cs typeface="Arial"/>
              </a:defRPr>
            </a:lvl2pPr>
            <a:lvl3pPr algn="l">
              <a:defRPr sz="2250" b="1">
                <a:solidFill>
                  <a:srgbClr val="00B9C8"/>
                </a:solidFill>
                <a:latin typeface="Arial"/>
                <a:ea typeface="Arial"/>
                <a:cs typeface="Arial"/>
              </a:defRPr>
            </a:lvl3pPr>
            <a:lvl4pPr algn="l">
              <a:defRPr sz="2250" b="1">
                <a:solidFill>
                  <a:srgbClr val="00B9C8"/>
                </a:solidFill>
                <a:latin typeface="Arial"/>
                <a:ea typeface="Arial"/>
                <a:cs typeface="Arial"/>
              </a:defRPr>
            </a:lvl4pPr>
            <a:lvl5pPr algn="l">
              <a:defRPr sz="2250" b="1">
                <a:solidFill>
                  <a:srgbClr val="00B9C8"/>
                </a:solidFill>
                <a:latin typeface="Arial"/>
                <a:ea typeface="Arial"/>
                <a:cs typeface="Arial"/>
              </a:defRPr>
            </a:lvl5pPr>
            <a:lvl6pPr algn="l">
              <a:defRPr sz="2250" b="1">
                <a:solidFill>
                  <a:srgbClr val="00B9C8"/>
                </a:solidFill>
                <a:latin typeface="Arial"/>
                <a:ea typeface="Arial"/>
                <a:cs typeface="Arial"/>
              </a:defRPr>
            </a:lvl6pPr>
            <a:lvl7pPr algn="l">
              <a:defRPr sz="2250" b="1">
                <a:solidFill>
                  <a:srgbClr val="00B9C8"/>
                </a:solidFill>
                <a:latin typeface="Arial"/>
                <a:ea typeface="Arial"/>
                <a:cs typeface="Arial"/>
              </a:defRPr>
            </a:lvl7pPr>
            <a:lvl8pPr algn="l">
              <a:defRPr sz="2250" b="1">
                <a:solidFill>
                  <a:srgbClr val="00B9C8"/>
                </a:solidFill>
                <a:latin typeface="Arial"/>
                <a:ea typeface="Arial"/>
                <a:cs typeface="Arial"/>
              </a:defRPr>
            </a:lvl8pPr>
            <a:lvl9pPr algn="l">
              <a:defRPr sz="2250" b="1">
                <a:solidFill>
                  <a:srgbClr val="00B9C8"/>
                </a:solidFill>
                <a:latin typeface="Arial"/>
                <a:ea typeface="Arial"/>
                <a:cs typeface="Arial"/>
              </a:defRPr>
            </a:lvl9pPr>
          </a:lstStyle>
          <a:p xmlns:a="http://schemas.openxmlformats.org/drawingml/2006/main">
            <a:pPr algn="l">
              <a:defRPr sz="2250" b="1">
                <a:solidFill>
                  <a:srgbClr val="00B9C8"/>
                </a:solidFill>
                <a:latin typeface="Arial"/>
                <a:ea typeface="Arial"/>
                <a:cs typeface="Arial"/>
              </a:defRPr>
            </a:pPr>
            <a:r>
              <a:rPr sz="2250" b="1">
                <a:solidFill>
                  <a:srgbClr val="00B9C8"/>
                </a:solidFill>
                <a:latin typeface="Arial"/>
                <a:ea typeface="Arial"/>
                <a:cs typeface="Arial"/>
              </a:rPr>
              <a:t>Project contributors</a:t>
            </a:r>
          </a:p>
        </p:txBody>
      </p:sp>
      <p:sp>
        <p:nvSpPr>
          <p:cNvPr id="15" name="Noor Rattan">
            <a:extLst xmlns:a="http://schemas.openxmlformats.org/drawingml/2006/main">
              <a:ext uri="{FF2B5EF4-FFF2-40B4-BE49-F238E27FC236}">
                <a16:creationId xmlns:a16="http://schemas.microsoft.com/office/drawing/2014/main" id="{362F7B9F-3B23-4F93-B7AA-DB2C3074D89A}"/>
              </a:ext>
            </a:extLst>
          </p:cNvPr>
          <p:cNvSpPr>
            <a:spLocks xmlns:a="http://schemas.openxmlformats.org/drawingml/2006/main" noGrp="1"/>
          </p:cNvSpPr>
          <p:nvPr/>
        </p:nvSpPr>
        <p:spPr>
          <a:xfrm xmlns:a="http://schemas.openxmlformats.org/drawingml/2006/main">
            <a:off x="7286625" y="2447925"/>
            <a:ext cx="4286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FFFFFF"/>
                </a:solidFill>
                <a:latin typeface="Arial"/>
                <a:ea typeface="Arial"/>
                <a:cs typeface="Arial"/>
              </a:defRPr>
            </a:defPPr>
            <a:lvl1pPr algn="l">
              <a:defRPr sz="2175" b="1">
                <a:solidFill>
                  <a:srgbClr val="FFFFFF"/>
                </a:solidFill>
                <a:latin typeface="Arial"/>
                <a:ea typeface="Arial"/>
                <a:cs typeface="Arial"/>
              </a:defRPr>
            </a:lvl1pPr>
            <a:lvl2pPr algn="l">
              <a:defRPr sz="2175" b="1">
                <a:solidFill>
                  <a:srgbClr val="FFFFFF"/>
                </a:solidFill>
                <a:latin typeface="Arial"/>
                <a:ea typeface="Arial"/>
                <a:cs typeface="Arial"/>
              </a:defRPr>
            </a:lvl2pPr>
            <a:lvl3pPr algn="l">
              <a:defRPr sz="2175" b="1">
                <a:solidFill>
                  <a:srgbClr val="FFFFFF"/>
                </a:solidFill>
                <a:latin typeface="Arial"/>
                <a:ea typeface="Arial"/>
                <a:cs typeface="Arial"/>
              </a:defRPr>
            </a:lvl3pPr>
            <a:lvl4pPr algn="l">
              <a:defRPr sz="2175" b="1">
                <a:solidFill>
                  <a:srgbClr val="FFFFFF"/>
                </a:solidFill>
                <a:latin typeface="Arial"/>
                <a:ea typeface="Arial"/>
                <a:cs typeface="Arial"/>
              </a:defRPr>
            </a:lvl4pPr>
            <a:lvl5pPr algn="l">
              <a:defRPr sz="2175" b="1">
                <a:solidFill>
                  <a:srgbClr val="FFFFFF"/>
                </a:solidFill>
                <a:latin typeface="Arial"/>
                <a:ea typeface="Arial"/>
                <a:cs typeface="Arial"/>
              </a:defRPr>
            </a:lvl5pPr>
            <a:lvl6pPr algn="l">
              <a:defRPr sz="2175" b="1">
                <a:solidFill>
                  <a:srgbClr val="FFFFFF"/>
                </a:solidFill>
                <a:latin typeface="Arial"/>
                <a:ea typeface="Arial"/>
                <a:cs typeface="Arial"/>
              </a:defRPr>
            </a:lvl6pPr>
            <a:lvl7pPr algn="l">
              <a:defRPr sz="2175" b="1">
                <a:solidFill>
                  <a:srgbClr val="FFFFFF"/>
                </a:solidFill>
                <a:latin typeface="Arial"/>
                <a:ea typeface="Arial"/>
                <a:cs typeface="Arial"/>
              </a:defRPr>
            </a:lvl7pPr>
            <a:lvl8pPr algn="l">
              <a:defRPr sz="2175" b="1">
                <a:solidFill>
                  <a:srgbClr val="FFFFFF"/>
                </a:solidFill>
                <a:latin typeface="Arial"/>
                <a:ea typeface="Arial"/>
                <a:cs typeface="Arial"/>
              </a:defRPr>
            </a:lvl8pPr>
            <a:lvl9pPr algn="l">
              <a:defRPr sz="2175" b="1">
                <a:solidFill>
                  <a:srgbClr val="FFFFFF"/>
                </a:solidFill>
                <a:latin typeface="Arial"/>
                <a:ea typeface="Arial"/>
                <a:cs typeface="Arial"/>
              </a:defRPr>
            </a:lvl9pPr>
          </a:lstStyle>
          <a:p xmlns:a="http://schemas.openxmlformats.org/drawingml/2006/main">
            <a:pPr algn="l">
              <a:defRPr sz="2175" b="1">
                <a:solidFill>
                  <a:srgbClr val="FFFFFF"/>
                </a:solidFill>
                <a:latin typeface="Arial"/>
                <a:ea typeface="Arial"/>
                <a:cs typeface="Arial"/>
              </a:defRPr>
            </a:pPr>
            <a:r>
              <a:rPr sz="2175" b="1">
                <a:solidFill>
                  <a:srgbClr val="FFFFFF"/>
                </a:solidFill>
                <a:latin typeface="Arial"/>
                <a:ea typeface="Arial"/>
                <a:cs typeface="Arial"/>
              </a:rPr>
              <a:t>Noor Rattan</a:t>
            </a:r>
          </a:p>
        </p:txBody>
      </p:sp>
      <p:sp>
        <p:nvSpPr>
          <p:cNvPr id="16" name="Backend and integration">
            <a:extLst xmlns:a="http://schemas.openxmlformats.org/drawingml/2006/main">
              <a:ext uri="{FF2B5EF4-FFF2-40B4-BE49-F238E27FC236}">
                <a16:creationId xmlns:a16="http://schemas.microsoft.com/office/drawing/2014/main" id="{76AA4971-A6FF-4D45-8A84-62D2744064A2}"/>
              </a:ext>
            </a:extLst>
          </p:cNvPr>
          <p:cNvSpPr>
            <a:spLocks xmlns:a="http://schemas.openxmlformats.org/drawingml/2006/main" noGrp="1"/>
          </p:cNvSpPr>
          <p:nvPr/>
        </p:nvSpPr>
        <p:spPr>
          <a:xfrm xmlns:a="http://schemas.openxmlformats.org/drawingml/2006/main">
            <a:off x="7286625" y="2905125"/>
            <a:ext cx="4286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A8BBC8"/>
                </a:solidFill>
                <a:latin typeface="Arial"/>
                <a:ea typeface="Arial"/>
                <a:cs typeface="Arial"/>
              </a:defRPr>
            </a:defPPr>
            <a:lvl1pPr algn="l">
              <a:defRPr sz="1800" b="0">
                <a:solidFill>
                  <a:srgbClr val="A8BBC8"/>
                </a:solidFill>
                <a:latin typeface="Arial"/>
                <a:ea typeface="Arial"/>
                <a:cs typeface="Arial"/>
              </a:defRPr>
            </a:lvl1pPr>
            <a:lvl2pPr algn="l">
              <a:defRPr sz="1800" b="0">
                <a:solidFill>
                  <a:srgbClr val="A8BBC8"/>
                </a:solidFill>
                <a:latin typeface="Arial"/>
                <a:ea typeface="Arial"/>
                <a:cs typeface="Arial"/>
              </a:defRPr>
            </a:lvl2pPr>
            <a:lvl3pPr algn="l">
              <a:defRPr sz="1800" b="0">
                <a:solidFill>
                  <a:srgbClr val="A8BBC8"/>
                </a:solidFill>
                <a:latin typeface="Arial"/>
                <a:ea typeface="Arial"/>
                <a:cs typeface="Arial"/>
              </a:defRPr>
            </a:lvl3pPr>
            <a:lvl4pPr algn="l">
              <a:defRPr sz="1800" b="0">
                <a:solidFill>
                  <a:srgbClr val="A8BBC8"/>
                </a:solidFill>
                <a:latin typeface="Arial"/>
                <a:ea typeface="Arial"/>
                <a:cs typeface="Arial"/>
              </a:defRPr>
            </a:lvl4pPr>
            <a:lvl5pPr algn="l">
              <a:defRPr sz="1800" b="0">
                <a:solidFill>
                  <a:srgbClr val="A8BBC8"/>
                </a:solidFill>
                <a:latin typeface="Arial"/>
                <a:ea typeface="Arial"/>
                <a:cs typeface="Arial"/>
              </a:defRPr>
            </a:lvl5pPr>
            <a:lvl6pPr algn="l">
              <a:defRPr sz="1800" b="0">
                <a:solidFill>
                  <a:srgbClr val="A8BBC8"/>
                </a:solidFill>
                <a:latin typeface="Arial"/>
                <a:ea typeface="Arial"/>
                <a:cs typeface="Arial"/>
              </a:defRPr>
            </a:lvl6pPr>
            <a:lvl7pPr algn="l">
              <a:defRPr sz="1800" b="0">
                <a:solidFill>
                  <a:srgbClr val="A8BBC8"/>
                </a:solidFill>
                <a:latin typeface="Arial"/>
                <a:ea typeface="Arial"/>
                <a:cs typeface="Arial"/>
              </a:defRPr>
            </a:lvl7pPr>
            <a:lvl8pPr algn="l">
              <a:defRPr sz="1800" b="0">
                <a:solidFill>
                  <a:srgbClr val="A8BBC8"/>
                </a:solidFill>
                <a:latin typeface="Arial"/>
                <a:ea typeface="Arial"/>
                <a:cs typeface="Arial"/>
              </a:defRPr>
            </a:lvl8pPr>
            <a:lvl9pPr algn="l">
              <a:defRPr sz="1800" b="0">
                <a:solidFill>
                  <a:srgbClr val="A8BBC8"/>
                </a:solidFill>
                <a:latin typeface="Arial"/>
                <a:ea typeface="Arial"/>
                <a:cs typeface="Arial"/>
              </a:defRPr>
            </a:lvl9pPr>
          </a:lstStyle>
          <a:p xmlns:a="http://schemas.openxmlformats.org/drawingml/2006/main">
            <a:pPr algn="l">
              <a:defRPr sz="1800" b="0">
                <a:solidFill>
                  <a:srgbClr val="A8BBC8"/>
                </a:solidFill>
                <a:latin typeface="Arial"/>
                <a:ea typeface="Arial"/>
                <a:cs typeface="Arial"/>
              </a:defRPr>
            </a:pPr>
            <a:r>
              <a:rPr sz="1800" b="0">
                <a:solidFill>
                  <a:srgbClr val="A8BBC8"/>
                </a:solidFill>
                <a:latin typeface="Arial"/>
                <a:ea typeface="Arial"/>
                <a:cs typeface="Arial"/>
              </a:rPr>
              <a:t>Backend and integration</a:t>
            </a:r>
          </a:p>
        </p:txBody>
      </p:sp>
      <p:sp>
        <p:nvSpPr>
          <p:cNvPr id="17" name="Mayank Joshi">
            <a:extLst xmlns:a="http://schemas.openxmlformats.org/drawingml/2006/main">
              <a:ext uri="{FF2B5EF4-FFF2-40B4-BE49-F238E27FC236}">
                <a16:creationId xmlns:a16="http://schemas.microsoft.com/office/drawing/2014/main" id="{9A9E462A-0A51-48C9-B22D-1F17AF5FA39A}"/>
              </a:ext>
            </a:extLst>
          </p:cNvPr>
          <p:cNvSpPr>
            <a:spLocks xmlns:a="http://schemas.openxmlformats.org/drawingml/2006/main" noGrp="1"/>
          </p:cNvSpPr>
          <p:nvPr/>
        </p:nvSpPr>
        <p:spPr>
          <a:xfrm xmlns:a="http://schemas.openxmlformats.org/drawingml/2006/main">
            <a:off x="7286625" y="3552825"/>
            <a:ext cx="4286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FFFFFF"/>
                </a:solidFill>
                <a:latin typeface="Arial"/>
                <a:ea typeface="Arial"/>
                <a:cs typeface="Arial"/>
              </a:defRPr>
            </a:defPPr>
            <a:lvl1pPr algn="l">
              <a:defRPr sz="2175" b="1">
                <a:solidFill>
                  <a:srgbClr val="FFFFFF"/>
                </a:solidFill>
                <a:latin typeface="Arial"/>
                <a:ea typeface="Arial"/>
                <a:cs typeface="Arial"/>
              </a:defRPr>
            </a:lvl1pPr>
            <a:lvl2pPr algn="l">
              <a:defRPr sz="2175" b="1">
                <a:solidFill>
                  <a:srgbClr val="FFFFFF"/>
                </a:solidFill>
                <a:latin typeface="Arial"/>
                <a:ea typeface="Arial"/>
                <a:cs typeface="Arial"/>
              </a:defRPr>
            </a:lvl2pPr>
            <a:lvl3pPr algn="l">
              <a:defRPr sz="2175" b="1">
                <a:solidFill>
                  <a:srgbClr val="FFFFFF"/>
                </a:solidFill>
                <a:latin typeface="Arial"/>
                <a:ea typeface="Arial"/>
                <a:cs typeface="Arial"/>
              </a:defRPr>
            </a:lvl3pPr>
            <a:lvl4pPr algn="l">
              <a:defRPr sz="2175" b="1">
                <a:solidFill>
                  <a:srgbClr val="FFFFFF"/>
                </a:solidFill>
                <a:latin typeface="Arial"/>
                <a:ea typeface="Arial"/>
                <a:cs typeface="Arial"/>
              </a:defRPr>
            </a:lvl4pPr>
            <a:lvl5pPr algn="l">
              <a:defRPr sz="2175" b="1">
                <a:solidFill>
                  <a:srgbClr val="FFFFFF"/>
                </a:solidFill>
                <a:latin typeface="Arial"/>
                <a:ea typeface="Arial"/>
                <a:cs typeface="Arial"/>
              </a:defRPr>
            </a:lvl5pPr>
            <a:lvl6pPr algn="l">
              <a:defRPr sz="2175" b="1">
                <a:solidFill>
                  <a:srgbClr val="FFFFFF"/>
                </a:solidFill>
                <a:latin typeface="Arial"/>
                <a:ea typeface="Arial"/>
                <a:cs typeface="Arial"/>
              </a:defRPr>
            </a:lvl6pPr>
            <a:lvl7pPr algn="l">
              <a:defRPr sz="2175" b="1">
                <a:solidFill>
                  <a:srgbClr val="FFFFFF"/>
                </a:solidFill>
                <a:latin typeface="Arial"/>
                <a:ea typeface="Arial"/>
                <a:cs typeface="Arial"/>
              </a:defRPr>
            </a:lvl7pPr>
            <a:lvl8pPr algn="l">
              <a:defRPr sz="2175" b="1">
                <a:solidFill>
                  <a:srgbClr val="FFFFFF"/>
                </a:solidFill>
                <a:latin typeface="Arial"/>
                <a:ea typeface="Arial"/>
                <a:cs typeface="Arial"/>
              </a:defRPr>
            </a:lvl8pPr>
            <a:lvl9pPr algn="l">
              <a:defRPr sz="2175" b="1">
                <a:solidFill>
                  <a:srgbClr val="FFFFFF"/>
                </a:solidFill>
                <a:latin typeface="Arial"/>
                <a:ea typeface="Arial"/>
                <a:cs typeface="Arial"/>
              </a:defRPr>
            </a:lvl9pPr>
          </a:lstStyle>
          <a:p xmlns:a="http://schemas.openxmlformats.org/drawingml/2006/main">
            <a:pPr algn="l">
              <a:defRPr sz="2175" b="1">
                <a:solidFill>
                  <a:srgbClr val="FFFFFF"/>
                </a:solidFill>
                <a:latin typeface="Arial"/>
                <a:ea typeface="Arial"/>
                <a:cs typeface="Arial"/>
              </a:defRPr>
            </a:pPr>
            <a:r>
              <a:rPr sz="2175" b="1">
                <a:solidFill>
                  <a:srgbClr val="FFFFFF"/>
                </a:solidFill>
                <a:latin typeface="Arial"/>
                <a:ea typeface="Arial"/>
                <a:cs typeface="Arial"/>
              </a:rPr>
              <a:t>Mayank Joshi</a:t>
            </a:r>
          </a:p>
        </p:txBody>
      </p:sp>
      <p:sp>
        <p:nvSpPr>
          <p:cNvPr id="18" name="Frontend console">
            <a:extLst xmlns:a="http://schemas.openxmlformats.org/drawingml/2006/main">
              <a:ext uri="{FF2B5EF4-FFF2-40B4-BE49-F238E27FC236}">
                <a16:creationId xmlns:a16="http://schemas.microsoft.com/office/drawing/2014/main" id="{B27A8037-08A8-449B-B170-9BD3375DB876}"/>
              </a:ext>
            </a:extLst>
          </p:cNvPr>
          <p:cNvSpPr>
            <a:spLocks xmlns:a="http://schemas.openxmlformats.org/drawingml/2006/main" noGrp="1"/>
          </p:cNvSpPr>
          <p:nvPr/>
        </p:nvSpPr>
        <p:spPr>
          <a:xfrm xmlns:a="http://schemas.openxmlformats.org/drawingml/2006/main">
            <a:off x="7286625" y="4010025"/>
            <a:ext cx="4286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A8BBC8"/>
                </a:solidFill>
                <a:latin typeface="Arial"/>
                <a:ea typeface="Arial"/>
                <a:cs typeface="Arial"/>
              </a:defRPr>
            </a:defPPr>
            <a:lvl1pPr algn="l">
              <a:defRPr sz="1800" b="0">
                <a:solidFill>
                  <a:srgbClr val="A8BBC8"/>
                </a:solidFill>
                <a:latin typeface="Arial"/>
                <a:ea typeface="Arial"/>
                <a:cs typeface="Arial"/>
              </a:defRPr>
            </a:lvl1pPr>
            <a:lvl2pPr algn="l">
              <a:defRPr sz="1800" b="0">
                <a:solidFill>
                  <a:srgbClr val="A8BBC8"/>
                </a:solidFill>
                <a:latin typeface="Arial"/>
                <a:ea typeface="Arial"/>
                <a:cs typeface="Arial"/>
              </a:defRPr>
            </a:lvl2pPr>
            <a:lvl3pPr algn="l">
              <a:defRPr sz="1800" b="0">
                <a:solidFill>
                  <a:srgbClr val="A8BBC8"/>
                </a:solidFill>
                <a:latin typeface="Arial"/>
                <a:ea typeface="Arial"/>
                <a:cs typeface="Arial"/>
              </a:defRPr>
            </a:lvl3pPr>
            <a:lvl4pPr algn="l">
              <a:defRPr sz="1800" b="0">
                <a:solidFill>
                  <a:srgbClr val="A8BBC8"/>
                </a:solidFill>
                <a:latin typeface="Arial"/>
                <a:ea typeface="Arial"/>
                <a:cs typeface="Arial"/>
              </a:defRPr>
            </a:lvl4pPr>
            <a:lvl5pPr algn="l">
              <a:defRPr sz="1800" b="0">
                <a:solidFill>
                  <a:srgbClr val="A8BBC8"/>
                </a:solidFill>
                <a:latin typeface="Arial"/>
                <a:ea typeface="Arial"/>
                <a:cs typeface="Arial"/>
              </a:defRPr>
            </a:lvl5pPr>
            <a:lvl6pPr algn="l">
              <a:defRPr sz="1800" b="0">
                <a:solidFill>
                  <a:srgbClr val="A8BBC8"/>
                </a:solidFill>
                <a:latin typeface="Arial"/>
                <a:ea typeface="Arial"/>
                <a:cs typeface="Arial"/>
              </a:defRPr>
            </a:lvl6pPr>
            <a:lvl7pPr algn="l">
              <a:defRPr sz="1800" b="0">
                <a:solidFill>
                  <a:srgbClr val="A8BBC8"/>
                </a:solidFill>
                <a:latin typeface="Arial"/>
                <a:ea typeface="Arial"/>
                <a:cs typeface="Arial"/>
              </a:defRPr>
            </a:lvl7pPr>
            <a:lvl8pPr algn="l">
              <a:defRPr sz="1800" b="0">
                <a:solidFill>
                  <a:srgbClr val="A8BBC8"/>
                </a:solidFill>
                <a:latin typeface="Arial"/>
                <a:ea typeface="Arial"/>
                <a:cs typeface="Arial"/>
              </a:defRPr>
            </a:lvl8pPr>
            <a:lvl9pPr algn="l">
              <a:defRPr sz="1800" b="0">
                <a:solidFill>
                  <a:srgbClr val="A8BBC8"/>
                </a:solidFill>
                <a:latin typeface="Arial"/>
                <a:ea typeface="Arial"/>
                <a:cs typeface="Arial"/>
              </a:defRPr>
            </a:lvl9pPr>
          </a:lstStyle>
          <a:p xmlns:a="http://schemas.openxmlformats.org/drawingml/2006/main">
            <a:pPr algn="l">
              <a:defRPr sz="1800" b="0">
                <a:solidFill>
                  <a:srgbClr val="A8BBC8"/>
                </a:solidFill>
                <a:latin typeface="Arial"/>
                <a:ea typeface="Arial"/>
                <a:cs typeface="Arial"/>
              </a:defRPr>
            </a:pPr>
            <a:r>
              <a:rPr sz="1800" b="0">
                <a:solidFill>
                  <a:srgbClr val="A8BBC8"/>
                </a:solidFill>
                <a:latin typeface="Arial"/>
                <a:ea typeface="Arial"/>
                <a:cs typeface="Arial"/>
              </a:rPr>
              <a:t>Frontend console</a:t>
            </a:r>
          </a:p>
        </p:txBody>
      </p:sp>
      <p:sp>
        <p:nvSpPr>
          <p:cNvPr id="19" name="Monu Kumar">
            <a:extLst xmlns:a="http://schemas.openxmlformats.org/drawingml/2006/main">
              <a:ext uri="{FF2B5EF4-FFF2-40B4-BE49-F238E27FC236}">
                <a16:creationId xmlns:a16="http://schemas.microsoft.com/office/drawing/2014/main" id="{E4FD8BE1-6B1B-4459-9A61-3C6C699F1373}"/>
              </a:ext>
            </a:extLst>
          </p:cNvPr>
          <p:cNvSpPr>
            <a:spLocks xmlns:a="http://schemas.openxmlformats.org/drawingml/2006/main" noGrp="1"/>
          </p:cNvSpPr>
          <p:nvPr/>
        </p:nvSpPr>
        <p:spPr>
          <a:xfrm xmlns:a="http://schemas.openxmlformats.org/drawingml/2006/main">
            <a:off x="7286625" y="4657725"/>
            <a:ext cx="4286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FFFFFF"/>
                </a:solidFill>
                <a:latin typeface="Arial"/>
                <a:ea typeface="Arial"/>
                <a:cs typeface="Arial"/>
              </a:defRPr>
            </a:defPPr>
            <a:lvl1pPr algn="l">
              <a:defRPr sz="2175" b="1">
                <a:solidFill>
                  <a:srgbClr val="FFFFFF"/>
                </a:solidFill>
                <a:latin typeface="Arial"/>
                <a:ea typeface="Arial"/>
                <a:cs typeface="Arial"/>
              </a:defRPr>
            </a:lvl1pPr>
            <a:lvl2pPr algn="l">
              <a:defRPr sz="2175" b="1">
                <a:solidFill>
                  <a:srgbClr val="FFFFFF"/>
                </a:solidFill>
                <a:latin typeface="Arial"/>
                <a:ea typeface="Arial"/>
                <a:cs typeface="Arial"/>
              </a:defRPr>
            </a:lvl2pPr>
            <a:lvl3pPr algn="l">
              <a:defRPr sz="2175" b="1">
                <a:solidFill>
                  <a:srgbClr val="FFFFFF"/>
                </a:solidFill>
                <a:latin typeface="Arial"/>
                <a:ea typeface="Arial"/>
                <a:cs typeface="Arial"/>
              </a:defRPr>
            </a:lvl3pPr>
            <a:lvl4pPr algn="l">
              <a:defRPr sz="2175" b="1">
                <a:solidFill>
                  <a:srgbClr val="FFFFFF"/>
                </a:solidFill>
                <a:latin typeface="Arial"/>
                <a:ea typeface="Arial"/>
                <a:cs typeface="Arial"/>
              </a:defRPr>
            </a:lvl4pPr>
            <a:lvl5pPr algn="l">
              <a:defRPr sz="2175" b="1">
                <a:solidFill>
                  <a:srgbClr val="FFFFFF"/>
                </a:solidFill>
                <a:latin typeface="Arial"/>
                <a:ea typeface="Arial"/>
                <a:cs typeface="Arial"/>
              </a:defRPr>
            </a:lvl5pPr>
            <a:lvl6pPr algn="l">
              <a:defRPr sz="2175" b="1">
                <a:solidFill>
                  <a:srgbClr val="FFFFFF"/>
                </a:solidFill>
                <a:latin typeface="Arial"/>
                <a:ea typeface="Arial"/>
                <a:cs typeface="Arial"/>
              </a:defRPr>
            </a:lvl6pPr>
            <a:lvl7pPr algn="l">
              <a:defRPr sz="2175" b="1">
                <a:solidFill>
                  <a:srgbClr val="FFFFFF"/>
                </a:solidFill>
                <a:latin typeface="Arial"/>
                <a:ea typeface="Arial"/>
                <a:cs typeface="Arial"/>
              </a:defRPr>
            </a:lvl7pPr>
            <a:lvl8pPr algn="l">
              <a:defRPr sz="2175" b="1">
                <a:solidFill>
                  <a:srgbClr val="FFFFFF"/>
                </a:solidFill>
                <a:latin typeface="Arial"/>
                <a:ea typeface="Arial"/>
                <a:cs typeface="Arial"/>
              </a:defRPr>
            </a:lvl8pPr>
            <a:lvl9pPr algn="l">
              <a:defRPr sz="2175" b="1">
                <a:solidFill>
                  <a:srgbClr val="FFFFFF"/>
                </a:solidFill>
                <a:latin typeface="Arial"/>
                <a:ea typeface="Arial"/>
                <a:cs typeface="Arial"/>
              </a:defRPr>
            </a:lvl9pPr>
          </a:lstStyle>
          <a:p xmlns:a="http://schemas.openxmlformats.org/drawingml/2006/main">
            <a:pPr algn="l">
              <a:defRPr sz="2175" b="1">
                <a:solidFill>
                  <a:srgbClr val="FFFFFF"/>
                </a:solidFill>
                <a:latin typeface="Arial"/>
                <a:ea typeface="Arial"/>
                <a:cs typeface="Arial"/>
              </a:defRPr>
            </a:pPr>
            <a:r>
              <a:rPr sz="2175" b="1">
                <a:solidFill>
                  <a:srgbClr val="FFFFFF"/>
                </a:solidFill>
                <a:latin typeface="Arial"/>
                <a:ea typeface="Arial"/>
                <a:cs typeface="Arial"/>
              </a:rPr>
              <a:t>Monu Kumar</a:t>
            </a:r>
          </a:p>
        </p:txBody>
      </p:sp>
      <p:sp>
        <p:nvSpPr>
          <p:cNvPr id="20" name="Model and evidence tooling">
            <a:extLst xmlns:a="http://schemas.openxmlformats.org/drawingml/2006/main">
              <a:ext uri="{FF2B5EF4-FFF2-40B4-BE49-F238E27FC236}">
                <a16:creationId xmlns:a16="http://schemas.microsoft.com/office/drawing/2014/main" id="{E21A9567-D0EC-43BF-AA6C-24528D655592}"/>
              </a:ext>
            </a:extLst>
          </p:cNvPr>
          <p:cNvSpPr>
            <a:spLocks xmlns:a="http://schemas.openxmlformats.org/drawingml/2006/main" noGrp="1"/>
          </p:cNvSpPr>
          <p:nvPr/>
        </p:nvSpPr>
        <p:spPr>
          <a:xfrm xmlns:a="http://schemas.openxmlformats.org/drawingml/2006/main">
            <a:off x="7286625" y="5114925"/>
            <a:ext cx="4286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A8BBC8"/>
                </a:solidFill>
                <a:latin typeface="Arial"/>
                <a:ea typeface="Arial"/>
                <a:cs typeface="Arial"/>
              </a:defRPr>
            </a:defPPr>
            <a:lvl1pPr algn="l">
              <a:defRPr sz="1800" b="0">
                <a:solidFill>
                  <a:srgbClr val="A8BBC8"/>
                </a:solidFill>
                <a:latin typeface="Arial"/>
                <a:ea typeface="Arial"/>
                <a:cs typeface="Arial"/>
              </a:defRPr>
            </a:lvl1pPr>
            <a:lvl2pPr algn="l">
              <a:defRPr sz="1800" b="0">
                <a:solidFill>
                  <a:srgbClr val="A8BBC8"/>
                </a:solidFill>
                <a:latin typeface="Arial"/>
                <a:ea typeface="Arial"/>
                <a:cs typeface="Arial"/>
              </a:defRPr>
            </a:lvl2pPr>
            <a:lvl3pPr algn="l">
              <a:defRPr sz="1800" b="0">
                <a:solidFill>
                  <a:srgbClr val="A8BBC8"/>
                </a:solidFill>
                <a:latin typeface="Arial"/>
                <a:ea typeface="Arial"/>
                <a:cs typeface="Arial"/>
              </a:defRPr>
            </a:lvl3pPr>
            <a:lvl4pPr algn="l">
              <a:defRPr sz="1800" b="0">
                <a:solidFill>
                  <a:srgbClr val="A8BBC8"/>
                </a:solidFill>
                <a:latin typeface="Arial"/>
                <a:ea typeface="Arial"/>
                <a:cs typeface="Arial"/>
              </a:defRPr>
            </a:lvl4pPr>
            <a:lvl5pPr algn="l">
              <a:defRPr sz="1800" b="0">
                <a:solidFill>
                  <a:srgbClr val="A8BBC8"/>
                </a:solidFill>
                <a:latin typeface="Arial"/>
                <a:ea typeface="Arial"/>
                <a:cs typeface="Arial"/>
              </a:defRPr>
            </a:lvl5pPr>
            <a:lvl6pPr algn="l">
              <a:defRPr sz="1800" b="0">
                <a:solidFill>
                  <a:srgbClr val="A8BBC8"/>
                </a:solidFill>
                <a:latin typeface="Arial"/>
                <a:ea typeface="Arial"/>
                <a:cs typeface="Arial"/>
              </a:defRPr>
            </a:lvl6pPr>
            <a:lvl7pPr algn="l">
              <a:defRPr sz="1800" b="0">
                <a:solidFill>
                  <a:srgbClr val="A8BBC8"/>
                </a:solidFill>
                <a:latin typeface="Arial"/>
                <a:ea typeface="Arial"/>
                <a:cs typeface="Arial"/>
              </a:defRPr>
            </a:lvl7pPr>
            <a:lvl8pPr algn="l">
              <a:defRPr sz="1800" b="0">
                <a:solidFill>
                  <a:srgbClr val="A8BBC8"/>
                </a:solidFill>
                <a:latin typeface="Arial"/>
                <a:ea typeface="Arial"/>
                <a:cs typeface="Arial"/>
              </a:defRPr>
            </a:lvl8pPr>
            <a:lvl9pPr algn="l">
              <a:defRPr sz="1800" b="0">
                <a:solidFill>
                  <a:srgbClr val="A8BBC8"/>
                </a:solidFill>
                <a:latin typeface="Arial"/>
                <a:ea typeface="Arial"/>
                <a:cs typeface="Arial"/>
              </a:defRPr>
            </a:lvl9pPr>
          </a:lstStyle>
          <a:p xmlns:a="http://schemas.openxmlformats.org/drawingml/2006/main">
            <a:pPr algn="l">
              <a:defRPr sz="1800" b="0">
                <a:solidFill>
                  <a:srgbClr val="A8BBC8"/>
                </a:solidFill>
                <a:latin typeface="Arial"/>
                <a:ea typeface="Arial"/>
                <a:cs typeface="Arial"/>
              </a:defRPr>
            </a:pPr>
            <a:r>
              <a:rPr sz="1800" b="0">
                <a:solidFill>
                  <a:srgbClr val="A8BBC8"/>
                </a:solidFill>
                <a:latin typeface="Arial"/>
                <a:ea typeface="Arial"/>
                <a:cs typeface="Arial"/>
              </a:rPr>
              <a:t>Model and evidence tooling</a:t>
            </a:r>
          </a:p>
        </p:txBody>
      </p:sp>
      <p:sp>
        <p:nvSpPr>
          <p:cNvPr id="21" name="Current scope: a local prototype with real model execution and indepen">
            <a:extLst xmlns:a="http://schemas.openxmlformats.org/drawingml/2006/main">
              <a:ext uri="{FF2B5EF4-FFF2-40B4-BE49-F238E27FC236}">
                <a16:creationId xmlns:a16="http://schemas.microsoft.com/office/drawing/2014/main" id="{7B1F70B6-3A1C-4ADB-A144-1C6E7AF9F3EC}"/>
              </a:ext>
            </a:extLst>
          </p:cNvPr>
          <p:cNvSpPr>
            <a:spLocks xmlns:a="http://schemas.openxmlformats.org/drawingml/2006/main" noGrp="1"/>
          </p:cNvSpPr>
          <p:nvPr/>
        </p:nvSpPr>
        <p:spPr>
          <a:xfrm xmlns:a="http://schemas.openxmlformats.org/drawingml/2006/main">
            <a:off x="609600" y="6191250"/>
            <a:ext cx="10191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A8BBC8"/>
                </a:solidFill>
                <a:latin typeface="Arial"/>
                <a:ea typeface="Arial"/>
                <a:cs typeface="Arial"/>
              </a:defRPr>
            </a:defPPr>
            <a:lvl1pPr algn="l">
              <a:defRPr sz="1350" b="0">
                <a:solidFill>
                  <a:srgbClr val="A8BBC8"/>
                </a:solidFill>
                <a:latin typeface="Arial"/>
                <a:ea typeface="Arial"/>
                <a:cs typeface="Arial"/>
              </a:defRPr>
            </a:lvl1pPr>
            <a:lvl2pPr algn="l">
              <a:defRPr sz="1350" b="0">
                <a:solidFill>
                  <a:srgbClr val="A8BBC8"/>
                </a:solidFill>
                <a:latin typeface="Arial"/>
                <a:ea typeface="Arial"/>
                <a:cs typeface="Arial"/>
              </a:defRPr>
            </a:lvl2pPr>
            <a:lvl3pPr algn="l">
              <a:defRPr sz="1350" b="0">
                <a:solidFill>
                  <a:srgbClr val="A8BBC8"/>
                </a:solidFill>
                <a:latin typeface="Arial"/>
                <a:ea typeface="Arial"/>
                <a:cs typeface="Arial"/>
              </a:defRPr>
            </a:lvl3pPr>
            <a:lvl4pPr algn="l">
              <a:defRPr sz="1350" b="0">
                <a:solidFill>
                  <a:srgbClr val="A8BBC8"/>
                </a:solidFill>
                <a:latin typeface="Arial"/>
                <a:ea typeface="Arial"/>
                <a:cs typeface="Arial"/>
              </a:defRPr>
            </a:lvl4pPr>
            <a:lvl5pPr algn="l">
              <a:defRPr sz="1350" b="0">
                <a:solidFill>
                  <a:srgbClr val="A8BBC8"/>
                </a:solidFill>
                <a:latin typeface="Arial"/>
                <a:ea typeface="Arial"/>
                <a:cs typeface="Arial"/>
              </a:defRPr>
            </a:lvl5pPr>
            <a:lvl6pPr algn="l">
              <a:defRPr sz="1350" b="0">
                <a:solidFill>
                  <a:srgbClr val="A8BBC8"/>
                </a:solidFill>
                <a:latin typeface="Arial"/>
                <a:ea typeface="Arial"/>
                <a:cs typeface="Arial"/>
              </a:defRPr>
            </a:lvl6pPr>
            <a:lvl7pPr algn="l">
              <a:defRPr sz="1350" b="0">
                <a:solidFill>
                  <a:srgbClr val="A8BBC8"/>
                </a:solidFill>
                <a:latin typeface="Arial"/>
                <a:ea typeface="Arial"/>
                <a:cs typeface="Arial"/>
              </a:defRPr>
            </a:lvl7pPr>
            <a:lvl8pPr algn="l">
              <a:defRPr sz="1350" b="0">
                <a:solidFill>
                  <a:srgbClr val="A8BBC8"/>
                </a:solidFill>
                <a:latin typeface="Arial"/>
                <a:ea typeface="Arial"/>
                <a:cs typeface="Arial"/>
              </a:defRPr>
            </a:lvl8pPr>
            <a:lvl9pPr algn="l">
              <a:defRPr sz="1350" b="0">
                <a:solidFill>
                  <a:srgbClr val="A8BBC8"/>
                </a:solidFill>
                <a:latin typeface="Arial"/>
                <a:ea typeface="Arial"/>
                <a:cs typeface="Arial"/>
              </a:defRPr>
            </a:lvl9pPr>
          </a:lstStyle>
          <a:p xmlns:a="http://schemas.openxmlformats.org/drawingml/2006/main">
            <a:pPr algn="l">
              <a:defRPr sz="1350" b="0">
                <a:solidFill>
                  <a:srgbClr val="A8BBC8"/>
                </a:solidFill>
                <a:latin typeface="Arial"/>
                <a:ea typeface="Arial"/>
                <a:cs typeface="Arial"/>
              </a:defRPr>
            </a:pPr>
            <a:r>
              <a:rPr sz="1350" b="0">
                <a:solidFill>
                  <a:srgbClr val="A8BBC8"/>
                </a:solidFill>
                <a:latin typeface="Arial"/>
                <a:ea typeface="Arial"/>
                <a:cs typeface="Arial"/>
              </a:rPr>
              <a:t>Current scope: a local prototype with real model execution and independently checkable run evidence.</a:t>
            </a:r>
          </a:p>
        </p:txBody>
      </p:sp>
    </p:spTree>
    <p:extLst>
      <p:ext uri="{BB962C8B-B14F-4D97-AF65-F5344CB8AC3E}">
        <p14:creationId xmlns:p14="http://schemas.microsoft.com/office/powerpoint/2010/main" val="41886596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2026-10-28T14:45:29.7870000Z</dcterms:created>
  <dcterms:modified xsi:type="dcterms:W3CDTF">2026-10-28T14:45:29.7870000Z</dcterms:modified>
</coreProperties>
</file>