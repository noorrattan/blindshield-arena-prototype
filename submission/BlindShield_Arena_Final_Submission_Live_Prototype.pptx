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204960140845f6" /><Relationship Type="http://schemas.openxmlformats.org/officeDocument/2006/relationships/extended-properties" Target="/docProps/app.xml" Id="R2b1bfe06269e4206" /><Relationship Type="http://schemas.openxmlformats.org/officeDocument/2006/relationships/officeDocument" Target="/ppt/presentation.xml" Id="R64e15dbb9b2c460b" /></Relationships>
</file>

<file path=ppt/presentation.xml><?xml version="1.0" encoding="utf-8"?>
<p:presentation xmlns:p="http://schemas.openxmlformats.org/presentationml/2006/main">
  <p:sldMasterIdLst>
    <p:sldMasterId xmlns:r="http://schemas.openxmlformats.org/officeDocument/2006/relationships" id="2147483648" r:id="R24e39655d3e449c6"/>
  </p:sldMasterIdLst>
  <p:notesMasterIdLst>
    <p:notesMasterId xmlns:r="http://schemas.openxmlformats.org/officeDocument/2006/relationships" r:id="R9a67b76c21fe44a1"/>
  </p:notesMasterIdLst>
  <p:sldIdLst>
    <p:sldId xmlns:r="http://schemas.openxmlformats.org/officeDocument/2006/relationships" id="256" r:id="Rdd969175a8984553"/>
    <p:sldId xmlns:r="http://schemas.openxmlformats.org/officeDocument/2006/relationships" id="257" r:id="Ra474ac08052b4084"/>
    <p:sldId xmlns:r="http://schemas.openxmlformats.org/officeDocument/2006/relationships" id="258" r:id="R9d5978b5dfe14eda"/>
    <p:sldId xmlns:r="http://schemas.openxmlformats.org/officeDocument/2006/relationships" id="259" r:id="R359f00321b624982"/>
    <p:sldId xmlns:r="http://schemas.openxmlformats.org/officeDocument/2006/relationships" id="260" r:id="Re00d2fa6eedb4e46"/>
    <p:sldId xmlns:r="http://schemas.openxmlformats.org/officeDocument/2006/relationships" id="261" r:id="R367c74a935b547ba"/>
    <p:sldId xmlns:r="http://schemas.openxmlformats.org/officeDocument/2006/relationships" id="262" r:id="R62d49f4726cc4015"/>
    <p:sldId xmlns:r="http://schemas.openxmlformats.org/officeDocument/2006/relationships" id="263" r:id="R39c96b9128d24d8e"/>
    <p:sldId xmlns:r="http://schemas.openxmlformats.org/officeDocument/2006/relationships" id="264" r:id="R05cf3c87efd644b3"/>
    <p:sldId xmlns:r="http://schemas.openxmlformats.org/officeDocument/2006/relationships" id="265" r:id="R88c4d4e0ba7c45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0c1a489815444a" /><Relationship Type="http://schemas.openxmlformats.org/officeDocument/2006/relationships/slideMaster" Target="/ppt/slideMasters/slideMaster1.xml" Id="R24e39655d3e449c6" /><Relationship Type="http://schemas.openxmlformats.org/officeDocument/2006/relationships/notesMaster" Target="/ppt/notesMasters/notesMaster1.xml" Id="R9a67b76c21fe44a1" /><Relationship Type="http://schemas.openxmlformats.org/officeDocument/2006/relationships/presProps" Target="/ppt/presProps.xml" Id="Rcec12d4525f3445c" /><Relationship Type="http://schemas.openxmlformats.org/officeDocument/2006/relationships/tableStyles" Target="/ppt/tableStyles.xml" Id="R76ce1c856fbe4d62" /><Relationship Type="http://schemas.openxmlformats.org/officeDocument/2006/relationships/slide" Target="/ppt/slides/slide1.xml" Id="Rdd969175a8984553" /><Relationship Type="http://schemas.openxmlformats.org/officeDocument/2006/relationships/slide" Target="/ppt/slides/slide2.xml" Id="Ra474ac08052b4084" /><Relationship Type="http://schemas.openxmlformats.org/officeDocument/2006/relationships/slide" Target="/ppt/slides/slide3.xml" Id="R9d5978b5dfe14eda" /><Relationship Type="http://schemas.openxmlformats.org/officeDocument/2006/relationships/slide" Target="/ppt/slides/slide4.xml" Id="R359f00321b624982" /><Relationship Type="http://schemas.openxmlformats.org/officeDocument/2006/relationships/slide" Target="/ppt/slides/slide5.xml" Id="Re00d2fa6eedb4e46" /><Relationship Type="http://schemas.openxmlformats.org/officeDocument/2006/relationships/slide" Target="/ppt/slides/slide6.xml" Id="R367c74a935b547ba" /><Relationship Type="http://schemas.openxmlformats.org/officeDocument/2006/relationships/slide" Target="/ppt/slides/slide7.xml" Id="R62d49f4726cc4015" /><Relationship Type="http://schemas.openxmlformats.org/officeDocument/2006/relationships/slide" Target="/ppt/slides/slide8.xml" Id="R39c96b9128d24d8e" /><Relationship Type="http://schemas.openxmlformats.org/officeDocument/2006/relationships/slide" Target="/ppt/slides/slide9.xml" Id="R05cf3c87efd644b3" /><Relationship Type="http://schemas.openxmlformats.org/officeDocument/2006/relationships/slide" Target="/ppt/slides/slide10.xml" Id="R88c4d4e0ba7c45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29f9c3046547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68495f1ff64aa6" /><Relationship Type="http://schemas.openxmlformats.org/officeDocument/2006/relationships/notesMaster" Target="/ppt/notesMasters/notesMaster1.xml" Id="R2d27b395f07940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4126b73c544680" /><Relationship Type="http://schemas.openxmlformats.org/officeDocument/2006/relationships/notesMaster" Target="/ppt/notesMasters/notesMaster1.xml" Id="R391022e99e6949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a211407d40401a" /><Relationship Type="http://schemas.openxmlformats.org/officeDocument/2006/relationships/notesMaster" Target="/ppt/notesMasters/notesMaster1.xml" Id="Rb2a487f7d33c49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78d34a78fe49a2" /><Relationship Type="http://schemas.openxmlformats.org/officeDocument/2006/relationships/notesMaster" Target="/ppt/notesMasters/notesMaster1.xml" Id="Rdde6d0063fef4b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da9d551eeb4daa" /><Relationship Type="http://schemas.openxmlformats.org/officeDocument/2006/relationships/notesMaster" Target="/ppt/notesMasters/notesMaster1.xml" Id="R1fd7bef141af4b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7636e73030403f" /><Relationship Type="http://schemas.openxmlformats.org/officeDocument/2006/relationships/notesMaster" Target="/ppt/notesMasters/notesMaster1.xml" Id="R01dd47e0f46b41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521c3e9a3a47e8" /><Relationship Type="http://schemas.openxmlformats.org/officeDocument/2006/relationships/notesMaster" Target="/ppt/notesMasters/notesMaster1.xml" Id="R4d53bd1f0bd84a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23f9e0cdc54534" /><Relationship Type="http://schemas.openxmlformats.org/officeDocument/2006/relationships/notesMaster" Target="/ppt/notesMasters/notesMaster1.xml" Id="R51881500452148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67d561f0d34893" /><Relationship Type="http://schemas.openxmlformats.org/officeDocument/2006/relationships/notesMaster" Target="/ppt/notesMasters/notesMaster1.xml" Id="R9f8f6d13003246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8658a90b1b431f" /><Relationship Type="http://schemas.openxmlformats.org/officeDocument/2006/relationships/notesMaster" Target="/ppt/notesMasters/notesMaster1.xml" Id="Raff346bccf3d40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BlindShield Arena is our bounded local prototype for the Bayora infrastructure challenge. We focus on the trustworthiness of the testing environment: isolated execution, controlled access and evidence that an offline verifier can check. We do not claim production readiness or complete acceptance.</a:t>
            </a:r>
          </a:p>
          <a:p xmlns:a="http://schemas.openxmlformats.org/drawingml/2006/main">
            <a:r>
              <a:t/>
            </a:r>
          </a:p>
          <a:p xmlns:a="http://schemas.openxmlformats.org/drawingml/2006/main">
            <a:r>
              <a:t>Sources: Organizer-supplied problem statement, “Securing Adversarial AI Safety Testing Infrastructure”; backend/docs/STEP6-ACCEPTANCE.md; backend/evidence/public-snapshot-validation-20261028.json.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is simultaneous operation without cross-tenant state exposure. Attack payloads must stay hidden from the defender before the test concludes. The attacker must not observe defensive logic, and the model must avoid context contamination. The dashed connections illustrate risks in the challenge scenario, not measured attacks against our prototype.</a:t>
            </a:r>
          </a:p>
          <a:p xmlns:a="http://schemas.openxmlformats.org/drawingml/2006/main">
            <a:r>
              <a:t/>
            </a:r>
          </a:p>
          <a:p xmlns:a="http://schemas.openxmlformats.org/drawingml/2006/main">
            <a:r>
              <a:t>Sources: Organizer-supplied Bayora problem statement, Problem Statement and Core Question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comes from connecting execution controls to evidence. A result belongs to an admitted source and model configuration. The broker applies authorization and budget rules, coordinates the isolated lanes, and controls feedback release. The recorder/witness pair produces records that the separate verifier checks. These are implemented mechanisms within a local trust boundary, not a universal isolation guarantee.</a:t>
            </a:r>
          </a:p>
          <a:p xmlns:a="http://schemas.openxmlformats.org/drawingml/2006/main">
            <a:r>
              <a:t/>
            </a:r>
          </a:p>
          <a:p xmlns:a="http://schemas.openxmlformats.org/drawingml/2006/main">
            <a:r>
              <a:t>Sources: backend/src/arena/prototype/admission.py; backend/src/arena/prototype/service.py; backend/src/arena/prototype/runtime.py; backend/src/arena/verifier/; backend/docs/PROTOTYPE-SERVICE.md.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a loopback-only Vite development proxy. The selected role route determines which client certificate the Vite Node process presents to the Python mTLS backend. Browser identity headers are not used, and backend certificate verification remains enabled. The backend remains authoritative for identity and access. Isolated execution, recorder/witness and offline verification describe backend components within the local trust boundary; owner-managed assets and admission are still required.</a:t>
            </a:r>
          </a:p>
          <a:p xmlns:a="http://schemas.openxmlformats.org/drawingml/2006/main">
            <a:r>
              <a:t/>
            </a:r>
          </a:p>
          <a:p xmlns:a="http://schemas.openxmlformats.org/drawingml/2006/main">
            <a:r>
              <a:t>A browser smoke run against a disposable N03 control-plane fixture passed operator create/seal, red-role status and blue-role embargo. It made zero model calls. This does not validate N04 browser session or inference workflows.</a:t>
            </a:r>
          </a:p>
          <a:p xmlns:a="http://schemas.openxmlformats.org/drawingml/2006/main">
            <a:r>
              <a:t/>
            </a:r>
          </a:p>
          <a:p xmlns:a="http://schemas.openxmlformats.org/drawingml/2006/main">
            <a:r>
              <a:t>Sources: frontend/vite.config.ts; frontend/src/lib/api/liveClient.ts; backend/src/arena/broker/server.py; backend/src/arena/prototype/service.py; 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fresh interactive demo uses two waves of three turns. Authentication, denial, idempotency and embargo checks form part of the demo. Each wave respects the frozen 61-second release floor and 60-second execution deadline. Sealed batch is a separate supported mode. The named decisions are functional dispositions, not an assertion of model safety or public-defense accuracy.</a:t>
            </a:r>
          </a:p>
          <a:p xmlns:a="http://schemas.openxmlformats.org/drawingml/2006/main">
            <a:r>
              <a:t/>
            </a:r>
          </a:p>
          <a:p xmlns:a="http://schemas.openxmlformats.org/drawingml/2006/main">
            <a:r>
              <a:t>Sources: backend/tools/local_release_acceptance.py; backend/tools/prototype_run.py; backend/src/arena/prototype/demo.py; backend/src/arena/prototype/service.py; backend/evidence/public-snapshot-validation-20261028.json.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current frontend-to-backend route. The React console selects a role-scoped path; a loopback-only Vite proxy selects the corresponding client certificate and keeps its key in the Vite process; the Python backend verifies the certificate and decides access. The browser does not send identity headers. Simulation selection is disabled in the submission UI, including old stored preferences. Missing backend metrics display NIL.</a:t>
            </a:r>
          </a:p>
          <a:p xmlns:a="http://schemas.openxmlformats.org/drawingml/2006/main">
            <a:r>
              <a:t/>
            </a:r>
          </a:p>
          <a:p xmlns:a="http://schemas.openxmlformats.org/drawingml/2006/main">
            <a:r>
              <a:t>A real browser smoke run passed operator experiment creation and sealing, red-role status and the blue-role embargo against a disposable N03 control-plane fixture. It made no model calls. The frontend verification separately passed typecheck, lint, 284 Vitest tests and the production build. Full N04 browser sessions, model inference and evidence export still require owner-managed admission and remain unverified.</a:t>
            </a:r>
          </a:p>
          <a:p xmlns:a="http://schemas.openxmlformats.org/drawingml/2006/main">
            <a:r>
              <a:t/>
            </a:r>
          </a:p>
          <a:p xmlns:a="http://schemas.openxmlformats.org/drawingml/2006/main">
            <a:r>
              <a:t>Sources: frontend/src/features/live/LiveBackendConsole.tsx; frontend/src/lib/api/liveClient.ts; frontend/vite.config.ts; frontend/README.md; 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 summarizes how well the study classifier distinguished the tested functional controls using timing. The shaped point estimate was 0.527 with a campaign-bootstrap 95% interval of 0.358 to 0.696. The unshaped control was 1.000. These are reported results from the finite Step 6 study at measured source 15a19332. The interval is wide, and the study does not prove population performance, independent campaign samples, p99 or total side-channel capacity. Detailed path-redacted timing records are omitted from the public snapshot because their changed bytes would invalidate original hashes/signatures.</a:t>
            </a:r>
          </a:p>
          <a:p xmlns:a="http://schemas.openxmlformats.org/drawingml/2006/main">
            <a:r>
              <a:t/>
            </a:r>
          </a:p>
          <a:p xmlns:a="http://schemas.openxmlformats.org/drawingml/2006/main">
            <a:r>
              <a:t>Sources: backend/docs/STEP6-ACCEPTANCE.md, Final timing procedure; original measured source 15a19332eba7f2ecc62eda7fa197449b46d291a7.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fresh run belongs to the independent public-source snapshot at 2f73df80ba05af51bc10554b606ba22ee3e89ff1. Static admission, real calibration, service admission, authenticated INTERACTIVE/INPUT demo and offline verification passed. The separate Windows public test subset passed 548 tests, 14 subtests and one documented coordinated-rollback skip. Three private memory-specific modules are omitted, and a retained historical owner-input module is excluded because its fixtures are not distributed. An earlier mounted-filesystem attempt failed its three-lane overlap observation and never reached offline verification. Its raw artifacts remain retained, and the successful native-filesystem attempt used a new directory with unchanged source and checks. This is same-laptop prepared-host evidence, not independent-hardware or complete T/P acceptance.</a:t>
            </a:r>
          </a:p>
          <a:p xmlns:a="http://schemas.openxmlformats.org/drawingml/2006/main">
            <a:r>
              <a:t/>
            </a:r>
          </a:p>
          <a:p xmlns:a="http://schemas.openxmlformats.org/drawingml/2006/main">
            <a:r>
              <a:t>Sources: backend/evidence/public-snapshot-validation-20261028.json; 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Step 6 report evaluated 35 procedures and recorded 19 PASS, 15 PARTIAL and one INCONCLUSIVE. These results are not a security score, model accuracy result or production-readiness rating. Isolated cache timing remains inconclusive. Network-route, resource-fairness and physical-I/O probes remain partial.</a:t>
            </a:r>
          </a:p>
          <a:p xmlns:a="http://schemas.openxmlformats.org/drawingml/2006/main">
            <a:r>
              <a:t/>
            </a:r>
          </a:p>
          <a:p xmlns:a="http://schemas.openxmlformats.org/drawingml/2006/main">
            <a:r>
              <a:t>Separate browser verification on 28 October 2026 passed the N03 control-plane create/seal and role-status/embargo flows with zero model calls. Full N04 browser sessions and inference remain unverified.</a:t>
            </a:r>
          </a:p>
          <a:p xmlns:a="http://schemas.openxmlformats.org/drawingml/2006/main">
            <a:r>
              <a:t/>
            </a:r>
          </a:p>
          <a:p xmlns:a="http://schemas.openxmlformats.org/drawingml/2006/main">
            <a:r>
              <a:t>Sources: backend/docs/STEP6-ACCEPTANCE.md; backend/evidence/public-snapshot-validation-20261028.json; frontend/README.md; 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now includes a local mTLS proxy and a live API console. The browser smoke verified operator create/seal, red-role status and blue-role embargo against N03, with zero model calls. The next validation step is a browser session and real inference run against the owner-admitted N04 service, including evidence export. Independent-hardware validation and the remaining cache-timing, resource-fairness and network-route probes are still open.</a:t>
            </a:r>
          </a:p>
          <a:p xmlns:a="http://schemas.openxmlformats.org/drawingml/2006/main">
            <a:r>
              <a:t/>
            </a:r>
          </a:p>
          <a:p xmlns:a="http://schemas.openxmlformats.org/drawingml/2006/main">
            <a:r>
              <a:t>Contributor areas reflect the current frontend, backend and model/evidence tooling. The prototype's earlier real-model run and offline-verifier evidence do not establish that the browser-to-N04 inference workflow has been tested.</a:t>
            </a:r>
          </a:p>
          <a:p xmlns:a="http://schemas.openxmlformats.org/drawingml/2006/main">
            <a:r>
              <a:t/>
            </a:r>
          </a:p>
          <a:p xmlns:a="http://schemas.openxmlformats.org/drawingml/2006/main">
            <a:r>
              <a:t>Sources: frontend/README.md; EVALUATION.md; backend/docs/STEP6-ACCEPTANCE.md; backend/evidence/public-snapshot-validation-20261028.json.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9af9a841fa48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0ddb522d654a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d207c8af2642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3d8b30191846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066b55e33042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acf70bdd3547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4BA29F-203F-409B-B213-41DF55ED21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A7F6A5-8F81-4336-AB64-82A68E52F8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E4C0E3-9FF2-4451-8B98-F549A5369D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FE00FA-6C0A-4CEE-A793-E341344EB3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9606B7-3DFA-4194-83EE-2E1D181E48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F5A2A61-E0F5-4817-A914-DF3C2D50B1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29F1AB-F1A3-4AE4-A5C7-5B306E48DC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A87B16-43B1-4449-BA2B-665D29618A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359BAF-B145-44A7-B825-189DAA239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852F02-C37A-43D4-8E08-0A06E4F77C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8f96ecd5e1469f" /><Relationship Type="http://schemas.openxmlformats.org/officeDocument/2006/relationships/slideLayout" Target="/ppt/slideLayouts/slideLayout1.xml" Id="R2d832d9e43324019" /><Relationship Type="http://schemas.openxmlformats.org/officeDocument/2006/relationships/slideLayout" Target="/ppt/slideLayouts/slideLayout2.xml" Id="Rf0d1e71046fb4e64" /><Relationship Type="http://schemas.openxmlformats.org/officeDocument/2006/relationships/slideLayout" Target="/ppt/slideLayouts/slideLayout3.xml" Id="R682c400f45044919" /><Relationship Type="http://schemas.openxmlformats.org/officeDocument/2006/relationships/slideLayout" Target="/ppt/slideLayouts/slideLayout4.xml" Id="R6f11d010a52b484e" /><Relationship Type="http://schemas.openxmlformats.org/officeDocument/2006/relationships/slideLayout" Target="/ppt/slideLayouts/slideLayout5.xml" Id="R6bbc936f49ee44a6" /><Relationship Type="http://schemas.openxmlformats.org/officeDocument/2006/relationships/slideLayout" Target="/ppt/slideLayouts/slideLayout6.xml" Id="R3c2edf515abf4a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832d9e43324019"/>
    <p:sldLayoutId xmlns:r="http://schemas.openxmlformats.org/officeDocument/2006/relationships" id="2147483650" r:id="Rf0d1e71046fb4e64"/>
    <p:sldLayoutId xmlns:r="http://schemas.openxmlformats.org/officeDocument/2006/relationships" id="2147483651" r:id="R682c400f45044919"/>
    <p:sldLayoutId xmlns:r="http://schemas.openxmlformats.org/officeDocument/2006/relationships" id="2147483652" r:id="R6f11d010a52b484e"/>
    <p:sldLayoutId xmlns:r="http://schemas.openxmlformats.org/officeDocument/2006/relationships" id="2147483653" r:id="R6bbc936f49ee44a6"/>
    <p:sldLayoutId xmlns:r="http://schemas.openxmlformats.org/officeDocument/2006/relationships" id="2147483654" r:id="R3c2edf515abf4a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0e9c8e69054879" /><Relationship Type="http://schemas.openxmlformats.org/officeDocument/2006/relationships/notesSlide" Target="/ppt/notesSlides/notesSlide1.xml" Id="R614ad7cdd62f49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a2a25ebe434ca5" /><Relationship Type="http://schemas.openxmlformats.org/officeDocument/2006/relationships/notesSlide" Target="/ppt/notesSlides/notesSlide2.xml" Id="R60cbc67a7f8541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2ab3f909504833" /><Relationship Type="http://schemas.openxmlformats.org/officeDocument/2006/relationships/notesSlide" Target="/ppt/notesSlides/notesSlide3.xml" Id="R46bcb4b20e3449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ec8012b00a4f16" /><Relationship Type="http://schemas.openxmlformats.org/officeDocument/2006/relationships/notesSlide" Target="/ppt/notesSlides/notesSlide4.xml" Id="R25c99c0e099f48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d42fc000b74e17" /><Relationship Type="http://schemas.openxmlformats.org/officeDocument/2006/relationships/notesSlide" Target="/ppt/notesSlides/notesSlide5.xml" Id="R032af78c861946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f90139ffd34aa4" /><Relationship Type="http://schemas.openxmlformats.org/officeDocument/2006/relationships/notesSlide" Target="/ppt/notesSlides/notesSlide6.xml" Id="R2553ba50fb9b46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53da25f00c04924" /><Relationship Type="http://schemas.openxmlformats.org/officeDocument/2006/relationships/chart" Target="/ppt/slides/charts/chart1.xml" Id="Re986a7f58bbc4c9d" /><Relationship Type="http://schemas.openxmlformats.org/officeDocument/2006/relationships/notesSlide" Target="/ppt/notesSlides/notesSlide7.xml" Id="R234ceb47b6b94f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3714447fd944f76" /><Relationship Type="http://schemas.openxmlformats.org/officeDocument/2006/relationships/notesSlide" Target="/ppt/notesSlides/notesSlide8.xml" Id="R5a92412c9d8943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5a8da0caf94dd3" /><Relationship Type="http://schemas.openxmlformats.org/officeDocument/2006/relationships/chart" Target="/ppt/slides/charts/chart2.xml" Id="Rfcabfdd8694f4d1e" /><Relationship Type="http://schemas.openxmlformats.org/officeDocument/2006/relationships/notesSlide" Target="/ppt/notesSlides/notesSlide9.xml" Id="R4f48cb3b498e46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69b219ca46416b" /><Relationship Type="http://schemas.openxmlformats.org/officeDocument/2006/relationships/notesSlide" Target="/ppt/notesSlides/notesSlide10.xml" Id="R65835e5b714f460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Timing classifier AUC</c:v>
          </c:tx>
          <c:spPr>
            <a:solidFill xmlns:a="http://schemas.openxmlformats.org/drawingml/2006/main">
              <a:srgbClr val="087E78"/>
            </a:solidFill>
          </c:spPr>
          <c:invertIfNegative val="0"/>
          <c:dPt>
            <c:idx val="0"/>
            <c:invertIfNegative val="0"/>
            <c:spPr>
              <a:solidFill xmlns:a="http://schemas.openxmlformats.org/drawingml/2006/main">
                <a:srgbClr val="C95045"/>
              </a:solidFill>
            </c:spPr>
          </c:dPt>
          <c:dPt>
            <c:idx val="1"/>
            <c:invertIfNegative val="0"/>
            <c:spPr>
              <a:solidFill xmlns:a="http://schemas.openxmlformats.org/drawingml/2006/main">
                <a:srgbClr val="087E78"/>
              </a:solidFill>
            </c:spPr>
          </c:dPt>
          <c:cat>
            <c:strRef>
              <c:f>'Chart Data'!$A$2:$A$3</c:f>
              <c:strCache>
                <c:ptCount val="2"/>
                <c:pt idx="0">
                  <c:v>Unshaped control</c:v>
                </c:pt>
                <c:pt idx="1">
                  <c:v>Shaped feedback</c:v>
                </c:pt>
              </c:strCache>
            </c:strRef>
          </c:cat>
          <c:val>
            <c:numRef>
              <c:f>'Chart Data'!$B$2:$B$3</c:f>
              <c:numCache>
                <c:formatCode>0.000</c:formatCode>
                <c:ptCount val="2"/>
                <c:pt idx="0">
                  <c:v>1</c:v>
                </c:pt>
                <c:pt idx="1">
                  <c:v>0.527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0A142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D9E2E5"/>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0A1420"/>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9E2E5"/>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16F"/>
                </a:solidFill>
                <a:latin typeface="Arial"/>
                <a:ea typeface="Arial"/>
                <a:cs typeface="Arial"/>
              </a:defRPr>
            </a:pPr>
          </a:p>
        </c:txPr>
        <c:crossAx val="48650112"/>
        <c:crossBetween val="between"/>
        <c:majorUnit val="0.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Procedure count</c:v>
          </c:tx>
          <c:spPr>
            <a:solidFill xmlns:a="http://schemas.openxmlformats.org/drawingml/2006/main">
              <a:srgbClr val="087E78"/>
            </a:solidFill>
          </c:spPr>
          <c:invertIfNegative val="0"/>
          <c:dPt>
            <c:idx val="0"/>
            <c:invertIfNegative val="0"/>
            <c:spPr>
              <a:solidFill xmlns:a="http://schemas.openxmlformats.org/drawingml/2006/main">
                <a:srgbClr val="087E78"/>
              </a:solidFill>
            </c:spPr>
          </c:dPt>
          <c:dPt>
            <c:idx val="1"/>
            <c:invertIfNegative val="0"/>
            <c:spPr>
              <a:solidFill xmlns:a="http://schemas.openxmlformats.org/drawingml/2006/main">
                <a:srgbClr val="BA782C"/>
              </a:solidFill>
            </c:spPr>
          </c:dPt>
          <c:dPt>
            <c:idx val="2"/>
            <c:invertIfNegative val="0"/>
            <c:spPr>
              <a:solidFill xmlns:a="http://schemas.openxmlformats.org/drawingml/2006/main">
                <a:srgbClr val="C95045"/>
              </a:solidFill>
            </c:spPr>
          </c:dPt>
          <c:cat>
            <c:strRef>
              <c:f>'Chart Data'!$A$2:$A$4</c:f>
              <c:strCache>
                <c:ptCount val="3"/>
                <c:pt idx="0">
                  <c:v>PASS</c:v>
                </c:pt>
                <c:pt idx="1">
                  <c:v>PARTIAL</c:v>
                </c:pt>
                <c:pt idx="2">
                  <c:v>INCONCLUSIVE</c:v>
                </c:pt>
              </c:strCache>
            </c:strRef>
          </c:cat>
          <c:val>
            <c:numRef>
              <c:f>'Chart Data'!$B$2:$B$4</c:f>
              <c:numCache>
                <c:formatCode>0</c:formatCode>
                <c:ptCount val="3"/>
                <c:pt idx="0">
                  <c:v>19</c:v>
                </c:pt>
                <c:pt idx="1">
                  <c:v>15</c:v>
                </c:pt>
                <c:pt idx="2">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0A1420"/>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0A1420"/>
                </a:solidFill>
                <a:latin typeface="Arial"/>
                <a:ea typeface="Arial"/>
                <a:cs typeface="Arial"/>
              </a:defRPr>
            </a:pPr>
          </a:p>
        </c:txPr>
        <c:crossAx val="48672768"/>
      </c:catAx>
      <c:valAx>
        <c:axId val="48672768"/>
        <c:scaling>
          <c:orientation val="minMax"/>
          <c:max val="22"/>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0A1420"/>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 name="BlindShield&#10;Arena">
            <a:extLst xmlns:a="http://schemas.openxmlformats.org/drawingml/2006/main">
              <a:ext uri="{FF2B5EF4-FFF2-40B4-BE49-F238E27FC236}">
                <a16:creationId xmlns:a16="http://schemas.microsoft.com/office/drawing/2014/main" id="{A9F9A3A8-5198-4C26-907A-EA3949ED1F7D}"/>
              </a:ext>
            </a:extLst>
          </p:cNvPr>
          <p:cNvSpPr>
            <a:spLocks xmlns:a="http://schemas.openxmlformats.org/drawingml/2006/main" noGrp="1"/>
          </p:cNvSpPr>
          <p:nvPr/>
        </p:nvSpPr>
        <p:spPr>
          <a:xfrm xmlns:a="http://schemas.openxmlformats.org/drawingml/2006/main">
            <a:off x="609600" y="1333500"/>
            <a:ext cx="1047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750" b="1">
                <a:solidFill>
                  <a:srgbClr val="FFFFFF"/>
                </a:solidFill>
                <a:latin typeface="Arial"/>
                <a:ea typeface="Arial"/>
                <a:cs typeface="Arial"/>
              </a:defRPr>
            </a:defPPr>
            <a:lvl1pPr algn="l">
              <a:buNone/>
              <a:defRPr sz="6750" b="1">
                <a:solidFill>
                  <a:srgbClr val="FFFFFF"/>
                </a:solidFill>
                <a:latin typeface="Arial"/>
                <a:ea typeface="Arial"/>
                <a:cs typeface="Arial"/>
              </a:defRPr>
            </a:lvl1pPr>
            <a:lvl2pPr algn="l">
              <a:buNone/>
              <a:defRPr sz="6750" b="1">
                <a:solidFill>
                  <a:srgbClr val="FFFFFF"/>
                </a:solidFill>
                <a:latin typeface="Arial"/>
                <a:ea typeface="Arial"/>
                <a:cs typeface="Arial"/>
              </a:defRPr>
            </a:lvl2pPr>
            <a:lvl3pPr algn="l">
              <a:buNone/>
              <a:defRPr sz="6750" b="1">
                <a:solidFill>
                  <a:srgbClr val="FFFFFF"/>
                </a:solidFill>
                <a:latin typeface="Arial"/>
                <a:ea typeface="Arial"/>
                <a:cs typeface="Arial"/>
              </a:defRPr>
            </a:lvl3pPr>
            <a:lvl4pPr algn="l">
              <a:buNone/>
              <a:defRPr sz="6750" b="1">
                <a:solidFill>
                  <a:srgbClr val="FFFFFF"/>
                </a:solidFill>
                <a:latin typeface="Arial"/>
                <a:ea typeface="Arial"/>
                <a:cs typeface="Arial"/>
              </a:defRPr>
            </a:lvl4pPr>
            <a:lvl5pPr algn="l">
              <a:buNone/>
              <a:defRPr sz="6750" b="1">
                <a:solidFill>
                  <a:srgbClr val="FFFFFF"/>
                </a:solidFill>
                <a:latin typeface="Arial"/>
                <a:ea typeface="Arial"/>
                <a:cs typeface="Arial"/>
              </a:defRPr>
            </a:lvl5pPr>
            <a:lvl6pPr algn="l">
              <a:buNone/>
              <a:defRPr sz="6750" b="1">
                <a:solidFill>
                  <a:srgbClr val="FFFFFF"/>
                </a:solidFill>
                <a:latin typeface="Arial"/>
                <a:ea typeface="Arial"/>
                <a:cs typeface="Arial"/>
              </a:defRPr>
            </a:lvl6pPr>
            <a:lvl7pPr algn="l">
              <a:buNone/>
              <a:defRPr sz="6750" b="1">
                <a:solidFill>
                  <a:srgbClr val="FFFFFF"/>
                </a:solidFill>
                <a:latin typeface="Arial"/>
                <a:ea typeface="Arial"/>
                <a:cs typeface="Arial"/>
              </a:defRPr>
            </a:lvl7pPr>
            <a:lvl8pPr algn="l">
              <a:buNone/>
              <a:defRPr sz="6750" b="1">
                <a:solidFill>
                  <a:srgbClr val="FFFFFF"/>
                </a:solidFill>
                <a:latin typeface="Arial"/>
                <a:ea typeface="Arial"/>
                <a:cs typeface="Arial"/>
              </a:defRPr>
            </a:lvl8pPr>
            <a:lvl9pPr algn="l">
              <a:buNone/>
              <a:defRPr sz="6750" b="1">
                <a:solidFill>
                  <a:srgbClr val="FFFFFF"/>
                </a:solidFill>
                <a:latin typeface="Arial"/>
                <a:ea typeface="Arial"/>
                <a:cs typeface="Arial"/>
              </a:defRPr>
            </a:lvl9pPr>
          </a:lstStyle>
          <a:p xmlns:a="http://schemas.openxmlformats.org/drawingml/2006/main">
            <a:pPr algn="l">
              <a:buNone/>
              <a:defRPr sz="6750" b="1">
                <a:solidFill>
                  <a:srgbClr val="FFFFFF"/>
                </a:solidFill>
                <a:latin typeface="Arial"/>
                <a:ea typeface="Arial"/>
                <a:cs typeface="Arial"/>
              </a:defRPr>
            </a:pPr>
            <a:r>
              <a:rPr sz="6750" b="1">
                <a:solidFill>
                  <a:srgbClr val="FFFFFF"/>
                </a:solidFill>
                <a:latin typeface="Arial"/>
                <a:ea typeface="Arial"/>
                <a:cs typeface="Arial"/>
              </a:rPr>
              <a:t>BlindShield</a:t>
            </a:r>
          </a:p>
          <a:p xmlns:a="http://schemas.openxmlformats.org/drawingml/2006/main">
            <a:pPr algn="l">
              <a:buNone/>
              <a:defRPr sz="6750" b="1">
                <a:solidFill>
                  <a:srgbClr val="FFFFFF"/>
                </a:solidFill>
                <a:latin typeface="Arial"/>
                <a:ea typeface="Arial"/>
                <a:cs typeface="Arial"/>
              </a:defRPr>
            </a:pPr>
            <a:r>
              <a:rPr sz="6750" b="1">
                <a:solidFill>
                  <a:srgbClr val="FFFFFF"/>
                </a:solidFill>
                <a:latin typeface="Arial"/>
                <a:ea typeface="Arial"/>
                <a:cs typeface="Arial"/>
              </a:rPr>
              <a:t>Arena</a:t>
            </a:r>
          </a:p>
        </p:txBody>
      </p:sp>
      <p:sp>
        <p:nvSpPr>
          <p:cNvPr id="3" name="Secure infrastructure for adversarial AI testing">
            <a:extLst xmlns:a="http://schemas.openxmlformats.org/drawingml/2006/main">
              <a:ext uri="{FF2B5EF4-FFF2-40B4-BE49-F238E27FC236}">
                <a16:creationId xmlns:a16="http://schemas.microsoft.com/office/drawing/2014/main" id="{9F974ABB-C309-4CE6-A860-1B75AD359792}"/>
              </a:ext>
            </a:extLst>
          </p:cNvPr>
          <p:cNvSpPr>
            <a:spLocks xmlns:a="http://schemas.openxmlformats.org/drawingml/2006/main" noGrp="1"/>
          </p:cNvSpPr>
          <p:nvPr/>
        </p:nvSpPr>
        <p:spPr>
          <a:xfrm xmlns:a="http://schemas.openxmlformats.org/drawingml/2006/main">
            <a:off x="657225" y="3667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00B9C8"/>
                </a:solidFill>
                <a:latin typeface="Arial"/>
                <a:ea typeface="Arial"/>
                <a:cs typeface="Arial"/>
              </a:defRPr>
            </a:defPPr>
            <a:lvl1pPr algn="l">
              <a:buNone/>
              <a:defRPr sz="2475" b="0">
                <a:solidFill>
                  <a:srgbClr val="00B9C8"/>
                </a:solidFill>
                <a:latin typeface="Arial"/>
                <a:ea typeface="Arial"/>
                <a:cs typeface="Arial"/>
              </a:defRPr>
            </a:lvl1pPr>
            <a:lvl2pPr algn="l">
              <a:buNone/>
              <a:defRPr sz="2475" b="0">
                <a:solidFill>
                  <a:srgbClr val="00B9C8"/>
                </a:solidFill>
                <a:latin typeface="Arial"/>
                <a:ea typeface="Arial"/>
                <a:cs typeface="Arial"/>
              </a:defRPr>
            </a:lvl2pPr>
            <a:lvl3pPr algn="l">
              <a:buNone/>
              <a:defRPr sz="2475" b="0">
                <a:solidFill>
                  <a:srgbClr val="00B9C8"/>
                </a:solidFill>
                <a:latin typeface="Arial"/>
                <a:ea typeface="Arial"/>
                <a:cs typeface="Arial"/>
              </a:defRPr>
            </a:lvl3pPr>
            <a:lvl4pPr algn="l">
              <a:buNone/>
              <a:defRPr sz="2475" b="0">
                <a:solidFill>
                  <a:srgbClr val="00B9C8"/>
                </a:solidFill>
                <a:latin typeface="Arial"/>
                <a:ea typeface="Arial"/>
                <a:cs typeface="Arial"/>
              </a:defRPr>
            </a:lvl4pPr>
            <a:lvl5pPr algn="l">
              <a:buNone/>
              <a:defRPr sz="2475" b="0">
                <a:solidFill>
                  <a:srgbClr val="00B9C8"/>
                </a:solidFill>
                <a:latin typeface="Arial"/>
                <a:ea typeface="Arial"/>
                <a:cs typeface="Arial"/>
              </a:defRPr>
            </a:lvl5pPr>
            <a:lvl6pPr algn="l">
              <a:buNone/>
              <a:defRPr sz="2475" b="0">
                <a:solidFill>
                  <a:srgbClr val="00B9C8"/>
                </a:solidFill>
                <a:latin typeface="Arial"/>
                <a:ea typeface="Arial"/>
                <a:cs typeface="Arial"/>
              </a:defRPr>
            </a:lvl6pPr>
            <a:lvl7pPr algn="l">
              <a:buNone/>
              <a:defRPr sz="2475" b="0">
                <a:solidFill>
                  <a:srgbClr val="00B9C8"/>
                </a:solidFill>
                <a:latin typeface="Arial"/>
                <a:ea typeface="Arial"/>
                <a:cs typeface="Arial"/>
              </a:defRPr>
            </a:lvl7pPr>
            <a:lvl8pPr algn="l">
              <a:buNone/>
              <a:defRPr sz="2475" b="0">
                <a:solidFill>
                  <a:srgbClr val="00B9C8"/>
                </a:solidFill>
                <a:latin typeface="Arial"/>
                <a:ea typeface="Arial"/>
                <a:cs typeface="Arial"/>
              </a:defRPr>
            </a:lvl8pPr>
            <a:lvl9pPr algn="l">
              <a:buNone/>
              <a:defRPr sz="2475" b="0">
                <a:solidFill>
                  <a:srgbClr val="00B9C8"/>
                </a:solidFill>
                <a:latin typeface="Arial"/>
                <a:ea typeface="Arial"/>
                <a:cs typeface="Arial"/>
              </a:defRPr>
            </a:lvl9pPr>
          </a:lstStyle>
          <a:p xmlns:a="http://schemas.openxmlformats.org/drawingml/2006/main">
            <a:pPr algn="l">
              <a:buNone/>
              <a:defRPr sz="2475" b="0">
                <a:solidFill>
                  <a:srgbClr val="00B9C8"/>
                </a:solidFill>
                <a:latin typeface="Arial"/>
                <a:ea typeface="Arial"/>
                <a:cs typeface="Arial"/>
              </a:defRPr>
            </a:pPr>
            <a:r>
              <a:rPr sz="2475" b="0">
                <a:solidFill>
                  <a:srgbClr val="00B9C8"/>
                </a:solidFill>
                <a:latin typeface="Arial"/>
                <a:ea typeface="Arial"/>
                <a:cs typeface="Arial"/>
              </a:rPr>
              <a:t>Secure infrastructure for adversarial AI testing</a:t>
            </a:r>
          </a:p>
        </p:txBody>
      </p:sp>
      <p:sp>
        <p:nvSpPr>
          <p:cNvPr id="4" name="Bayora challenge   /   Hack in Hills 2026">
            <a:extLst xmlns:a="http://schemas.openxmlformats.org/drawingml/2006/main">
              <a:ext uri="{FF2B5EF4-FFF2-40B4-BE49-F238E27FC236}">
                <a16:creationId xmlns:a16="http://schemas.microsoft.com/office/drawing/2014/main" id="{024A36B1-8F0D-4677-BF9E-DF3D12F114FC}"/>
              </a:ext>
            </a:extLst>
          </p:cNvPr>
          <p:cNvSpPr>
            <a:spLocks xmlns:a="http://schemas.openxmlformats.org/drawingml/2006/main" noGrp="1"/>
          </p:cNvSpPr>
          <p:nvPr/>
        </p:nvSpPr>
        <p:spPr>
          <a:xfrm xmlns:a="http://schemas.openxmlformats.org/drawingml/2006/main">
            <a:off x="657225" y="45720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buNone/>
              <a:defRPr sz="1800" b="0">
                <a:solidFill>
                  <a:srgbClr val="A8BBC8"/>
                </a:solidFill>
                <a:latin typeface="Arial"/>
                <a:ea typeface="Arial"/>
                <a:cs typeface="Arial"/>
              </a:defRPr>
            </a:lvl1pPr>
            <a:lvl2pPr algn="l">
              <a:buNone/>
              <a:defRPr sz="1800" b="0">
                <a:solidFill>
                  <a:srgbClr val="A8BBC8"/>
                </a:solidFill>
                <a:latin typeface="Arial"/>
                <a:ea typeface="Arial"/>
                <a:cs typeface="Arial"/>
              </a:defRPr>
            </a:lvl2pPr>
            <a:lvl3pPr algn="l">
              <a:buNone/>
              <a:defRPr sz="1800" b="0">
                <a:solidFill>
                  <a:srgbClr val="A8BBC8"/>
                </a:solidFill>
                <a:latin typeface="Arial"/>
                <a:ea typeface="Arial"/>
                <a:cs typeface="Arial"/>
              </a:defRPr>
            </a:lvl3pPr>
            <a:lvl4pPr algn="l">
              <a:buNone/>
              <a:defRPr sz="1800" b="0">
                <a:solidFill>
                  <a:srgbClr val="A8BBC8"/>
                </a:solidFill>
                <a:latin typeface="Arial"/>
                <a:ea typeface="Arial"/>
                <a:cs typeface="Arial"/>
              </a:defRPr>
            </a:lvl4pPr>
            <a:lvl5pPr algn="l">
              <a:buNone/>
              <a:defRPr sz="1800" b="0">
                <a:solidFill>
                  <a:srgbClr val="A8BBC8"/>
                </a:solidFill>
                <a:latin typeface="Arial"/>
                <a:ea typeface="Arial"/>
                <a:cs typeface="Arial"/>
              </a:defRPr>
            </a:lvl5pPr>
            <a:lvl6pPr algn="l">
              <a:buNone/>
              <a:defRPr sz="1800" b="0">
                <a:solidFill>
                  <a:srgbClr val="A8BBC8"/>
                </a:solidFill>
                <a:latin typeface="Arial"/>
                <a:ea typeface="Arial"/>
                <a:cs typeface="Arial"/>
              </a:defRPr>
            </a:lvl6pPr>
            <a:lvl7pPr algn="l">
              <a:buNone/>
              <a:defRPr sz="1800" b="0">
                <a:solidFill>
                  <a:srgbClr val="A8BBC8"/>
                </a:solidFill>
                <a:latin typeface="Arial"/>
                <a:ea typeface="Arial"/>
                <a:cs typeface="Arial"/>
              </a:defRPr>
            </a:lvl7pPr>
            <a:lvl8pPr algn="l">
              <a:buNone/>
              <a:defRPr sz="1800" b="0">
                <a:solidFill>
                  <a:srgbClr val="A8BBC8"/>
                </a:solidFill>
                <a:latin typeface="Arial"/>
                <a:ea typeface="Arial"/>
                <a:cs typeface="Arial"/>
              </a:defRPr>
            </a:lvl8pPr>
            <a:lvl9pPr algn="l">
              <a:buNone/>
              <a:defRPr sz="1800" b="0">
                <a:solidFill>
                  <a:srgbClr val="A8BBC8"/>
                </a:solidFill>
                <a:latin typeface="Arial"/>
                <a:ea typeface="Arial"/>
                <a:cs typeface="Arial"/>
              </a:defRPr>
            </a:lvl9pPr>
          </a:lstStyle>
          <a:p xmlns:a="http://schemas.openxmlformats.org/drawingml/2006/main">
            <a:pPr algn="l">
              <a:buNone/>
              <a:defRPr sz="1800" b="0">
                <a:solidFill>
                  <a:srgbClr val="A8BBC8"/>
                </a:solidFill>
                <a:latin typeface="Arial"/>
                <a:ea typeface="Arial"/>
                <a:cs typeface="Arial"/>
              </a:defRPr>
            </a:pPr>
            <a:r>
              <a:rPr sz="1800" b="0">
                <a:solidFill>
                  <a:srgbClr val="A8BBC8"/>
                </a:solidFill>
                <a:latin typeface="Arial"/>
                <a:ea typeface="Arial"/>
                <a:cs typeface="Arial"/>
              </a:rPr>
              <a:t>Bayora challenge   /   Hack in Hills 2026</a:t>
            </a:r>
          </a:p>
        </p:txBody>
      </p:sp>
      <p:sp>
        <p:nvSpPr>
          <p:cNvPr id="5" name="Noor Rattan">
            <a:extLst xmlns:a="http://schemas.openxmlformats.org/drawingml/2006/main">
              <a:ext uri="{FF2B5EF4-FFF2-40B4-BE49-F238E27FC236}">
                <a16:creationId xmlns:a16="http://schemas.microsoft.com/office/drawing/2014/main" id="{D58FCCC8-CD26-4A3A-8CCB-D23B704427DE}"/>
              </a:ext>
            </a:extLst>
          </p:cNvPr>
          <p:cNvSpPr>
            <a:spLocks xmlns:a="http://schemas.openxmlformats.org/drawingml/2006/main" noGrp="1"/>
          </p:cNvSpPr>
          <p:nvPr/>
        </p:nvSpPr>
        <p:spPr>
          <a:xfrm xmlns:a="http://schemas.openxmlformats.org/drawingml/2006/main">
            <a:off x="657225" y="5772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buNone/>
              <a:defRPr sz="1875" b="1">
                <a:solidFill>
                  <a:srgbClr val="FFFFFF"/>
                </a:solidFill>
                <a:latin typeface="Arial"/>
                <a:ea typeface="Arial"/>
                <a:cs typeface="Arial"/>
              </a:defRPr>
            </a:lvl1pPr>
            <a:lvl2pPr algn="l">
              <a:buNone/>
              <a:defRPr sz="1875" b="1">
                <a:solidFill>
                  <a:srgbClr val="FFFFFF"/>
                </a:solidFill>
                <a:latin typeface="Arial"/>
                <a:ea typeface="Arial"/>
                <a:cs typeface="Arial"/>
              </a:defRPr>
            </a:lvl2pPr>
            <a:lvl3pPr algn="l">
              <a:buNone/>
              <a:defRPr sz="1875" b="1">
                <a:solidFill>
                  <a:srgbClr val="FFFFFF"/>
                </a:solidFill>
                <a:latin typeface="Arial"/>
                <a:ea typeface="Arial"/>
                <a:cs typeface="Arial"/>
              </a:defRPr>
            </a:lvl3pPr>
            <a:lvl4pPr algn="l">
              <a:buNone/>
              <a:defRPr sz="1875" b="1">
                <a:solidFill>
                  <a:srgbClr val="FFFFFF"/>
                </a:solidFill>
                <a:latin typeface="Arial"/>
                <a:ea typeface="Arial"/>
                <a:cs typeface="Arial"/>
              </a:defRPr>
            </a:lvl4pPr>
            <a:lvl5pPr algn="l">
              <a:buNone/>
              <a:defRPr sz="1875" b="1">
                <a:solidFill>
                  <a:srgbClr val="FFFFFF"/>
                </a:solidFill>
                <a:latin typeface="Arial"/>
                <a:ea typeface="Arial"/>
                <a:cs typeface="Arial"/>
              </a:defRPr>
            </a:lvl5pPr>
            <a:lvl6pPr algn="l">
              <a:buNone/>
              <a:defRPr sz="1875" b="1">
                <a:solidFill>
                  <a:srgbClr val="FFFFFF"/>
                </a:solidFill>
                <a:latin typeface="Arial"/>
                <a:ea typeface="Arial"/>
                <a:cs typeface="Arial"/>
              </a:defRPr>
            </a:lvl6pPr>
            <a:lvl7pPr algn="l">
              <a:buNone/>
              <a:defRPr sz="1875" b="1">
                <a:solidFill>
                  <a:srgbClr val="FFFFFF"/>
                </a:solidFill>
                <a:latin typeface="Arial"/>
                <a:ea typeface="Arial"/>
                <a:cs typeface="Arial"/>
              </a:defRPr>
            </a:lvl7pPr>
            <a:lvl8pPr algn="l">
              <a:buNone/>
              <a:defRPr sz="1875" b="1">
                <a:solidFill>
                  <a:srgbClr val="FFFFFF"/>
                </a:solidFill>
                <a:latin typeface="Arial"/>
                <a:ea typeface="Arial"/>
                <a:cs typeface="Arial"/>
              </a:defRPr>
            </a:lvl8pPr>
            <a:lvl9pPr algn="l">
              <a:buNone/>
              <a:defRPr sz="1875" b="1">
                <a:solidFill>
                  <a:srgbClr val="FFFFFF"/>
                </a:solidFill>
                <a:latin typeface="Arial"/>
                <a:ea typeface="Arial"/>
                <a:cs typeface="Arial"/>
              </a:defRPr>
            </a:lvl9pPr>
          </a:lstStyle>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Noor Rattan</a:t>
            </a:r>
          </a:p>
        </p:txBody>
      </p:sp>
      <p:sp>
        <p:nvSpPr>
          <p:cNvPr id="6" name="Mayank Joshi">
            <a:extLst xmlns:a="http://schemas.openxmlformats.org/drawingml/2006/main">
              <a:ext uri="{FF2B5EF4-FFF2-40B4-BE49-F238E27FC236}">
                <a16:creationId xmlns:a16="http://schemas.microsoft.com/office/drawing/2014/main" id="{F285DAE1-4612-4A98-9909-1AC6A36125C9}"/>
              </a:ext>
            </a:extLst>
          </p:cNvPr>
          <p:cNvSpPr>
            <a:spLocks xmlns:a="http://schemas.openxmlformats.org/drawingml/2006/main" noGrp="1"/>
          </p:cNvSpPr>
          <p:nvPr/>
        </p:nvSpPr>
        <p:spPr>
          <a:xfrm xmlns:a="http://schemas.openxmlformats.org/drawingml/2006/main">
            <a:off x="4286250" y="5772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buNone/>
              <a:defRPr sz="1875" b="1">
                <a:solidFill>
                  <a:srgbClr val="FFFFFF"/>
                </a:solidFill>
                <a:latin typeface="Arial"/>
                <a:ea typeface="Arial"/>
                <a:cs typeface="Arial"/>
              </a:defRPr>
            </a:lvl1pPr>
            <a:lvl2pPr algn="l">
              <a:buNone/>
              <a:defRPr sz="1875" b="1">
                <a:solidFill>
                  <a:srgbClr val="FFFFFF"/>
                </a:solidFill>
                <a:latin typeface="Arial"/>
                <a:ea typeface="Arial"/>
                <a:cs typeface="Arial"/>
              </a:defRPr>
            </a:lvl2pPr>
            <a:lvl3pPr algn="l">
              <a:buNone/>
              <a:defRPr sz="1875" b="1">
                <a:solidFill>
                  <a:srgbClr val="FFFFFF"/>
                </a:solidFill>
                <a:latin typeface="Arial"/>
                <a:ea typeface="Arial"/>
                <a:cs typeface="Arial"/>
              </a:defRPr>
            </a:lvl3pPr>
            <a:lvl4pPr algn="l">
              <a:buNone/>
              <a:defRPr sz="1875" b="1">
                <a:solidFill>
                  <a:srgbClr val="FFFFFF"/>
                </a:solidFill>
                <a:latin typeface="Arial"/>
                <a:ea typeface="Arial"/>
                <a:cs typeface="Arial"/>
              </a:defRPr>
            </a:lvl4pPr>
            <a:lvl5pPr algn="l">
              <a:buNone/>
              <a:defRPr sz="1875" b="1">
                <a:solidFill>
                  <a:srgbClr val="FFFFFF"/>
                </a:solidFill>
                <a:latin typeface="Arial"/>
                <a:ea typeface="Arial"/>
                <a:cs typeface="Arial"/>
              </a:defRPr>
            </a:lvl5pPr>
            <a:lvl6pPr algn="l">
              <a:buNone/>
              <a:defRPr sz="1875" b="1">
                <a:solidFill>
                  <a:srgbClr val="FFFFFF"/>
                </a:solidFill>
                <a:latin typeface="Arial"/>
                <a:ea typeface="Arial"/>
                <a:cs typeface="Arial"/>
              </a:defRPr>
            </a:lvl6pPr>
            <a:lvl7pPr algn="l">
              <a:buNone/>
              <a:defRPr sz="1875" b="1">
                <a:solidFill>
                  <a:srgbClr val="FFFFFF"/>
                </a:solidFill>
                <a:latin typeface="Arial"/>
                <a:ea typeface="Arial"/>
                <a:cs typeface="Arial"/>
              </a:defRPr>
            </a:lvl7pPr>
            <a:lvl8pPr algn="l">
              <a:buNone/>
              <a:defRPr sz="1875" b="1">
                <a:solidFill>
                  <a:srgbClr val="FFFFFF"/>
                </a:solidFill>
                <a:latin typeface="Arial"/>
                <a:ea typeface="Arial"/>
                <a:cs typeface="Arial"/>
              </a:defRPr>
            </a:lvl8pPr>
            <a:lvl9pPr algn="l">
              <a:buNone/>
              <a:defRPr sz="1875" b="1">
                <a:solidFill>
                  <a:srgbClr val="FFFFFF"/>
                </a:solidFill>
                <a:latin typeface="Arial"/>
                <a:ea typeface="Arial"/>
                <a:cs typeface="Arial"/>
              </a:defRPr>
            </a:lvl9pPr>
          </a:lstStyle>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Mayank Joshi</a:t>
            </a:r>
          </a:p>
        </p:txBody>
      </p:sp>
      <p:sp>
        <p:nvSpPr>
          <p:cNvPr id="7" name="Monu Kumar">
            <a:extLst xmlns:a="http://schemas.openxmlformats.org/drawingml/2006/main">
              <a:ext uri="{FF2B5EF4-FFF2-40B4-BE49-F238E27FC236}">
                <a16:creationId xmlns:a16="http://schemas.microsoft.com/office/drawing/2014/main" id="{4A52C1E5-892D-49DF-9D3F-9BAF9AEC25C3}"/>
              </a:ext>
            </a:extLst>
          </p:cNvPr>
          <p:cNvSpPr>
            <a:spLocks xmlns:a="http://schemas.openxmlformats.org/drawingml/2006/main" noGrp="1"/>
          </p:cNvSpPr>
          <p:nvPr/>
        </p:nvSpPr>
        <p:spPr>
          <a:xfrm xmlns:a="http://schemas.openxmlformats.org/drawingml/2006/main">
            <a:off x="8096250" y="5772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buNone/>
              <a:defRPr sz="1875" b="1">
                <a:solidFill>
                  <a:srgbClr val="FFFFFF"/>
                </a:solidFill>
                <a:latin typeface="Arial"/>
                <a:ea typeface="Arial"/>
                <a:cs typeface="Arial"/>
              </a:defRPr>
            </a:lvl1pPr>
            <a:lvl2pPr algn="l">
              <a:buNone/>
              <a:defRPr sz="1875" b="1">
                <a:solidFill>
                  <a:srgbClr val="FFFFFF"/>
                </a:solidFill>
                <a:latin typeface="Arial"/>
                <a:ea typeface="Arial"/>
                <a:cs typeface="Arial"/>
              </a:defRPr>
            </a:lvl2pPr>
            <a:lvl3pPr algn="l">
              <a:buNone/>
              <a:defRPr sz="1875" b="1">
                <a:solidFill>
                  <a:srgbClr val="FFFFFF"/>
                </a:solidFill>
                <a:latin typeface="Arial"/>
                <a:ea typeface="Arial"/>
                <a:cs typeface="Arial"/>
              </a:defRPr>
            </a:lvl3pPr>
            <a:lvl4pPr algn="l">
              <a:buNone/>
              <a:defRPr sz="1875" b="1">
                <a:solidFill>
                  <a:srgbClr val="FFFFFF"/>
                </a:solidFill>
                <a:latin typeface="Arial"/>
                <a:ea typeface="Arial"/>
                <a:cs typeface="Arial"/>
              </a:defRPr>
            </a:lvl4pPr>
            <a:lvl5pPr algn="l">
              <a:buNone/>
              <a:defRPr sz="1875" b="1">
                <a:solidFill>
                  <a:srgbClr val="FFFFFF"/>
                </a:solidFill>
                <a:latin typeface="Arial"/>
                <a:ea typeface="Arial"/>
                <a:cs typeface="Arial"/>
              </a:defRPr>
            </a:lvl5pPr>
            <a:lvl6pPr algn="l">
              <a:buNone/>
              <a:defRPr sz="1875" b="1">
                <a:solidFill>
                  <a:srgbClr val="FFFFFF"/>
                </a:solidFill>
                <a:latin typeface="Arial"/>
                <a:ea typeface="Arial"/>
                <a:cs typeface="Arial"/>
              </a:defRPr>
            </a:lvl6pPr>
            <a:lvl7pPr algn="l">
              <a:buNone/>
              <a:defRPr sz="1875" b="1">
                <a:solidFill>
                  <a:srgbClr val="FFFFFF"/>
                </a:solidFill>
                <a:latin typeface="Arial"/>
                <a:ea typeface="Arial"/>
                <a:cs typeface="Arial"/>
              </a:defRPr>
            </a:lvl7pPr>
            <a:lvl8pPr algn="l">
              <a:buNone/>
              <a:defRPr sz="1875" b="1">
                <a:solidFill>
                  <a:srgbClr val="FFFFFF"/>
                </a:solidFill>
                <a:latin typeface="Arial"/>
                <a:ea typeface="Arial"/>
                <a:cs typeface="Arial"/>
              </a:defRPr>
            </a:lvl8pPr>
            <a:lvl9pPr algn="l">
              <a:buNone/>
              <a:defRPr sz="1875" b="1">
                <a:solidFill>
                  <a:srgbClr val="FFFFFF"/>
                </a:solidFill>
                <a:latin typeface="Arial"/>
                <a:ea typeface="Arial"/>
                <a:cs typeface="Arial"/>
              </a:defRPr>
            </a:lvl9pPr>
          </a:lstStyle>
          <a:p xmlns:a="http://schemas.openxmlformats.org/drawingml/2006/main">
            <a:pPr algn="l">
              <a:buNone/>
              <a:defRPr sz="1875" b="1">
                <a:solidFill>
                  <a:srgbClr val="FFFFFF"/>
                </a:solidFill>
                <a:latin typeface="Arial"/>
                <a:ea typeface="Arial"/>
                <a:cs typeface="Arial"/>
              </a:defRPr>
            </a:pPr>
            <a:r>
              <a:rPr sz="1875" b="1">
                <a:solidFill>
                  <a:srgbClr val="FFFFFF"/>
                </a:solidFill>
                <a:latin typeface="Arial"/>
                <a:ea typeface="Arial"/>
                <a:cs typeface="Arial"/>
              </a:rPr>
              <a:t>Monu Kumar</a:t>
            </a:r>
          </a:p>
        </p:txBody>
      </p:sp>
    </p:spTree>
    <p:extLst>
      <p:ext uri="{BB962C8B-B14F-4D97-AF65-F5344CB8AC3E}">
        <p14:creationId xmlns:p14="http://schemas.microsoft.com/office/powerpoint/2010/main" val="1789813423"/>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5CB471F-E985-41E0-ABAF-3044052CEECB}"/>
              </a:ext>
            </a:extLst>
          </p:cNvPr>
          <p:cNvCxnSpPr>
            <a:stCxn xmlns:a="http://schemas.openxmlformats.org/drawingml/2006/main" id="11" idx="3"/>
            <a:endCxn xmlns:a="http://schemas.openxmlformats.org/drawingml/2006/main" id="12" idx="1"/>
          </p:cNvCxnSpPr>
          <p:nvPr/>
        </p:nvCxnSpPr>
        <p:spPr>
          <a:xfrm xmlns:a="http://schemas.openxmlformats.org/drawingml/2006/main">
            <a:off x="7391400" y="4286250"/>
            <a:ext cx="1247775" cy="0"/>
          </a:xfrm>
          <a:prstGeom xmlns:a="http://schemas.openxmlformats.org/drawingml/2006/main" prst="straightConnector1">
            <a:avLst/>
          </a:prstGeom>
          <a:ln xmlns:a="http://schemas.openxmlformats.org/drawingml/2006/main" w="19050">
            <a:solidFill>
              <a:srgbClr val="C95045"/>
            </a:solidFill>
            <a:prstDash val="dash"/>
            <a:headEnd type="triangle" w="sm" len="sm"/>
            <a:tailEnd type="triangle" w="sm" len="sm"/>
          </a:ln>
        </p:spPr>
      </p:cxnSp>
      <p:cxnSp>
        <p:nvCxnSpPr>
          <p:cNvPr id="3" name="">
            <a:extLst xmlns:a="http://schemas.openxmlformats.org/drawingml/2006/main">
              <a:ext uri="{FF2B5EF4-FFF2-40B4-BE49-F238E27FC236}">
                <a16:creationId xmlns:a16="http://schemas.microsoft.com/office/drawing/2014/main" id="{5F3F3427-7173-44F3-8D78-1D63F21A2D67}"/>
              </a:ext>
            </a:extLst>
          </p:cNvPr>
          <p:cNvCxnSpPr>
            <a:stCxn xmlns:a="http://schemas.openxmlformats.org/drawingml/2006/main" id="10" idx="3"/>
            <a:endCxn xmlns:a="http://schemas.openxmlformats.org/drawingml/2006/main" id="11" idx="1"/>
          </p:cNvCxnSpPr>
          <p:nvPr/>
        </p:nvCxnSpPr>
        <p:spPr>
          <a:xfrm xmlns:a="http://schemas.openxmlformats.org/drawingml/2006/main">
            <a:off x="3571875" y="4286250"/>
            <a:ext cx="1247775" cy="0"/>
          </a:xfrm>
          <a:prstGeom xmlns:a="http://schemas.openxmlformats.org/drawingml/2006/main" prst="straightConnector1">
            <a:avLst/>
          </a:prstGeom>
          <a:ln xmlns:a="http://schemas.openxmlformats.org/drawingml/2006/main" w="19050">
            <a:solidFill>
              <a:srgbClr val="C95045"/>
            </a:solidFill>
            <a:prstDash val="dash"/>
            <a:headEnd type="triangle" w="sm" len="sm"/>
            <a:tailEnd type="triangle" w="sm" len="sm"/>
          </a:ln>
        </p:spPr>
      </p:cxnSp>
      <p:sp>
        <p:nvSpPr>
          <p:cNvPr id="4" name="Shared infrastructure can expose&#10;sensitive test state">
            <a:extLst xmlns:a="http://schemas.openxmlformats.org/drawingml/2006/main">
              <a:ext uri="{FF2B5EF4-FFF2-40B4-BE49-F238E27FC236}">
                <a16:creationId xmlns:a16="http://schemas.microsoft.com/office/drawing/2014/main" id="{F58B2894-625C-4BF5-8137-73A29ADC616D}"/>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Shared infrastructure can expose</a:t>
            </a:r>
          </a:p>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sensitive test state</a:t>
            </a:r>
          </a:p>
        </p:txBody>
      </p:sp>
      <p:sp>
        <p:nvSpPr>
          <p:cNvPr id="5" name="02">
            <a:extLst xmlns:a="http://schemas.openxmlformats.org/drawingml/2006/main">
              <a:ext uri="{FF2B5EF4-FFF2-40B4-BE49-F238E27FC236}">
                <a16:creationId xmlns:a16="http://schemas.microsoft.com/office/drawing/2014/main" id="{883862F7-57A1-42AC-ABBE-1FF71C2F39E8}"/>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02</a:t>
            </a:r>
          </a:p>
        </p:txBody>
      </p:sp>
      <p:sp>
        <p:nvSpPr>
          <p:cNvPr id="6" name="Problem statement">
            <a:extLst xmlns:a="http://schemas.openxmlformats.org/drawingml/2006/main">
              <a:ext uri="{FF2B5EF4-FFF2-40B4-BE49-F238E27FC236}">
                <a16:creationId xmlns:a16="http://schemas.microsoft.com/office/drawing/2014/main" id="{9BCE0339-B250-4374-BE9F-94FC17BE6A90}"/>
              </a:ext>
            </a:extLst>
          </p:cNvPr>
          <p:cNvSpPr>
            <a:spLocks xmlns:a="http://schemas.openxmlformats.org/drawingml/2006/main" noGrp="1"/>
          </p:cNvSpPr>
          <p:nvPr/>
        </p:nvSpPr>
        <p:spPr>
          <a:xfrm xmlns:a="http://schemas.openxmlformats.org/drawingml/2006/main">
            <a:off x="628650" y="17335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95045"/>
                </a:solidFill>
                <a:latin typeface="Arial"/>
                <a:ea typeface="Arial"/>
                <a:cs typeface="Arial"/>
              </a:defRPr>
            </a:defPPr>
            <a:lvl1pPr algn="l">
              <a:buNone/>
              <a:defRPr sz="1950" b="1">
                <a:solidFill>
                  <a:srgbClr val="C95045"/>
                </a:solidFill>
                <a:latin typeface="Arial"/>
                <a:ea typeface="Arial"/>
                <a:cs typeface="Arial"/>
              </a:defRPr>
            </a:lvl1pPr>
            <a:lvl2pPr algn="l">
              <a:buNone/>
              <a:defRPr sz="1950" b="1">
                <a:solidFill>
                  <a:srgbClr val="C95045"/>
                </a:solidFill>
                <a:latin typeface="Arial"/>
                <a:ea typeface="Arial"/>
                <a:cs typeface="Arial"/>
              </a:defRPr>
            </a:lvl2pPr>
            <a:lvl3pPr algn="l">
              <a:buNone/>
              <a:defRPr sz="1950" b="1">
                <a:solidFill>
                  <a:srgbClr val="C95045"/>
                </a:solidFill>
                <a:latin typeface="Arial"/>
                <a:ea typeface="Arial"/>
                <a:cs typeface="Arial"/>
              </a:defRPr>
            </a:lvl3pPr>
            <a:lvl4pPr algn="l">
              <a:buNone/>
              <a:defRPr sz="1950" b="1">
                <a:solidFill>
                  <a:srgbClr val="C95045"/>
                </a:solidFill>
                <a:latin typeface="Arial"/>
                <a:ea typeface="Arial"/>
                <a:cs typeface="Arial"/>
              </a:defRPr>
            </a:lvl4pPr>
            <a:lvl5pPr algn="l">
              <a:buNone/>
              <a:defRPr sz="1950" b="1">
                <a:solidFill>
                  <a:srgbClr val="C95045"/>
                </a:solidFill>
                <a:latin typeface="Arial"/>
                <a:ea typeface="Arial"/>
                <a:cs typeface="Arial"/>
              </a:defRPr>
            </a:lvl5pPr>
            <a:lvl6pPr algn="l">
              <a:buNone/>
              <a:defRPr sz="1950" b="1">
                <a:solidFill>
                  <a:srgbClr val="C95045"/>
                </a:solidFill>
                <a:latin typeface="Arial"/>
                <a:ea typeface="Arial"/>
                <a:cs typeface="Arial"/>
              </a:defRPr>
            </a:lvl6pPr>
            <a:lvl7pPr algn="l">
              <a:buNone/>
              <a:defRPr sz="1950" b="1">
                <a:solidFill>
                  <a:srgbClr val="C95045"/>
                </a:solidFill>
                <a:latin typeface="Arial"/>
                <a:ea typeface="Arial"/>
                <a:cs typeface="Arial"/>
              </a:defRPr>
            </a:lvl7pPr>
            <a:lvl8pPr algn="l">
              <a:buNone/>
              <a:defRPr sz="1950" b="1">
                <a:solidFill>
                  <a:srgbClr val="C95045"/>
                </a:solidFill>
                <a:latin typeface="Arial"/>
                <a:ea typeface="Arial"/>
                <a:cs typeface="Arial"/>
              </a:defRPr>
            </a:lvl8pPr>
            <a:lvl9pPr algn="l">
              <a:buNone/>
              <a:defRPr sz="1950" b="1">
                <a:solidFill>
                  <a:srgbClr val="C95045"/>
                </a:solidFill>
                <a:latin typeface="Arial"/>
                <a:ea typeface="Arial"/>
                <a:cs typeface="Arial"/>
              </a:defRPr>
            </a:lvl9pPr>
          </a:lstStyle>
          <a:p xmlns:a="http://schemas.openxmlformats.org/drawingml/2006/main">
            <a:pPr algn="l">
              <a:buNone/>
              <a:defRPr sz="1950" b="1">
                <a:solidFill>
                  <a:srgbClr val="C95045"/>
                </a:solidFill>
                <a:latin typeface="Arial"/>
                <a:ea typeface="Arial"/>
                <a:cs typeface="Arial"/>
              </a:defRPr>
            </a:pPr>
            <a:r>
              <a:rPr sz="1950" b="1">
                <a:solidFill>
                  <a:srgbClr val="C95045"/>
                </a:solidFill>
                <a:latin typeface="Arial"/>
                <a:ea typeface="Arial"/>
                <a:cs typeface="Arial"/>
              </a:rPr>
              <a:t>Problem statement</a:t>
            </a:r>
          </a:p>
        </p:txBody>
      </p:sp>
      <p:sp>
        <p:nvSpPr>
          <p:cNvPr id="7" name="Bayora’s red team, blue team and client LLM run in a shared Docker san">
            <a:extLst xmlns:a="http://schemas.openxmlformats.org/drawingml/2006/main">
              <a:ext uri="{FF2B5EF4-FFF2-40B4-BE49-F238E27FC236}">
                <a16:creationId xmlns:a16="http://schemas.microsoft.com/office/drawing/2014/main" id="{DFFD7555-C4B5-4460-8CEF-1C69C467F498}"/>
              </a:ext>
            </a:extLst>
          </p:cNvPr>
          <p:cNvSpPr>
            <a:spLocks xmlns:a="http://schemas.openxmlformats.org/drawingml/2006/main" noGrp="1"/>
          </p:cNvSpPr>
          <p:nvPr/>
        </p:nvSpPr>
        <p:spPr>
          <a:xfrm xmlns:a="http://schemas.openxmlformats.org/drawingml/2006/main">
            <a:off x="628650" y="22098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A1420"/>
                </a:solidFill>
                <a:latin typeface="Arial"/>
                <a:ea typeface="Arial"/>
                <a:cs typeface="Arial"/>
              </a:defRPr>
            </a:defPPr>
            <a:lvl1pPr algn="l">
              <a:buNone/>
              <a:defRPr sz="2025" b="0">
                <a:solidFill>
                  <a:srgbClr val="0A1420"/>
                </a:solidFill>
                <a:latin typeface="Arial"/>
                <a:ea typeface="Arial"/>
                <a:cs typeface="Arial"/>
              </a:defRPr>
            </a:lvl1pPr>
            <a:lvl2pPr algn="l">
              <a:buNone/>
              <a:defRPr sz="2025" b="0">
                <a:solidFill>
                  <a:srgbClr val="0A1420"/>
                </a:solidFill>
                <a:latin typeface="Arial"/>
                <a:ea typeface="Arial"/>
                <a:cs typeface="Arial"/>
              </a:defRPr>
            </a:lvl2pPr>
            <a:lvl3pPr algn="l">
              <a:buNone/>
              <a:defRPr sz="2025" b="0">
                <a:solidFill>
                  <a:srgbClr val="0A1420"/>
                </a:solidFill>
                <a:latin typeface="Arial"/>
                <a:ea typeface="Arial"/>
                <a:cs typeface="Arial"/>
              </a:defRPr>
            </a:lvl3pPr>
            <a:lvl4pPr algn="l">
              <a:buNone/>
              <a:defRPr sz="2025" b="0">
                <a:solidFill>
                  <a:srgbClr val="0A1420"/>
                </a:solidFill>
                <a:latin typeface="Arial"/>
                <a:ea typeface="Arial"/>
                <a:cs typeface="Arial"/>
              </a:defRPr>
            </a:lvl4pPr>
            <a:lvl5pPr algn="l">
              <a:buNone/>
              <a:defRPr sz="2025" b="0">
                <a:solidFill>
                  <a:srgbClr val="0A1420"/>
                </a:solidFill>
                <a:latin typeface="Arial"/>
                <a:ea typeface="Arial"/>
                <a:cs typeface="Arial"/>
              </a:defRPr>
            </a:lvl5pPr>
            <a:lvl6pPr algn="l">
              <a:buNone/>
              <a:defRPr sz="2025" b="0">
                <a:solidFill>
                  <a:srgbClr val="0A1420"/>
                </a:solidFill>
                <a:latin typeface="Arial"/>
                <a:ea typeface="Arial"/>
                <a:cs typeface="Arial"/>
              </a:defRPr>
            </a:lvl6pPr>
            <a:lvl7pPr algn="l">
              <a:buNone/>
              <a:defRPr sz="2025" b="0">
                <a:solidFill>
                  <a:srgbClr val="0A1420"/>
                </a:solidFill>
                <a:latin typeface="Arial"/>
                <a:ea typeface="Arial"/>
                <a:cs typeface="Arial"/>
              </a:defRPr>
            </a:lvl7pPr>
            <a:lvl8pPr algn="l">
              <a:buNone/>
              <a:defRPr sz="2025" b="0">
                <a:solidFill>
                  <a:srgbClr val="0A1420"/>
                </a:solidFill>
                <a:latin typeface="Arial"/>
                <a:ea typeface="Arial"/>
                <a:cs typeface="Arial"/>
              </a:defRPr>
            </a:lvl8pPr>
            <a:lvl9pPr algn="l">
              <a:buNone/>
              <a:defRPr sz="2025" b="0">
                <a:solidFill>
                  <a:srgbClr val="0A1420"/>
                </a:solidFill>
                <a:latin typeface="Arial"/>
                <a:ea typeface="Arial"/>
                <a:cs typeface="Arial"/>
              </a:defRPr>
            </a:lvl9pPr>
          </a:lstStyle>
          <a:p xmlns:a="http://schemas.openxmlformats.org/drawingml/2006/main">
            <a:pPr algn="l">
              <a:buNone/>
              <a:defRPr sz="2025" b="0">
                <a:solidFill>
                  <a:srgbClr val="0A1420"/>
                </a:solidFill>
                <a:latin typeface="Arial"/>
                <a:ea typeface="Arial"/>
                <a:cs typeface="Arial"/>
              </a:defRPr>
            </a:pPr>
            <a:r>
              <a:rPr sz="2025" b="0">
                <a:solidFill>
                  <a:srgbClr val="0A1420"/>
                </a:solidFill>
                <a:latin typeface="Arial"/>
                <a:ea typeface="Arial"/>
                <a:cs typeface="Arial"/>
              </a:rPr>
              <a:t>Bayora’s red team, blue team and client LLM run in a shared Docker sandbox.</a:t>
            </a:r>
          </a:p>
        </p:txBody>
      </p:sp>
      <p:sp>
        <p:nvSpPr>
          <p:cNvPr id="8" name="Shared Docker sandbox risk boundary">
            <a:extLst xmlns:a="http://schemas.openxmlformats.org/drawingml/2006/main">
              <a:ext uri="{FF2B5EF4-FFF2-40B4-BE49-F238E27FC236}">
                <a16:creationId xmlns:a16="http://schemas.microsoft.com/office/drawing/2014/main" id="{F386E432-382C-4917-860F-82F233FCA9DE}"/>
              </a:ext>
            </a:extLst>
          </p:cNvPr>
          <p:cNvSpPr>
            <a:spLocks xmlns:a="http://schemas.openxmlformats.org/drawingml/2006/main" noGrp="1"/>
          </p:cNvSpPr>
          <p:nvPr/>
        </p:nvSpPr>
        <p:spPr>
          <a:xfrm xmlns:a="http://schemas.openxmlformats.org/drawingml/2006/main">
            <a:off x="619125" y="3114675"/>
            <a:ext cx="10953750" cy="2209800"/>
          </a:xfrm>
          <a:prstGeom xmlns:a="http://schemas.openxmlformats.org/drawingml/2006/main" prst="rect">
            <a:avLst/>
          </a:prstGeom>
          <a:noFill xmlns:a="http://schemas.openxmlformats.org/drawingml/2006/main"/>
          <a:ln xmlns:a="http://schemas.openxmlformats.org/drawingml/2006/main" w="14288">
            <a:solidFill>
              <a:srgbClr val="A6B5BF"/>
            </a:solidFill>
            <a:prstDash val="dash"/>
          </a:ln>
        </p:spPr>
      </p:sp>
      <p:sp>
        <p:nvSpPr>
          <p:cNvPr id="9" name="SHARED SANDBOX">
            <a:extLst xmlns:a="http://schemas.openxmlformats.org/drawingml/2006/main">
              <a:ext uri="{FF2B5EF4-FFF2-40B4-BE49-F238E27FC236}">
                <a16:creationId xmlns:a16="http://schemas.microsoft.com/office/drawing/2014/main" id="{6A0E3527-351E-4D7C-B8CD-F9B11EFD1E3A}"/>
              </a:ext>
            </a:extLst>
          </p:cNvPr>
          <p:cNvSpPr>
            <a:spLocks xmlns:a="http://schemas.openxmlformats.org/drawingml/2006/main" noGrp="1"/>
          </p:cNvSpPr>
          <p:nvPr/>
        </p:nvSpPr>
        <p:spPr>
          <a:xfrm xmlns:a="http://schemas.openxmlformats.org/drawingml/2006/main">
            <a:off x="838200" y="32480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2616F"/>
                </a:solidFill>
                <a:latin typeface="Arial"/>
                <a:ea typeface="Arial"/>
                <a:cs typeface="Arial"/>
              </a:defRPr>
            </a:defPPr>
            <a:lvl1pPr algn="l">
              <a:buNone/>
              <a:defRPr sz="1350" b="1">
                <a:solidFill>
                  <a:srgbClr val="52616F"/>
                </a:solidFill>
                <a:latin typeface="Arial"/>
                <a:ea typeface="Arial"/>
                <a:cs typeface="Arial"/>
              </a:defRPr>
            </a:lvl1pPr>
            <a:lvl2pPr algn="l">
              <a:buNone/>
              <a:defRPr sz="1350" b="1">
                <a:solidFill>
                  <a:srgbClr val="52616F"/>
                </a:solidFill>
                <a:latin typeface="Arial"/>
                <a:ea typeface="Arial"/>
                <a:cs typeface="Arial"/>
              </a:defRPr>
            </a:lvl2pPr>
            <a:lvl3pPr algn="l">
              <a:buNone/>
              <a:defRPr sz="1350" b="1">
                <a:solidFill>
                  <a:srgbClr val="52616F"/>
                </a:solidFill>
                <a:latin typeface="Arial"/>
                <a:ea typeface="Arial"/>
                <a:cs typeface="Arial"/>
              </a:defRPr>
            </a:lvl3pPr>
            <a:lvl4pPr algn="l">
              <a:buNone/>
              <a:defRPr sz="1350" b="1">
                <a:solidFill>
                  <a:srgbClr val="52616F"/>
                </a:solidFill>
                <a:latin typeface="Arial"/>
                <a:ea typeface="Arial"/>
                <a:cs typeface="Arial"/>
              </a:defRPr>
            </a:lvl4pPr>
            <a:lvl5pPr algn="l">
              <a:buNone/>
              <a:defRPr sz="1350" b="1">
                <a:solidFill>
                  <a:srgbClr val="52616F"/>
                </a:solidFill>
                <a:latin typeface="Arial"/>
                <a:ea typeface="Arial"/>
                <a:cs typeface="Arial"/>
              </a:defRPr>
            </a:lvl5pPr>
            <a:lvl6pPr algn="l">
              <a:buNone/>
              <a:defRPr sz="1350" b="1">
                <a:solidFill>
                  <a:srgbClr val="52616F"/>
                </a:solidFill>
                <a:latin typeface="Arial"/>
                <a:ea typeface="Arial"/>
                <a:cs typeface="Arial"/>
              </a:defRPr>
            </a:lvl6pPr>
            <a:lvl7pPr algn="l">
              <a:buNone/>
              <a:defRPr sz="1350" b="1">
                <a:solidFill>
                  <a:srgbClr val="52616F"/>
                </a:solidFill>
                <a:latin typeface="Arial"/>
                <a:ea typeface="Arial"/>
                <a:cs typeface="Arial"/>
              </a:defRPr>
            </a:lvl7pPr>
            <a:lvl8pPr algn="l">
              <a:buNone/>
              <a:defRPr sz="1350" b="1">
                <a:solidFill>
                  <a:srgbClr val="52616F"/>
                </a:solidFill>
                <a:latin typeface="Arial"/>
                <a:ea typeface="Arial"/>
                <a:cs typeface="Arial"/>
              </a:defRPr>
            </a:lvl8pPr>
            <a:lvl9pPr algn="l">
              <a:buNone/>
              <a:defRPr sz="1350" b="1">
                <a:solidFill>
                  <a:srgbClr val="52616F"/>
                </a:solidFill>
                <a:latin typeface="Arial"/>
                <a:ea typeface="Arial"/>
                <a:cs typeface="Arial"/>
              </a:defRPr>
            </a:lvl9pPr>
          </a:lstStyle>
          <a:p xmlns:a="http://schemas.openxmlformats.org/drawingml/2006/main">
            <a:pPr algn="l">
              <a:buNone/>
              <a:defRPr sz="1350" b="1">
                <a:solidFill>
                  <a:srgbClr val="52616F"/>
                </a:solidFill>
                <a:latin typeface="Arial"/>
                <a:ea typeface="Arial"/>
                <a:cs typeface="Arial"/>
              </a:defRPr>
            </a:pPr>
            <a:r>
              <a:rPr sz="1350" b="1">
                <a:solidFill>
                  <a:srgbClr val="52616F"/>
                </a:solidFill>
                <a:latin typeface="Arial"/>
                <a:ea typeface="Arial"/>
                <a:cs typeface="Arial"/>
              </a:rPr>
              <a:t>SHARED SANDBOX</a:t>
            </a:r>
          </a:p>
        </p:txBody>
      </p:sp>
      <p:sp>
        <p:nvSpPr>
          <p:cNvPr id="10" name="RED TEAM Attack payloads">
            <a:extLst xmlns:a="http://schemas.openxmlformats.org/drawingml/2006/main">
              <a:ext uri="{FF2B5EF4-FFF2-40B4-BE49-F238E27FC236}">
                <a16:creationId xmlns:a16="http://schemas.microsoft.com/office/drawing/2014/main" id="{C801FBCB-947F-408D-93BA-78197B20B5C4}"/>
              </a:ext>
            </a:extLst>
          </p:cNvPr>
          <p:cNvSpPr>
            <a:spLocks xmlns:a="http://schemas.openxmlformats.org/drawingml/2006/main" noGrp="1"/>
          </p:cNvSpPr>
          <p:nvPr/>
        </p:nvSpPr>
        <p:spPr>
          <a:xfrm xmlns:a="http://schemas.openxmlformats.org/drawingml/2006/main">
            <a:off x="1000125" y="3810000"/>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5045"/>
            </a:solidFill>
          </a:ln>
        </p:spPr>
        <p:txBody>
          <a:bodyPr xmlns:a="http://schemas.openxmlformats.org/drawingml/2006/main" lIns="114300" tIns="114300" rIns="114300" bIns="114300" anchor="ctr">
            <a:noAutofit/>
          </a:bodyPr>
          <a:lstStyle xmlns:a="http://schemas.openxmlformats.org/drawingml/2006/main">
            <a:defPPr algn="ctr">
              <a:defRPr sz="1950" b="1">
                <a:solidFill>
                  <a:srgbClr val="C95045"/>
                </a:solidFill>
                <a:latin typeface="Arial"/>
                <a:ea typeface="Arial"/>
                <a:cs typeface="Arial"/>
              </a:defRPr>
            </a:defPPr>
            <a:lvl1pPr algn="ctr">
              <a:buNone/>
              <a:defRPr sz="1950" b="1">
                <a:solidFill>
                  <a:srgbClr val="C95045"/>
                </a:solidFill>
                <a:latin typeface="Arial"/>
                <a:ea typeface="Arial"/>
                <a:cs typeface="Arial"/>
              </a:defRPr>
            </a:lvl1pPr>
            <a:lvl2pPr algn="ctr">
              <a:buNone/>
              <a:defRPr sz="1950" b="1">
                <a:solidFill>
                  <a:srgbClr val="C95045"/>
                </a:solidFill>
                <a:latin typeface="Arial"/>
                <a:ea typeface="Arial"/>
                <a:cs typeface="Arial"/>
              </a:defRPr>
            </a:lvl2pPr>
            <a:lvl3pPr algn="ctr">
              <a:buNone/>
              <a:defRPr sz="1950" b="1">
                <a:solidFill>
                  <a:srgbClr val="C95045"/>
                </a:solidFill>
                <a:latin typeface="Arial"/>
                <a:ea typeface="Arial"/>
                <a:cs typeface="Arial"/>
              </a:defRPr>
            </a:lvl3pPr>
            <a:lvl4pPr algn="ctr">
              <a:buNone/>
              <a:defRPr sz="1950" b="1">
                <a:solidFill>
                  <a:srgbClr val="C95045"/>
                </a:solidFill>
                <a:latin typeface="Arial"/>
                <a:ea typeface="Arial"/>
                <a:cs typeface="Arial"/>
              </a:defRPr>
            </a:lvl4pPr>
            <a:lvl5pPr algn="ctr">
              <a:buNone/>
              <a:defRPr sz="1950" b="1">
                <a:solidFill>
                  <a:srgbClr val="C95045"/>
                </a:solidFill>
                <a:latin typeface="Arial"/>
                <a:ea typeface="Arial"/>
                <a:cs typeface="Arial"/>
              </a:defRPr>
            </a:lvl5pPr>
            <a:lvl6pPr algn="ctr">
              <a:buNone/>
              <a:defRPr sz="1950" b="1">
                <a:solidFill>
                  <a:srgbClr val="C95045"/>
                </a:solidFill>
                <a:latin typeface="Arial"/>
                <a:ea typeface="Arial"/>
                <a:cs typeface="Arial"/>
              </a:defRPr>
            </a:lvl6pPr>
            <a:lvl7pPr algn="ctr">
              <a:buNone/>
              <a:defRPr sz="1950" b="1">
                <a:solidFill>
                  <a:srgbClr val="C95045"/>
                </a:solidFill>
                <a:latin typeface="Arial"/>
                <a:ea typeface="Arial"/>
                <a:cs typeface="Arial"/>
              </a:defRPr>
            </a:lvl7pPr>
            <a:lvl8pPr algn="ctr">
              <a:buNone/>
              <a:defRPr sz="1950" b="1">
                <a:solidFill>
                  <a:srgbClr val="C95045"/>
                </a:solidFill>
                <a:latin typeface="Arial"/>
                <a:ea typeface="Arial"/>
                <a:cs typeface="Arial"/>
              </a:defRPr>
            </a:lvl8pPr>
            <a:lvl9pPr algn="ctr">
              <a:buNone/>
              <a:defRPr sz="1950" b="1">
                <a:solidFill>
                  <a:srgbClr val="C95045"/>
                </a:solidFill>
                <a:latin typeface="Arial"/>
                <a:ea typeface="Arial"/>
                <a:cs typeface="Arial"/>
              </a:defRPr>
            </a:lvl9pPr>
          </a:lstStyle>
          <a:p xmlns:a="http://schemas.openxmlformats.org/drawingml/2006/main">
            <a:pPr algn="ctr">
              <a:buNone/>
              <a:defRPr sz="1950" b="1">
                <a:solidFill>
                  <a:srgbClr val="C95045"/>
                </a:solidFill>
                <a:latin typeface="Arial"/>
                <a:ea typeface="Arial"/>
                <a:cs typeface="Arial"/>
              </a:defRPr>
            </a:pPr>
            <a:r>
              <a:rPr sz="1950" b="1">
                <a:solidFill>
                  <a:srgbClr val="C95045"/>
                </a:solidFill>
                <a:latin typeface="Arial"/>
                <a:ea typeface="Arial"/>
                <a:cs typeface="Arial"/>
              </a:rPr>
              <a:t>RED TEAM</a:t>
            </a:r>
          </a:p>
          <a:p xmlns:a="http://schemas.openxmlformats.org/drawingml/2006/main">
            <a:pPr algn="ctr">
              <a:buNone/>
              <a:defRPr sz="1950" b="1">
                <a:solidFill>
                  <a:srgbClr val="C95045"/>
                </a:solidFill>
                <a:latin typeface="Arial"/>
                <a:ea typeface="Arial"/>
                <a:cs typeface="Arial"/>
              </a:defRPr>
            </a:pPr>
            <a:r>
              <a:rPr sz="1950" b="1">
                <a:solidFill>
                  <a:srgbClr val="C95045"/>
                </a:solidFill>
                <a:latin typeface="Arial"/>
                <a:ea typeface="Arial"/>
                <a:cs typeface="Arial"/>
              </a:rPr>
              <a:t>Attack payloads</a:t>
            </a:r>
          </a:p>
        </p:txBody>
      </p:sp>
      <p:sp>
        <p:nvSpPr>
          <p:cNvPr id="11" name="BLUE TEAM Defense logic">
            <a:extLst xmlns:a="http://schemas.openxmlformats.org/drawingml/2006/main">
              <a:ext uri="{FF2B5EF4-FFF2-40B4-BE49-F238E27FC236}">
                <a16:creationId xmlns:a16="http://schemas.microsoft.com/office/drawing/2014/main" id="{C13668CB-1763-4A90-AEAB-02867EEE1C85}"/>
              </a:ext>
            </a:extLst>
          </p:cNvPr>
          <p:cNvSpPr>
            <a:spLocks xmlns:a="http://schemas.openxmlformats.org/drawingml/2006/main" noGrp="1"/>
          </p:cNvSpPr>
          <p:nvPr/>
        </p:nvSpPr>
        <p:spPr>
          <a:xfrm xmlns:a="http://schemas.openxmlformats.org/drawingml/2006/main">
            <a:off x="4819650" y="3810000"/>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1950" b="1">
                <a:solidFill>
                  <a:srgbClr val="087E78"/>
                </a:solidFill>
                <a:latin typeface="Arial"/>
                <a:ea typeface="Arial"/>
                <a:cs typeface="Arial"/>
              </a:defRPr>
            </a:defPPr>
            <a:lvl1pPr algn="ctr">
              <a:buNone/>
              <a:defRPr sz="1950" b="1">
                <a:solidFill>
                  <a:srgbClr val="087E78"/>
                </a:solidFill>
                <a:latin typeface="Arial"/>
                <a:ea typeface="Arial"/>
                <a:cs typeface="Arial"/>
              </a:defRPr>
            </a:lvl1pPr>
            <a:lvl2pPr algn="ctr">
              <a:buNone/>
              <a:defRPr sz="1950" b="1">
                <a:solidFill>
                  <a:srgbClr val="087E78"/>
                </a:solidFill>
                <a:latin typeface="Arial"/>
                <a:ea typeface="Arial"/>
                <a:cs typeface="Arial"/>
              </a:defRPr>
            </a:lvl2pPr>
            <a:lvl3pPr algn="ctr">
              <a:buNone/>
              <a:defRPr sz="1950" b="1">
                <a:solidFill>
                  <a:srgbClr val="087E78"/>
                </a:solidFill>
                <a:latin typeface="Arial"/>
                <a:ea typeface="Arial"/>
                <a:cs typeface="Arial"/>
              </a:defRPr>
            </a:lvl3pPr>
            <a:lvl4pPr algn="ctr">
              <a:buNone/>
              <a:defRPr sz="1950" b="1">
                <a:solidFill>
                  <a:srgbClr val="087E78"/>
                </a:solidFill>
                <a:latin typeface="Arial"/>
                <a:ea typeface="Arial"/>
                <a:cs typeface="Arial"/>
              </a:defRPr>
            </a:lvl4pPr>
            <a:lvl5pPr algn="ctr">
              <a:buNone/>
              <a:defRPr sz="1950" b="1">
                <a:solidFill>
                  <a:srgbClr val="087E78"/>
                </a:solidFill>
                <a:latin typeface="Arial"/>
                <a:ea typeface="Arial"/>
                <a:cs typeface="Arial"/>
              </a:defRPr>
            </a:lvl5pPr>
            <a:lvl6pPr algn="ctr">
              <a:buNone/>
              <a:defRPr sz="1950" b="1">
                <a:solidFill>
                  <a:srgbClr val="087E78"/>
                </a:solidFill>
                <a:latin typeface="Arial"/>
                <a:ea typeface="Arial"/>
                <a:cs typeface="Arial"/>
              </a:defRPr>
            </a:lvl6pPr>
            <a:lvl7pPr algn="ctr">
              <a:buNone/>
              <a:defRPr sz="1950" b="1">
                <a:solidFill>
                  <a:srgbClr val="087E78"/>
                </a:solidFill>
                <a:latin typeface="Arial"/>
                <a:ea typeface="Arial"/>
                <a:cs typeface="Arial"/>
              </a:defRPr>
            </a:lvl7pPr>
            <a:lvl8pPr algn="ctr">
              <a:buNone/>
              <a:defRPr sz="1950" b="1">
                <a:solidFill>
                  <a:srgbClr val="087E78"/>
                </a:solidFill>
                <a:latin typeface="Arial"/>
                <a:ea typeface="Arial"/>
                <a:cs typeface="Arial"/>
              </a:defRPr>
            </a:lvl8pPr>
            <a:lvl9pPr algn="ctr">
              <a:buNone/>
              <a:defRPr sz="1950" b="1">
                <a:solidFill>
                  <a:srgbClr val="087E78"/>
                </a:solidFill>
                <a:latin typeface="Arial"/>
                <a:ea typeface="Arial"/>
                <a:cs typeface="Arial"/>
              </a:defRPr>
            </a:lvl9pPr>
          </a:lstStyle>
          <a:p xmlns:a="http://schemas.openxmlformats.org/drawingml/2006/main">
            <a:pPr algn="ctr">
              <a:buNone/>
              <a:defRPr sz="1950" b="1">
                <a:solidFill>
                  <a:srgbClr val="087E78"/>
                </a:solidFill>
                <a:latin typeface="Arial"/>
                <a:ea typeface="Arial"/>
                <a:cs typeface="Arial"/>
              </a:defRPr>
            </a:pPr>
            <a:r>
              <a:rPr sz="1950" b="1">
                <a:solidFill>
                  <a:srgbClr val="087E78"/>
                </a:solidFill>
                <a:latin typeface="Arial"/>
                <a:ea typeface="Arial"/>
                <a:cs typeface="Arial"/>
              </a:rPr>
              <a:t>BLUE TEAM</a:t>
            </a:r>
          </a:p>
          <a:p xmlns:a="http://schemas.openxmlformats.org/drawingml/2006/main">
            <a:pPr algn="ctr">
              <a:buNone/>
              <a:defRPr sz="1950" b="1">
                <a:solidFill>
                  <a:srgbClr val="087E78"/>
                </a:solidFill>
                <a:latin typeface="Arial"/>
                <a:ea typeface="Arial"/>
                <a:cs typeface="Arial"/>
              </a:defRPr>
            </a:pPr>
            <a:r>
              <a:rPr sz="1950" b="1">
                <a:solidFill>
                  <a:srgbClr val="087E78"/>
                </a:solidFill>
                <a:latin typeface="Arial"/>
                <a:ea typeface="Arial"/>
                <a:cs typeface="Arial"/>
              </a:rPr>
              <a:t>Defense logic</a:t>
            </a:r>
          </a:p>
        </p:txBody>
      </p:sp>
      <p:sp>
        <p:nvSpPr>
          <p:cNvPr id="12" name="CLIENT LLM Prompt and context state">
            <a:extLst xmlns:a="http://schemas.openxmlformats.org/drawingml/2006/main">
              <a:ext uri="{FF2B5EF4-FFF2-40B4-BE49-F238E27FC236}">
                <a16:creationId xmlns:a16="http://schemas.microsoft.com/office/drawing/2014/main" id="{99AFCC8F-024E-45EF-AD92-027720ABC54B}"/>
              </a:ext>
            </a:extLst>
          </p:cNvPr>
          <p:cNvSpPr>
            <a:spLocks xmlns:a="http://schemas.openxmlformats.org/drawingml/2006/main" noGrp="1"/>
          </p:cNvSpPr>
          <p:nvPr/>
        </p:nvSpPr>
        <p:spPr>
          <a:xfrm xmlns:a="http://schemas.openxmlformats.org/drawingml/2006/main">
            <a:off x="8639175" y="3810000"/>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425C7A"/>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425C7A"/>
                </a:solidFill>
                <a:latin typeface="Arial"/>
                <a:ea typeface="Arial"/>
                <a:cs typeface="Arial"/>
              </a:defRPr>
            </a:defPPr>
            <a:lvl1pPr algn="ctr">
              <a:buNone/>
              <a:defRPr sz="1800" b="1">
                <a:solidFill>
                  <a:srgbClr val="425C7A"/>
                </a:solidFill>
                <a:latin typeface="Arial"/>
                <a:ea typeface="Arial"/>
                <a:cs typeface="Arial"/>
              </a:defRPr>
            </a:lvl1pPr>
            <a:lvl2pPr algn="ctr">
              <a:buNone/>
              <a:defRPr sz="1800" b="1">
                <a:solidFill>
                  <a:srgbClr val="425C7A"/>
                </a:solidFill>
                <a:latin typeface="Arial"/>
                <a:ea typeface="Arial"/>
                <a:cs typeface="Arial"/>
              </a:defRPr>
            </a:lvl2pPr>
            <a:lvl3pPr algn="ctr">
              <a:buNone/>
              <a:defRPr sz="1800" b="1">
                <a:solidFill>
                  <a:srgbClr val="425C7A"/>
                </a:solidFill>
                <a:latin typeface="Arial"/>
                <a:ea typeface="Arial"/>
                <a:cs typeface="Arial"/>
              </a:defRPr>
            </a:lvl3pPr>
            <a:lvl4pPr algn="ctr">
              <a:buNone/>
              <a:defRPr sz="1800" b="1">
                <a:solidFill>
                  <a:srgbClr val="425C7A"/>
                </a:solidFill>
                <a:latin typeface="Arial"/>
                <a:ea typeface="Arial"/>
                <a:cs typeface="Arial"/>
              </a:defRPr>
            </a:lvl4pPr>
            <a:lvl5pPr algn="ctr">
              <a:buNone/>
              <a:defRPr sz="1800" b="1">
                <a:solidFill>
                  <a:srgbClr val="425C7A"/>
                </a:solidFill>
                <a:latin typeface="Arial"/>
                <a:ea typeface="Arial"/>
                <a:cs typeface="Arial"/>
              </a:defRPr>
            </a:lvl5pPr>
            <a:lvl6pPr algn="ctr">
              <a:buNone/>
              <a:defRPr sz="1800" b="1">
                <a:solidFill>
                  <a:srgbClr val="425C7A"/>
                </a:solidFill>
                <a:latin typeface="Arial"/>
                <a:ea typeface="Arial"/>
                <a:cs typeface="Arial"/>
              </a:defRPr>
            </a:lvl6pPr>
            <a:lvl7pPr algn="ctr">
              <a:buNone/>
              <a:defRPr sz="1800" b="1">
                <a:solidFill>
                  <a:srgbClr val="425C7A"/>
                </a:solidFill>
                <a:latin typeface="Arial"/>
                <a:ea typeface="Arial"/>
                <a:cs typeface="Arial"/>
              </a:defRPr>
            </a:lvl7pPr>
            <a:lvl8pPr algn="ctr">
              <a:buNone/>
              <a:defRPr sz="1800" b="1">
                <a:solidFill>
                  <a:srgbClr val="425C7A"/>
                </a:solidFill>
                <a:latin typeface="Arial"/>
                <a:ea typeface="Arial"/>
                <a:cs typeface="Arial"/>
              </a:defRPr>
            </a:lvl8pPr>
            <a:lvl9pPr algn="ctr">
              <a:buNone/>
              <a:defRPr sz="1800" b="1">
                <a:solidFill>
                  <a:srgbClr val="425C7A"/>
                </a:solidFill>
                <a:latin typeface="Arial"/>
                <a:ea typeface="Arial"/>
                <a:cs typeface="Arial"/>
              </a:defRPr>
            </a:lvl9pPr>
          </a:lstStyle>
          <a:p xmlns:a="http://schemas.openxmlformats.org/drawingml/2006/main">
            <a:pPr algn="ctr">
              <a:buNone/>
              <a:defRPr sz="1800" b="1">
                <a:solidFill>
                  <a:srgbClr val="425C7A"/>
                </a:solidFill>
                <a:latin typeface="Arial"/>
                <a:ea typeface="Arial"/>
                <a:cs typeface="Arial"/>
              </a:defRPr>
            </a:pPr>
            <a:r>
              <a:rPr sz="1800" b="1">
                <a:solidFill>
                  <a:srgbClr val="425C7A"/>
                </a:solidFill>
                <a:latin typeface="Arial"/>
                <a:ea typeface="Arial"/>
                <a:cs typeface="Arial"/>
              </a:rPr>
              <a:t>CLIENT LLM</a:t>
            </a:r>
          </a:p>
          <a:p xmlns:a="http://schemas.openxmlformats.org/drawingml/2006/main">
            <a:pPr algn="ctr">
              <a:buNone/>
              <a:defRPr sz="1800" b="1">
                <a:solidFill>
                  <a:srgbClr val="425C7A"/>
                </a:solidFill>
                <a:latin typeface="Arial"/>
                <a:ea typeface="Arial"/>
                <a:cs typeface="Arial"/>
              </a:defRPr>
            </a:pPr>
            <a:r>
              <a:rPr sz="1800" b="1">
                <a:solidFill>
                  <a:srgbClr val="425C7A"/>
                </a:solidFill>
                <a:latin typeface="Arial"/>
                <a:ea typeface="Arial"/>
                <a:cs typeface="Arial"/>
              </a:rPr>
              <a:t>Prompt and context state</a:t>
            </a:r>
          </a:p>
        </p:txBody>
      </p:sp>
      <p:sp>
        <p:nvSpPr>
          <p:cNvPr id="13" name="Leakage or interference can invalidate a safety finding.">
            <a:extLst xmlns:a="http://schemas.openxmlformats.org/drawingml/2006/main">
              <a:ext uri="{FF2B5EF4-FFF2-40B4-BE49-F238E27FC236}">
                <a16:creationId xmlns:a16="http://schemas.microsoft.com/office/drawing/2014/main" id="{4039B55E-74E3-42FE-96E2-DF023549A4E2}"/>
              </a:ext>
            </a:extLst>
          </p:cNvPr>
          <p:cNvSpPr>
            <a:spLocks xmlns:a="http://schemas.openxmlformats.org/drawingml/2006/main" noGrp="1"/>
          </p:cNvSpPr>
          <p:nvPr/>
        </p:nvSpPr>
        <p:spPr>
          <a:xfrm xmlns:a="http://schemas.openxmlformats.org/drawingml/2006/main">
            <a:off x="628650" y="5657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A1420"/>
                </a:solidFill>
                <a:latin typeface="Arial"/>
                <a:ea typeface="Arial"/>
                <a:cs typeface="Arial"/>
              </a:defRPr>
            </a:defPPr>
            <a:lvl1pPr algn="l">
              <a:buNone/>
              <a:defRPr sz="2250" b="1">
                <a:solidFill>
                  <a:srgbClr val="0A1420"/>
                </a:solidFill>
                <a:latin typeface="Arial"/>
                <a:ea typeface="Arial"/>
                <a:cs typeface="Arial"/>
              </a:defRPr>
            </a:lvl1pPr>
            <a:lvl2pPr algn="l">
              <a:buNone/>
              <a:defRPr sz="2250" b="1">
                <a:solidFill>
                  <a:srgbClr val="0A1420"/>
                </a:solidFill>
                <a:latin typeface="Arial"/>
                <a:ea typeface="Arial"/>
                <a:cs typeface="Arial"/>
              </a:defRPr>
            </a:lvl2pPr>
            <a:lvl3pPr algn="l">
              <a:buNone/>
              <a:defRPr sz="2250" b="1">
                <a:solidFill>
                  <a:srgbClr val="0A1420"/>
                </a:solidFill>
                <a:latin typeface="Arial"/>
                <a:ea typeface="Arial"/>
                <a:cs typeface="Arial"/>
              </a:defRPr>
            </a:lvl3pPr>
            <a:lvl4pPr algn="l">
              <a:buNone/>
              <a:defRPr sz="2250" b="1">
                <a:solidFill>
                  <a:srgbClr val="0A1420"/>
                </a:solidFill>
                <a:latin typeface="Arial"/>
                <a:ea typeface="Arial"/>
                <a:cs typeface="Arial"/>
              </a:defRPr>
            </a:lvl4pPr>
            <a:lvl5pPr algn="l">
              <a:buNone/>
              <a:defRPr sz="2250" b="1">
                <a:solidFill>
                  <a:srgbClr val="0A1420"/>
                </a:solidFill>
                <a:latin typeface="Arial"/>
                <a:ea typeface="Arial"/>
                <a:cs typeface="Arial"/>
              </a:defRPr>
            </a:lvl5pPr>
            <a:lvl6pPr algn="l">
              <a:buNone/>
              <a:defRPr sz="2250" b="1">
                <a:solidFill>
                  <a:srgbClr val="0A1420"/>
                </a:solidFill>
                <a:latin typeface="Arial"/>
                <a:ea typeface="Arial"/>
                <a:cs typeface="Arial"/>
              </a:defRPr>
            </a:lvl6pPr>
            <a:lvl7pPr algn="l">
              <a:buNone/>
              <a:defRPr sz="2250" b="1">
                <a:solidFill>
                  <a:srgbClr val="0A1420"/>
                </a:solidFill>
                <a:latin typeface="Arial"/>
                <a:ea typeface="Arial"/>
                <a:cs typeface="Arial"/>
              </a:defRPr>
            </a:lvl7pPr>
            <a:lvl8pPr algn="l">
              <a:buNone/>
              <a:defRPr sz="2250" b="1">
                <a:solidFill>
                  <a:srgbClr val="0A1420"/>
                </a:solidFill>
                <a:latin typeface="Arial"/>
                <a:ea typeface="Arial"/>
                <a:cs typeface="Arial"/>
              </a:defRPr>
            </a:lvl8pPr>
            <a:lvl9pPr algn="l">
              <a:buNone/>
              <a:defRPr sz="2250" b="1">
                <a:solidFill>
                  <a:srgbClr val="0A1420"/>
                </a:solidFill>
                <a:latin typeface="Arial"/>
                <a:ea typeface="Arial"/>
                <a:cs typeface="Arial"/>
              </a:defRPr>
            </a:lvl9pPr>
          </a:lstStyle>
          <a:p xmlns:a="http://schemas.openxmlformats.org/drawingml/2006/main">
            <a:pPr algn="l">
              <a:buNone/>
              <a:defRPr sz="2250" b="1">
                <a:solidFill>
                  <a:srgbClr val="0A1420"/>
                </a:solidFill>
                <a:latin typeface="Arial"/>
                <a:ea typeface="Arial"/>
                <a:cs typeface="Arial"/>
              </a:defRPr>
            </a:pPr>
            <a:r>
              <a:rPr sz="2250" b="1">
                <a:solidFill>
                  <a:srgbClr val="0A1420"/>
                </a:solidFill>
                <a:latin typeface="Arial"/>
                <a:ea typeface="Arial"/>
                <a:cs typeface="Arial"/>
              </a:rPr>
              <a:t>Leakage or interference can invalidate a safety finding.</a:t>
            </a:r>
          </a:p>
        </p:txBody>
      </p:sp>
    </p:spTree>
    <p:extLst>
      <p:ext uri="{BB962C8B-B14F-4D97-AF65-F5344CB8AC3E}">
        <p14:creationId xmlns:p14="http://schemas.microsoft.com/office/powerpoint/2010/main" val="836555275"/>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One controlled test lifecycle">
            <a:extLst xmlns:a="http://schemas.openxmlformats.org/drawingml/2006/main">
              <a:ext uri="{FF2B5EF4-FFF2-40B4-BE49-F238E27FC236}">
                <a16:creationId xmlns:a16="http://schemas.microsoft.com/office/drawing/2014/main" id="{AA2041AA-CD9A-473D-BD6B-AB8BA6A5E393}"/>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One controlled test lifecycle</a:t>
            </a:r>
          </a:p>
        </p:txBody>
      </p:sp>
      <p:sp>
        <p:nvSpPr>
          <p:cNvPr id="3" name="03">
            <a:extLst xmlns:a="http://schemas.openxmlformats.org/drawingml/2006/main">
              <a:ext uri="{FF2B5EF4-FFF2-40B4-BE49-F238E27FC236}">
                <a16:creationId xmlns:a16="http://schemas.microsoft.com/office/drawing/2014/main" id="{4079F815-BB61-429A-8CAC-EAC75B9DD78F}"/>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03</a:t>
            </a:r>
          </a:p>
        </p:txBody>
      </p:sp>
      <p:sp>
        <p:nvSpPr>
          <p:cNvPr id="4" name="Each result stays linked to its run and configuration.">
            <a:extLst xmlns:a="http://schemas.openxmlformats.org/drawingml/2006/main">
              <a:ext uri="{FF2B5EF4-FFF2-40B4-BE49-F238E27FC236}">
                <a16:creationId xmlns:a16="http://schemas.microsoft.com/office/drawing/2014/main" id="{D38ADCEC-4588-48D4-923E-4D269E070670}"/>
              </a:ext>
            </a:extLst>
          </p:cNvPr>
          <p:cNvSpPr>
            <a:spLocks xmlns:a="http://schemas.openxmlformats.org/drawingml/2006/main" noGrp="1"/>
          </p:cNvSpPr>
          <p:nvPr/>
        </p:nvSpPr>
        <p:spPr>
          <a:xfrm xmlns:a="http://schemas.openxmlformats.org/drawingml/2006/main">
            <a:off x="619125" y="1619250"/>
            <a:ext cx="1062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78"/>
                </a:solidFill>
                <a:latin typeface="Arial"/>
                <a:ea typeface="Arial"/>
                <a:cs typeface="Arial"/>
              </a:defRPr>
            </a:defPPr>
            <a:lvl1pPr algn="l">
              <a:buNone/>
              <a:defRPr sz="2175" b="1">
                <a:solidFill>
                  <a:srgbClr val="087E78"/>
                </a:solidFill>
                <a:latin typeface="Arial"/>
                <a:ea typeface="Arial"/>
                <a:cs typeface="Arial"/>
              </a:defRPr>
            </a:lvl1pPr>
            <a:lvl2pPr algn="l">
              <a:buNone/>
              <a:defRPr sz="2175" b="1">
                <a:solidFill>
                  <a:srgbClr val="087E78"/>
                </a:solidFill>
                <a:latin typeface="Arial"/>
                <a:ea typeface="Arial"/>
                <a:cs typeface="Arial"/>
              </a:defRPr>
            </a:lvl2pPr>
            <a:lvl3pPr algn="l">
              <a:buNone/>
              <a:defRPr sz="2175" b="1">
                <a:solidFill>
                  <a:srgbClr val="087E78"/>
                </a:solidFill>
                <a:latin typeface="Arial"/>
                <a:ea typeface="Arial"/>
                <a:cs typeface="Arial"/>
              </a:defRPr>
            </a:lvl3pPr>
            <a:lvl4pPr algn="l">
              <a:buNone/>
              <a:defRPr sz="2175" b="1">
                <a:solidFill>
                  <a:srgbClr val="087E78"/>
                </a:solidFill>
                <a:latin typeface="Arial"/>
                <a:ea typeface="Arial"/>
                <a:cs typeface="Arial"/>
              </a:defRPr>
            </a:lvl4pPr>
            <a:lvl5pPr algn="l">
              <a:buNone/>
              <a:defRPr sz="2175" b="1">
                <a:solidFill>
                  <a:srgbClr val="087E78"/>
                </a:solidFill>
                <a:latin typeface="Arial"/>
                <a:ea typeface="Arial"/>
                <a:cs typeface="Arial"/>
              </a:defRPr>
            </a:lvl5pPr>
            <a:lvl6pPr algn="l">
              <a:buNone/>
              <a:defRPr sz="2175" b="1">
                <a:solidFill>
                  <a:srgbClr val="087E78"/>
                </a:solidFill>
                <a:latin typeface="Arial"/>
                <a:ea typeface="Arial"/>
                <a:cs typeface="Arial"/>
              </a:defRPr>
            </a:lvl6pPr>
            <a:lvl7pPr algn="l">
              <a:buNone/>
              <a:defRPr sz="2175" b="1">
                <a:solidFill>
                  <a:srgbClr val="087E78"/>
                </a:solidFill>
                <a:latin typeface="Arial"/>
                <a:ea typeface="Arial"/>
                <a:cs typeface="Arial"/>
              </a:defRPr>
            </a:lvl7pPr>
            <a:lvl8pPr algn="l">
              <a:buNone/>
              <a:defRPr sz="2175" b="1">
                <a:solidFill>
                  <a:srgbClr val="087E78"/>
                </a:solidFill>
                <a:latin typeface="Arial"/>
                <a:ea typeface="Arial"/>
                <a:cs typeface="Arial"/>
              </a:defRPr>
            </a:lvl8pPr>
            <a:lvl9pPr algn="l">
              <a:buNone/>
              <a:defRPr sz="2175" b="1">
                <a:solidFill>
                  <a:srgbClr val="087E78"/>
                </a:solidFill>
                <a:latin typeface="Arial"/>
                <a:ea typeface="Arial"/>
                <a:cs typeface="Arial"/>
              </a:defRPr>
            </a:lvl9pPr>
          </a:lstStyle>
          <a:p xmlns:a="http://schemas.openxmlformats.org/drawingml/2006/main">
            <a:pPr algn="l">
              <a:buNone/>
              <a:defRPr sz="2175" b="1">
                <a:solidFill>
                  <a:srgbClr val="087E78"/>
                </a:solidFill>
                <a:latin typeface="Arial"/>
                <a:ea typeface="Arial"/>
                <a:cs typeface="Arial"/>
              </a:defRPr>
            </a:pPr>
            <a:r>
              <a:rPr sz="2175" b="1">
                <a:solidFill>
                  <a:srgbClr val="087E78"/>
                </a:solidFill>
                <a:latin typeface="Arial"/>
                <a:ea typeface="Arial"/>
                <a:cs typeface="Arial"/>
              </a:rPr>
              <a:t>Each result stays linked to its run and configuration.</a:t>
            </a:r>
          </a:p>
        </p:txBody>
      </p:sp>
      <p:sp>
        <p:nvSpPr>
          <p:cNvPr id="5" name="01">
            <a:extLst xmlns:a="http://schemas.openxmlformats.org/drawingml/2006/main">
              <a:ext uri="{FF2B5EF4-FFF2-40B4-BE49-F238E27FC236}">
                <a16:creationId xmlns:a16="http://schemas.microsoft.com/office/drawing/2014/main" id="{34009B9D-ED27-4300-8B2F-F5C9CF9C1375}"/>
              </a:ext>
            </a:extLst>
          </p:cNvPr>
          <p:cNvSpPr>
            <a:spLocks xmlns:a="http://schemas.openxmlformats.org/drawingml/2006/main" noGrp="1"/>
          </p:cNvSpPr>
          <p:nvPr/>
        </p:nvSpPr>
        <p:spPr>
          <a:xfrm xmlns:a="http://schemas.openxmlformats.org/drawingml/2006/main">
            <a:off x="628650" y="24765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buNone/>
              <a:defRPr sz="2850" b="1">
                <a:solidFill>
                  <a:srgbClr val="087E78"/>
                </a:solidFill>
                <a:latin typeface="Arial"/>
                <a:ea typeface="Arial"/>
                <a:cs typeface="Arial"/>
              </a:defRPr>
            </a:lvl1pPr>
            <a:lvl2pPr algn="l">
              <a:buNone/>
              <a:defRPr sz="2850" b="1">
                <a:solidFill>
                  <a:srgbClr val="087E78"/>
                </a:solidFill>
                <a:latin typeface="Arial"/>
                <a:ea typeface="Arial"/>
                <a:cs typeface="Arial"/>
              </a:defRPr>
            </a:lvl2pPr>
            <a:lvl3pPr algn="l">
              <a:buNone/>
              <a:defRPr sz="2850" b="1">
                <a:solidFill>
                  <a:srgbClr val="087E78"/>
                </a:solidFill>
                <a:latin typeface="Arial"/>
                <a:ea typeface="Arial"/>
                <a:cs typeface="Arial"/>
              </a:defRPr>
            </a:lvl3pPr>
            <a:lvl4pPr algn="l">
              <a:buNone/>
              <a:defRPr sz="2850" b="1">
                <a:solidFill>
                  <a:srgbClr val="087E78"/>
                </a:solidFill>
                <a:latin typeface="Arial"/>
                <a:ea typeface="Arial"/>
                <a:cs typeface="Arial"/>
              </a:defRPr>
            </a:lvl4pPr>
            <a:lvl5pPr algn="l">
              <a:buNone/>
              <a:defRPr sz="2850" b="1">
                <a:solidFill>
                  <a:srgbClr val="087E78"/>
                </a:solidFill>
                <a:latin typeface="Arial"/>
                <a:ea typeface="Arial"/>
                <a:cs typeface="Arial"/>
              </a:defRPr>
            </a:lvl5pPr>
            <a:lvl6pPr algn="l">
              <a:buNone/>
              <a:defRPr sz="2850" b="1">
                <a:solidFill>
                  <a:srgbClr val="087E78"/>
                </a:solidFill>
                <a:latin typeface="Arial"/>
                <a:ea typeface="Arial"/>
                <a:cs typeface="Arial"/>
              </a:defRPr>
            </a:lvl6pPr>
            <a:lvl7pPr algn="l">
              <a:buNone/>
              <a:defRPr sz="2850" b="1">
                <a:solidFill>
                  <a:srgbClr val="087E78"/>
                </a:solidFill>
                <a:latin typeface="Arial"/>
                <a:ea typeface="Arial"/>
                <a:cs typeface="Arial"/>
              </a:defRPr>
            </a:lvl7pPr>
            <a:lvl8pPr algn="l">
              <a:buNone/>
              <a:defRPr sz="2850" b="1">
                <a:solidFill>
                  <a:srgbClr val="087E78"/>
                </a:solidFill>
                <a:latin typeface="Arial"/>
                <a:ea typeface="Arial"/>
                <a:cs typeface="Arial"/>
              </a:defRPr>
            </a:lvl8pPr>
            <a:lvl9pPr algn="l">
              <a:buNone/>
              <a:defRPr sz="2850" b="1">
                <a:solidFill>
                  <a:srgbClr val="087E78"/>
                </a:solidFill>
                <a:latin typeface="Arial"/>
                <a:ea typeface="Arial"/>
                <a:cs typeface="Arial"/>
              </a:defRPr>
            </a:lvl9pPr>
          </a:lstStyle>
          <a:p xmlns:a="http://schemas.openxmlformats.org/drawingml/2006/main">
            <a:pPr algn="l">
              <a:buNone/>
              <a:defRPr sz="2850" b="1">
                <a:solidFill>
                  <a:srgbClr val="087E78"/>
                </a:solidFill>
                <a:latin typeface="Arial"/>
                <a:ea typeface="Arial"/>
                <a:cs typeface="Arial"/>
              </a:defRPr>
            </a:pPr>
            <a:r>
              <a:rPr sz="2850" b="1">
                <a:solidFill>
                  <a:srgbClr val="087E78"/>
                </a:solidFill>
                <a:latin typeface="Arial"/>
                <a:ea typeface="Arial"/>
                <a:cs typeface="Arial"/>
              </a:rPr>
              <a:t>01</a:t>
            </a:r>
          </a:p>
        </p:txBody>
      </p:sp>
      <p:sp>
        <p:nvSpPr>
          <p:cNvPr id="6" name="Admit exact inputs">
            <a:extLst xmlns:a="http://schemas.openxmlformats.org/drawingml/2006/main">
              <a:ext uri="{FF2B5EF4-FFF2-40B4-BE49-F238E27FC236}">
                <a16:creationId xmlns:a16="http://schemas.microsoft.com/office/drawing/2014/main" id="{31F2D97E-C081-42C2-AB65-0806A2CCD792}"/>
              </a:ext>
            </a:extLst>
          </p:cNvPr>
          <p:cNvSpPr>
            <a:spLocks xmlns:a="http://schemas.openxmlformats.org/drawingml/2006/main" noGrp="1"/>
          </p:cNvSpPr>
          <p:nvPr/>
        </p:nvSpPr>
        <p:spPr>
          <a:xfrm xmlns:a="http://schemas.openxmlformats.org/drawingml/2006/main">
            <a:off x="1695450" y="250507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Admit exact inputs</a:t>
            </a:r>
          </a:p>
        </p:txBody>
      </p:sp>
      <p:sp>
        <p:nvSpPr>
          <p:cNvPr id="7" name="Source, model and authority checks before execution">
            <a:extLst xmlns:a="http://schemas.openxmlformats.org/drawingml/2006/main">
              <a:ext uri="{FF2B5EF4-FFF2-40B4-BE49-F238E27FC236}">
                <a16:creationId xmlns:a16="http://schemas.microsoft.com/office/drawing/2014/main" id="{07E76FF3-E380-4052-A293-77460B3521B1}"/>
              </a:ext>
            </a:extLst>
          </p:cNvPr>
          <p:cNvSpPr>
            <a:spLocks xmlns:a="http://schemas.openxmlformats.org/drawingml/2006/main" noGrp="1"/>
          </p:cNvSpPr>
          <p:nvPr/>
        </p:nvSpPr>
        <p:spPr>
          <a:xfrm xmlns:a="http://schemas.openxmlformats.org/drawingml/2006/main">
            <a:off x="5524500" y="251460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buNone/>
              <a:defRPr sz="1875" b="0">
                <a:solidFill>
                  <a:srgbClr val="52616F"/>
                </a:solidFill>
                <a:latin typeface="Arial"/>
                <a:ea typeface="Arial"/>
                <a:cs typeface="Arial"/>
              </a:defRPr>
            </a:lvl1pPr>
            <a:lvl2pPr algn="l">
              <a:buNone/>
              <a:defRPr sz="1875" b="0">
                <a:solidFill>
                  <a:srgbClr val="52616F"/>
                </a:solidFill>
                <a:latin typeface="Arial"/>
                <a:ea typeface="Arial"/>
                <a:cs typeface="Arial"/>
              </a:defRPr>
            </a:lvl2pPr>
            <a:lvl3pPr algn="l">
              <a:buNone/>
              <a:defRPr sz="1875" b="0">
                <a:solidFill>
                  <a:srgbClr val="52616F"/>
                </a:solidFill>
                <a:latin typeface="Arial"/>
                <a:ea typeface="Arial"/>
                <a:cs typeface="Arial"/>
              </a:defRPr>
            </a:lvl3pPr>
            <a:lvl4pPr algn="l">
              <a:buNone/>
              <a:defRPr sz="1875" b="0">
                <a:solidFill>
                  <a:srgbClr val="52616F"/>
                </a:solidFill>
                <a:latin typeface="Arial"/>
                <a:ea typeface="Arial"/>
                <a:cs typeface="Arial"/>
              </a:defRPr>
            </a:lvl4pPr>
            <a:lvl5pPr algn="l">
              <a:buNone/>
              <a:defRPr sz="1875" b="0">
                <a:solidFill>
                  <a:srgbClr val="52616F"/>
                </a:solidFill>
                <a:latin typeface="Arial"/>
                <a:ea typeface="Arial"/>
                <a:cs typeface="Arial"/>
              </a:defRPr>
            </a:lvl5pPr>
            <a:lvl6pPr algn="l">
              <a:buNone/>
              <a:defRPr sz="1875" b="0">
                <a:solidFill>
                  <a:srgbClr val="52616F"/>
                </a:solidFill>
                <a:latin typeface="Arial"/>
                <a:ea typeface="Arial"/>
                <a:cs typeface="Arial"/>
              </a:defRPr>
            </a:lvl6pPr>
            <a:lvl7pPr algn="l">
              <a:buNone/>
              <a:defRPr sz="1875" b="0">
                <a:solidFill>
                  <a:srgbClr val="52616F"/>
                </a:solidFill>
                <a:latin typeface="Arial"/>
                <a:ea typeface="Arial"/>
                <a:cs typeface="Arial"/>
              </a:defRPr>
            </a:lvl7pPr>
            <a:lvl8pPr algn="l">
              <a:buNone/>
              <a:defRPr sz="1875" b="0">
                <a:solidFill>
                  <a:srgbClr val="52616F"/>
                </a:solidFill>
                <a:latin typeface="Arial"/>
                <a:ea typeface="Arial"/>
                <a:cs typeface="Arial"/>
              </a:defRPr>
            </a:lvl8pPr>
            <a:lvl9pPr algn="l">
              <a:buNone/>
              <a:defRPr sz="1875" b="0">
                <a:solidFill>
                  <a:srgbClr val="52616F"/>
                </a:solidFill>
                <a:latin typeface="Arial"/>
                <a:ea typeface="Arial"/>
                <a:cs typeface="Arial"/>
              </a:defRPr>
            </a:lvl9pPr>
          </a:lstStyle>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Source, model and authority checks before execution</a:t>
            </a:r>
          </a:p>
        </p:txBody>
      </p:sp>
      <p:sp>
        <p:nvSpPr>
          <p:cNvPr id="8" name="02">
            <a:extLst xmlns:a="http://schemas.openxmlformats.org/drawingml/2006/main">
              <a:ext uri="{FF2B5EF4-FFF2-40B4-BE49-F238E27FC236}">
                <a16:creationId xmlns:a16="http://schemas.microsoft.com/office/drawing/2014/main" id="{7A5BD48E-FF54-4B6A-A1C3-679A5433BDB2}"/>
              </a:ext>
            </a:extLst>
          </p:cNvPr>
          <p:cNvSpPr>
            <a:spLocks xmlns:a="http://schemas.openxmlformats.org/drawingml/2006/main" noGrp="1"/>
          </p:cNvSpPr>
          <p:nvPr/>
        </p:nvSpPr>
        <p:spPr>
          <a:xfrm xmlns:a="http://schemas.openxmlformats.org/drawingml/2006/main">
            <a:off x="628650" y="3295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buNone/>
              <a:defRPr sz="2850" b="1">
                <a:solidFill>
                  <a:srgbClr val="087E78"/>
                </a:solidFill>
                <a:latin typeface="Arial"/>
                <a:ea typeface="Arial"/>
                <a:cs typeface="Arial"/>
              </a:defRPr>
            </a:lvl1pPr>
            <a:lvl2pPr algn="l">
              <a:buNone/>
              <a:defRPr sz="2850" b="1">
                <a:solidFill>
                  <a:srgbClr val="087E78"/>
                </a:solidFill>
                <a:latin typeface="Arial"/>
                <a:ea typeface="Arial"/>
                <a:cs typeface="Arial"/>
              </a:defRPr>
            </a:lvl2pPr>
            <a:lvl3pPr algn="l">
              <a:buNone/>
              <a:defRPr sz="2850" b="1">
                <a:solidFill>
                  <a:srgbClr val="087E78"/>
                </a:solidFill>
                <a:latin typeface="Arial"/>
                <a:ea typeface="Arial"/>
                <a:cs typeface="Arial"/>
              </a:defRPr>
            </a:lvl3pPr>
            <a:lvl4pPr algn="l">
              <a:buNone/>
              <a:defRPr sz="2850" b="1">
                <a:solidFill>
                  <a:srgbClr val="087E78"/>
                </a:solidFill>
                <a:latin typeface="Arial"/>
                <a:ea typeface="Arial"/>
                <a:cs typeface="Arial"/>
              </a:defRPr>
            </a:lvl4pPr>
            <a:lvl5pPr algn="l">
              <a:buNone/>
              <a:defRPr sz="2850" b="1">
                <a:solidFill>
                  <a:srgbClr val="087E78"/>
                </a:solidFill>
                <a:latin typeface="Arial"/>
                <a:ea typeface="Arial"/>
                <a:cs typeface="Arial"/>
              </a:defRPr>
            </a:lvl5pPr>
            <a:lvl6pPr algn="l">
              <a:buNone/>
              <a:defRPr sz="2850" b="1">
                <a:solidFill>
                  <a:srgbClr val="087E78"/>
                </a:solidFill>
                <a:latin typeface="Arial"/>
                <a:ea typeface="Arial"/>
                <a:cs typeface="Arial"/>
              </a:defRPr>
            </a:lvl6pPr>
            <a:lvl7pPr algn="l">
              <a:buNone/>
              <a:defRPr sz="2850" b="1">
                <a:solidFill>
                  <a:srgbClr val="087E78"/>
                </a:solidFill>
                <a:latin typeface="Arial"/>
                <a:ea typeface="Arial"/>
                <a:cs typeface="Arial"/>
              </a:defRPr>
            </a:lvl7pPr>
            <a:lvl8pPr algn="l">
              <a:buNone/>
              <a:defRPr sz="2850" b="1">
                <a:solidFill>
                  <a:srgbClr val="087E78"/>
                </a:solidFill>
                <a:latin typeface="Arial"/>
                <a:ea typeface="Arial"/>
                <a:cs typeface="Arial"/>
              </a:defRPr>
            </a:lvl8pPr>
            <a:lvl9pPr algn="l">
              <a:buNone/>
              <a:defRPr sz="2850" b="1">
                <a:solidFill>
                  <a:srgbClr val="087E78"/>
                </a:solidFill>
                <a:latin typeface="Arial"/>
                <a:ea typeface="Arial"/>
                <a:cs typeface="Arial"/>
              </a:defRPr>
            </a:lvl9pPr>
          </a:lstStyle>
          <a:p xmlns:a="http://schemas.openxmlformats.org/drawingml/2006/main">
            <a:pPr algn="l">
              <a:buNone/>
              <a:defRPr sz="2850" b="1">
                <a:solidFill>
                  <a:srgbClr val="087E78"/>
                </a:solidFill>
                <a:latin typeface="Arial"/>
                <a:ea typeface="Arial"/>
                <a:cs typeface="Arial"/>
              </a:defRPr>
            </a:pPr>
            <a:r>
              <a:rPr sz="2850" b="1">
                <a:solidFill>
                  <a:srgbClr val="087E78"/>
                </a:solidFill>
                <a:latin typeface="Arial"/>
                <a:ea typeface="Arial"/>
                <a:cs typeface="Arial"/>
              </a:rPr>
              <a:t>02</a:t>
            </a:r>
          </a:p>
        </p:txBody>
      </p:sp>
      <p:sp>
        <p:nvSpPr>
          <p:cNvPr id="9" name="Separate model state">
            <a:extLst xmlns:a="http://schemas.openxmlformats.org/drawingml/2006/main">
              <a:ext uri="{FF2B5EF4-FFF2-40B4-BE49-F238E27FC236}">
                <a16:creationId xmlns:a16="http://schemas.microsoft.com/office/drawing/2014/main" id="{1E0FF12E-DEC7-4D5F-AA74-E8CE66F5492E}"/>
              </a:ext>
            </a:extLst>
          </p:cNvPr>
          <p:cNvSpPr>
            <a:spLocks xmlns:a="http://schemas.openxmlformats.org/drawingml/2006/main" noGrp="1"/>
          </p:cNvSpPr>
          <p:nvPr/>
        </p:nvSpPr>
        <p:spPr>
          <a:xfrm xmlns:a="http://schemas.openxmlformats.org/drawingml/2006/main">
            <a:off x="1695450" y="332422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Separate model state</a:t>
            </a:r>
          </a:p>
        </p:txBody>
      </p:sp>
      <p:sp>
        <p:nvSpPr>
          <p:cNvPr id="10" name="Three local lanes with isolated session contexts">
            <a:extLst xmlns:a="http://schemas.openxmlformats.org/drawingml/2006/main">
              <a:ext uri="{FF2B5EF4-FFF2-40B4-BE49-F238E27FC236}">
                <a16:creationId xmlns:a16="http://schemas.microsoft.com/office/drawing/2014/main" id="{85615E6F-9C1F-4167-A36E-3FD8F5DDEA59}"/>
              </a:ext>
            </a:extLst>
          </p:cNvPr>
          <p:cNvSpPr>
            <a:spLocks xmlns:a="http://schemas.openxmlformats.org/drawingml/2006/main" noGrp="1"/>
          </p:cNvSpPr>
          <p:nvPr/>
        </p:nvSpPr>
        <p:spPr>
          <a:xfrm xmlns:a="http://schemas.openxmlformats.org/drawingml/2006/main">
            <a:off x="5524500" y="33337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buNone/>
              <a:defRPr sz="1875" b="0">
                <a:solidFill>
                  <a:srgbClr val="52616F"/>
                </a:solidFill>
                <a:latin typeface="Arial"/>
                <a:ea typeface="Arial"/>
                <a:cs typeface="Arial"/>
              </a:defRPr>
            </a:lvl1pPr>
            <a:lvl2pPr algn="l">
              <a:buNone/>
              <a:defRPr sz="1875" b="0">
                <a:solidFill>
                  <a:srgbClr val="52616F"/>
                </a:solidFill>
                <a:latin typeface="Arial"/>
                <a:ea typeface="Arial"/>
                <a:cs typeface="Arial"/>
              </a:defRPr>
            </a:lvl2pPr>
            <a:lvl3pPr algn="l">
              <a:buNone/>
              <a:defRPr sz="1875" b="0">
                <a:solidFill>
                  <a:srgbClr val="52616F"/>
                </a:solidFill>
                <a:latin typeface="Arial"/>
                <a:ea typeface="Arial"/>
                <a:cs typeface="Arial"/>
              </a:defRPr>
            </a:lvl3pPr>
            <a:lvl4pPr algn="l">
              <a:buNone/>
              <a:defRPr sz="1875" b="0">
                <a:solidFill>
                  <a:srgbClr val="52616F"/>
                </a:solidFill>
                <a:latin typeface="Arial"/>
                <a:ea typeface="Arial"/>
                <a:cs typeface="Arial"/>
              </a:defRPr>
            </a:lvl4pPr>
            <a:lvl5pPr algn="l">
              <a:buNone/>
              <a:defRPr sz="1875" b="0">
                <a:solidFill>
                  <a:srgbClr val="52616F"/>
                </a:solidFill>
                <a:latin typeface="Arial"/>
                <a:ea typeface="Arial"/>
                <a:cs typeface="Arial"/>
              </a:defRPr>
            </a:lvl5pPr>
            <a:lvl6pPr algn="l">
              <a:buNone/>
              <a:defRPr sz="1875" b="0">
                <a:solidFill>
                  <a:srgbClr val="52616F"/>
                </a:solidFill>
                <a:latin typeface="Arial"/>
                <a:ea typeface="Arial"/>
                <a:cs typeface="Arial"/>
              </a:defRPr>
            </a:lvl6pPr>
            <a:lvl7pPr algn="l">
              <a:buNone/>
              <a:defRPr sz="1875" b="0">
                <a:solidFill>
                  <a:srgbClr val="52616F"/>
                </a:solidFill>
                <a:latin typeface="Arial"/>
                <a:ea typeface="Arial"/>
                <a:cs typeface="Arial"/>
              </a:defRPr>
            </a:lvl7pPr>
            <a:lvl8pPr algn="l">
              <a:buNone/>
              <a:defRPr sz="1875" b="0">
                <a:solidFill>
                  <a:srgbClr val="52616F"/>
                </a:solidFill>
                <a:latin typeface="Arial"/>
                <a:ea typeface="Arial"/>
                <a:cs typeface="Arial"/>
              </a:defRPr>
            </a:lvl8pPr>
            <a:lvl9pPr algn="l">
              <a:buNone/>
              <a:defRPr sz="1875" b="0">
                <a:solidFill>
                  <a:srgbClr val="52616F"/>
                </a:solidFill>
                <a:latin typeface="Arial"/>
                <a:ea typeface="Arial"/>
                <a:cs typeface="Arial"/>
              </a:defRPr>
            </a:lvl9pPr>
          </a:lstStyle>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Three local lanes with isolated session contexts</a:t>
            </a:r>
          </a:p>
        </p:txBody>
      </p:sp>
      <p:sp>
        <p:nvSpPr>
          <p:cNvPr id="11" name="03">
            <a:extLst xmlns:a="http://schemas.openxmlformats.org/drawingml/2006/main">
              <a:ext uri="{FF2B5EF4-FFF2-40B4-BE49-F238E27FC236}">
                <a16:creationId xmlns:a16="http://schemas.microsoft.com/office/drawing/2014/main" id="{066DE6C5-5EAA-4698-AB6B-947EEDC7EEDB}"/>
              </a:ext>
            </a:extLst>
          </p:cNvPr>
          <p:cNvSpPr>
            <a:spLocks xmlns:a="http://schemas.openxmlformats.org/drawingml/2006/main" noGrp="1"/>
          </p:cNvSpPr>
          <p:nvPr/>
        </p:nvSpPr>
        <p:spPr>
          <a:xfrm xmlns:a="http://schemas.openxmlformats.org/drawingml/2006/main">
            <a:off x="628650" y="41148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buNone/>
              <a:defRPr sz="2850" b="1">
                <a:solidFill>
                  <a:srgbClr val="087E78"/>
                </a:solidFill>
                <a:latin typeface="Arial"/>
                <a:ea typeface="Arial"/>
                <a:cs typeface="Arial"/>
              </a:defRPr>
            </a:lvl1pPr>
            <a:lvl2pPr algn="l">
              <a:buNone/>
              <a:defRPr sz="2850" b="1">
                <a:solidFill>
                  <a:srgbClr val="087E78"/>
                </a:solidFill>
                <a:latin typeface="Arial"/>
                <a:ea typeface="Arial"/>
                <a:cs typeface="Arial"/>
              </a:defRPr>
            </a:lvl2pPr>
            <a:lvl3pPr algn="l">
              <a:buNone/>
              <a:defRPr sz="2850" b="1">
                <a:solidFill>
                  <a:srgbClr val="087E78"/>
                </a:solidFill>
                <a:latin typeface="Arial"/>
                <a:ea typeface="Arial"/>
                <a:cs typeface="Arial"/>
              </a:defRPr>
            </a:lvl3pPr>
            <a:lvl4pPr algn="l">
              <a:buNone/>
              <a:defRPr sz="2850" b="1">
                <a:solidFill>
                  <a:srgbClr val="087E78"/>
                </a:solidFill>
                <a:latin typeface="Arial"/>
                <a:ea typeface="Arial"/>
                <a:cs typeface="Arial"/>
              </a:defRPr>
            </a:lvl4pPr>
            <a:lvl5pPr algn="l">
              <a:buNone/>
              <a:defRPr sz="2850" b="1">
                <a:solidFill>
                  <a:srgbClr val="087E78"/>
                </a:solidFill>
                <a:latin typeface="Arial"/>
                <a:ea typeface="Arial"/>
                <a:cs typeface="Arial"/>
              </a:defRPr>
            </a:lvl5pPr>
            <a:lvl6pPr algn="l">
              <a:buNone/>
              <a:defRPr sz="2850" b="1">
                <a:solidFill>
                  <a:srgbClr val="087E78"/>
                </a:solidFill>
                <a:latin typeface="Arial"/>
                <a:ea typeface="Arial"/>
                <a:cs typeface="Arial"/>
              </a:defRPr>
            </a:lvl6pPr>
            <a:lvl7pPr algn="l">
              <a:buNone/>
              <a:defRPr sz="2850" b="1">
                <a:solidFill>
                  <a:srgbClr val="087E78"/>
                </a:solidFill>
                <a:latin typeface="Arial"/>
                <a:ea typeface="Arial"/>
                <a:cs typeface="Arial"/>
              </a:defRPr>
            </a:lvl7pPr>
            <a:lvl8pPr algn="l">
              <a:buNone/>
              <a:defRPr sz="2850" b="1">
                <a:solidFill>
                  <a:srgbClr val="087E78"/>
                </a:solidFill>
                <a:latin typeface="Arial"/>
                <a:ea typeface="Arial"/>
                <a:cs typeface="Arial"/>
              </a:defRPr>
            </a:lvl8pPr>
            <a:lvl9pPr algn="l">
              <a:buNone/>
              <a:defRPr sz="2850" b="1">
                <a:solidFill>
                  <a:srgbClr val="087E78"/>
                </a:solidFill>
                <a:latin typeface="Arial"/>
                <a:ea typeface="Arial"/>
                <a:cs typeface="Arial"/>
              </a:defRPr>
            </a:lvl9pPr>
          </a:lstStyle>
          <a:p xmlns:a="http://schemas.openxmlformats.org/drawingml/2006/main">
            <a:pPr algn="l">
              <a:buNone/>
              <a:defRPr sz="2850" b="1">
                <a:solidFill>
                  <a:srgbClr val="087E78"/>
                </a:solidFill>
                <a:latin typeface="Arial"/>
                <a:ea typeface="Arial"/>
                <a:cs typeface="Arial"/>
              </a:defRPr>
            </a:pPr>
            <a:r>
              <a:rPr sz="2850" b="1">
                <a:solidFill>
                  <a:srgbClr val="087E78"/>
                </a:solidFill>
                <a:latin typeface="Arial"/>
                <a:ea typeface="Arial"/>
                <a:cs typeface="Arial"/>
              </a:rPr>
              <a:t>03</a:t>
            </a:r>
          </a:p>
        </p:txBody>
      </p:sp>
      <p:sp>
        <p:nvSpPr>
          <p:cNvPr id="12" name="Control feedback">
            <a:extLst xmlns:a="http://schemas.openxmlformats.org/drawingml/2006/main">
              <a:ext uri="{FF2B5EF4-FFF2-40B4-BE49-F238E27FC236}">
                <a16:creationId xmlns:a16="http://schemas.microsoft.com/office/drawing/2014/main" id="{7650F838-ADC1-43F3-9BD5-6AAE6FB01B77}"/>
              </a:ext>
            </a:extLst>
          </p:cNvPr>
          <p:cNvSpPr>
            <a:spLocks xmlns:a="http://schemas.openxmlformats.org/drawingml/2006/main" noGrp="1"/>
          </p:cNvSpPr>
          <p:nvPr/>
        </p:nvSpPr>
        <p:spPr>
          <a:xfrm xmlns:a="http://schemas.openxmlformats.org/drawingml/2006/main">
            <a:off x="1695450" y="414337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Control feedback</a:t>
            </a:r>
          </a:p>
        </p:txBody>
      </p:sp>
      <p:sp>
        <p:nvSpPr>
          <p:cNvPr id="13" name="Authenticated roles, query budgets and timed release">
            <a:extLst xmlns:a="http://schemas.openxmlformats.org/drawingml/2006/main">
              <a:ext uri="{FF2B5EF4-FFF2-40B4-BE49-F238E27FC236}">
                <a16:creationId xmlns:a16="http://schemas.microsoft.com/office/drawing/2014/main" id="{1487482B-E85C-4DC8-84BE-5E17D48005D5}"/>
              </a:ext>
            </a:extLst>
          </p:cNvPr>
          <p:cNvSpPr>
            <a:spLocks xmlns:a="http://schemas.openxmlformats.org/drawingml/2006/main" noGrp="1"/>
          </p:cNvSpPr>
          <p:nvPr/>
        </p:nvSpPr>
        <p:spPr>
          <a:xfrm xmlns:a="http://schemas.openxmlformats.org/drawingml/2006/main">
            <a:off x="5524500" y="415290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buNone/>
              <a:defRPr sz="1875" b="0">
                <a:solidFill>
                  <a:srgbClr val="52616F"/>
                </a:solidFill>
                <a:latin typeface="Arial"/>
                <a:ea typeface="Arial"/>
                <a:cs typeface="Arial"/>
              </a:defRPr>
            </a:lvl1pPr>
            <a:lvl2pPr algn="l">
              <a:buNone/>
              <a:defRPr sz="1875" b="0">
                <a:solidFill>
                  <a:srgbClr val="52616F"/>
                </a:solidFill>
                <a:latin typeface="Arial"/>
                <a:ea typeface="Arial"/>
                <a:cs typeface="Arial"/>
              </a:defRPr>
            </a:lvl2pPr>
            <a:lvl3pPr algn="l">
              <a:buNone/>
              <a:defRPr sz="1875" b="0">
                <a:solidFill>
                  <a:srgbClr val="52616F"/>
                </a:solidFill>
                <a:latin typeface="Arial"/>
                <a:ea typeface="Arial"/>
                <a:cs typeface="Arial"/>
              </a:defRPr>
            </a:lvl3pPr>
            <a:lvl4pPr algn="l">
              <a:buNone/>
              <a:defRPr sz="1875" b="0">
                <a:solidFill>
                  <a:srgbClr val="52616F"/>
                </a:solidFill>
                <a:latin typeface="Arial"/>
                <a:ea typeface="Arial"/>
                <a:cs typeface="Arial"/>
              </a:defRPr>
            </a:lvl4pPr>
            <a:lvl5pPr algn="l">
              <a:buNone/>
              <a:defRPr sz="1875" b="0">
                <a:solidFill>
                  <a:srgbClr val="52616F"/>
                </a:solidFill>
                <a:latin typeface="Arial"/>
                <a:ea typeface="Arial"/>
                <a:cs typeface="Arial"/>
              </a:defRPr>
            </a:lvl5pPr>
            <a:lvl6pPr algn="l">
              <a:buNone/>
              <a:defRPr sz="1875" b="0">
                <a:solidFill>
                  <a:srgbClr val="52616F"/>
                </a:solidFill>
                <a:latin typeface="Arial"/>
                <a:ea typeface="Arial"/>
                <a:cs typeface="Arial"/>
              </a:defRPr>
            </a:lvl6pPr>
            <a:lvl7pPr algn="l">
              <a:buNone/>
              <a:defRPr sz="1875" b="0">
                <a:solidFill>
                  <a:srgbClr val="52616F"/>
                </a:solidFill>
                <a:latin typeface="Arial"/>
                <a:ea typeface="Arial"/>
                <a:cs typeface="Arial"/>
              </a:defRPr>
            </a:lvl7pPr>
            <a:lvl8pPr algn="l">
              <a:buNone/>
              <a:defRPr sz="1875" b="0">
                <a:solidFill>
                  <a:srgbClr val="52616F"/>
                </a:solidFill>
                <a:latin typeface="Arial"/>
                <a:ea typeface="Arial"/>
                <a:cs typeface="Arial"/>
              </a:defRPr>
            </a:lvl8pPr>
            <a:lvl9pPr algn="l">
              <a:buNone/>
              <a:defRPr sz="1875" b="0">
                <a:solidFill>
                  <a:srgbClr val="52616F"/>
                </a:solidFill>
                <a:latin typeface="Arial"/>
                <a:ea typeface="Arial"/>
                <a:cs typeface="Arial"/>
              </a:defRPr>
            </a:lvl9pPr>
          </a:lstStyle>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Authenticated roles, query budgets and timed release</a:t>
            </a:r>
          </a:p>
        </p:txBody>
      </p:sp>
      <p:sp>
        <p:nvSpPr>
          <p:cNvPr id="14" name="04">
            <a:extLst xmlns:a="http://schemas.openxmlformats.org/drawingml/2006/main">
              <a:ext uri="{FF2B5EF4-FFF2-40B4-BE49-F238E27FC236}">
                <a16:creationId xmlns:a16="http://schemas.microsoft.com/office/drawing/2014/main" id="{D4343450-DBD3-48E1-915B-F293972E6EFF}"/>
              </a:ext>
            </a:extLst>
          </p:cNvPr>
          <p:cNvSpPr>
            <a:spLocks xmlns:a="http://schemas.openxmlformats.org/drawingml/2006/main" noGrp="1"/>
          </p:cNvSpPr>
          <p:nvPr/>
        </p:nvSpPr>
        <p:spPr>
          <a:xfrm xmlns:a="http://schemas.openxmlformats.org/drawingml/2006/main">
            <a:off x="628650" y="49339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buNone/>
              <a:defRPr sz="2850" b="1">
                <a:solidFill>
                  <a:srgbClr val="087E78"/>
                </a:solidFill>
                <a:latin typeface="Arial"/>
                <a:ea typeface="Arial"/>
                <a:cs typeface="Arial"/>
              </a:defRPr>
            </a:lvl1pPr>
            <a:lvl2pPr algn="l">
              <a:buNone/>
              <a:defRPr sz="2850" b="1">
                <a:solidFill>
                  <a:srgbClr val="087E78"/>
                </a:solidFill>
                <a:latin typeface="Arial"/>
                <a:ea typeface="Arial"/>
                <a:cs typeface="Arial"/>
              </a:defRPr>
            </a:lvl2pPr>
            <a:lvl3pPr algn="l">
              <a:buNone/>
              <a:defRPr sz="2850" b="1">
                <a:solidFill>
                  <a:srgbClr val="087E78"/>
                </a:solidFill>
                <a:latin typeface="Arial"/>
                <a:ea typeface="Arial"/>
                <a:cs typeface="Arial"/>
              </a:defRPr>
            </a:lvl3pPr>
            <a:lvl4pPr algn="l">
              <a:buNone/>
              <a:defRPr sz="2850" b="1">
                <a:solidFill>
                  <a:srgbClr val="087E78"/>
                </a:solidFill>
                <a:latin typeface="Arial"/>
                <a:ea typeface="Arial"/>
                <a:cs typeface="Arial"/>
              </a:defRPr>
            </a:lvl4pPr>
            <a:lvl5pPr algn="l">
              <a:buNone/>
              <a:defRPr sz="2850" b="1">
                <a:solidFill>
                  <a:srgbClr val="087E78"/>
                </a:solidFill>
                <a:latin typeface="Arial"/>
                <a:ea typeface="Arial"/>
                <a:cs typeface="Arial"/>
              </a:defRPr>
            </a:lvl5pPr>
            <a:lvl6pPr algn="l">
              <a:buNone/>
              <a:defRPr sz="2850" b="1">
                <a:solidFill>
                  <a:srgbClr val="087E78"/>
                </a:solidFill>
                <a:latin typeface="Arial"/>
                <a:ea typeface="Arial"/>
                <a:cs typeface="Arial"/>
              </a:defRPr>
            </a:lvl6pPr>
            <a:lvl7pPr algn="l">
              <a:buNone/>
              <a:defRPr sz="2850" b="1">
                <a:solidFill>
                  <a:srgbClr val="087E78"/>
                </a:solidFill>
                <a:latin typeface="Arial"/>
                <a:ea typeface="Arial"/>
                <a:cs typeface="Arial"/>
              </a:defRPr>
            </a:lvl7pPr>
            <a:lvl8pPr algn="l">
              <a:buNone/>
              <a:defRPr sz="2850" b="1">
                <a:solidFill>
                  <a:srgbClr val="087E78"/>
                </a:solidFill>
                <a:latin typeface="Arial"/>
                <a:ea typeface="Arial"/>
                <a:cs typeface="Arial"/>
              </a:defRPr>
            </a:lvl8pPr>
            <a:lvl9pPr algn="l">
              <a:buNone/>
              <a:defRPr sz="2850" b="1">
                <a:solidFill>
                  <a:srgbClr val="087E78"/>
                </a:solidFill>
                <a:latin typeface="Arial"/>
                <a:ea typeface="Arial"/>
                <a:cs typeface="Arial"/>
              </a:defRPr>
            </a:lvl9pPr>
          </a:lstStyle>
          <a:p xmlns:a="http://schemas.openxmlformats.org/drawingml/2006/main">
            <a:pPr algn="l">
              <a:buNone/>
              <a:defRPr sz="2850" b="1">
                <a:solidFill>
                  <a:srgbClr val="087E78"/>
                </a:solidFill>
                <a:latin typeface="Arial"/>
                <a:ea typeface="Arial"/>
                <a:cs typeface="Arial"/>
              </a:defRPr>
            </a:pPr>
            <a:r>
              <a:rPr sz="2850" b="1">
                <a:solidFill>
                  <a:srgbClr val="087E78"/>
                </a:solidFill>
                <a:latin typeface="Arial"/>
                <a:ea typeface="Arial"/>
                <a:cs typeface="Arial"/>
              </a:rPr>
              <a:t>04</a:t>
            </a:r>
          </a:p>
        </p:txBody>
      </p:sp>
      <p:sp>
        <p:nvSpPr>
          <p:cNvPr id="15" name="Verify evidence">
            <a:extLst xmlns:a="http://schemas.openxmlformats.org/drawingml/2006/main">
              <a:ext uri="{FF2B5EF4-FFF2-40B4-BE49-F238E27FC236}">
                <a16:creationId xmlns:a16="http://schemas.microsoft.com/office/drawing/2014/main" id="{72BB1E09-9619-4974-98F3-8860B1F0401C}"/>
              </a:ext>
            </a:extLst>
          </p:cNvPr>
          <p:cNvSpPr>
            <a:spLocks xmlns:a="http://schemas.openxmlformats.org/drawingml/2006/main" noGrp="1"/>
          </p:cNvSpPr>
          <p:nvPr/>
        </p:nvSpPr>
        <p:spPr>
          <a:xfrm xmlns:a="http://schemas.openxmlformats.org/drawingml/2006/main">
            <a:off x="1695450" y="496252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Verify evidence</a:t>
            </a:r>
          </a:p>
        </p:txBody>
      </p:sp>
      <p:sp>
        <p:nvSpPr>
          <p:cNvPr id="16" name="Recorder and witness records with an offline verifier">
            <a:extLst xmlns:a="http://schemas.openxmlformats.org/drawingml/2006/main">
              <a:ext uri="{FF2B5EF4-FFF2-40B4-BE49-F238E27FC236}">
                <a16:creationId xmlns:a16="http://schemas.microsoft.com/office/drawing/2014/main" id="{159B4B73-6964-4D0D-90E5-E53DA6B4E82F}"/>
              </a:ext>
            </a:extLst>
          </p:cNvPr>
          <p:cNvSpPr>
            <a:spLocks xmlns:a="http://schemas.openxmlformats.org/drawingml/2006/main" noGrp="1"/>
          </p:cNvSpPr>
          <p:nvPr/>
        </p:nvSpPr>
        <p:spPr>
          <a:xfrm xmlns:a="http://schemas.openxmlformats.org/drawingml/2006/main">
            <a:off x="5524500" y="49720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buNone/>
              <a:defRPr sz="1875" b="0">
                <a:solidFill>
                  <a:srgbClr val="52616F"/>
                </a:solidFill>
                <a:latin typeface="Arial"/>
                <a:ea typeface="Arial"/>
                <a:cs typeface="Arial"/>
              </a:defRPr>
            </a:lvl1pPr>
            <a:lvl2pPr algn="l">
              <a:buNone/>
              <a:defRPr sz="1875" b="0">
                <a:solidFill>
                  <a:srgbClr val="52616F"/>
                </a:solidFill>
                <a:latin typeface="Arial"/>
                <a:ea typeface="Arial"/>
                <a:cs typeface="Arial"/>
              </a:defRPr>
            </a:lvl2pPr>
            <a:lvl3pPr algn="l">
              <a:buNone/>
              <a:defRPr sz="1875" b="0">
                <a:solidFill>
                  <a:srgbClr val="52616F"/>
                </a:solidFill>
                <a:latin typeface="Arial"/>
                <a:ea typeface="Arial"/>
                <a:cs typeface="Arial"/>
              </a:defRPr>
            </a:lvl3pPr>
            <a:lvl4pPr algn="l">
              <a:buNone/>
              <a:defRPr sz="1875" b="0">
                <a:solidFill>
                  <a:srgbClr val="52616F"/>
                </a:solidFill>
                <a:latin typeface="Arial"/>
                <a:ea typeface="Arial"/>
                <a:cs typeface="Arial"/>
              </a:defRPr>
            </a:lvl4pPr>
            <a:lvl5pPr algn="l">
              <a:buNone/>
              <a:defRPr sz="1875" b="0">
                <a:solidFill>
                  <a:srgbClr val="52616F"/>
                </a:solidFill>
                <a:latin typeface="Arial"/>
                <a:ea typeface="Arial"/>
                <a:cs typeface="Arial"/>
              </a:defRPr>
            </a:lvl5pPr>
            <a:lvl6pPr algn="l">
              <a:buNone/>
              <a:defRPr sz="1875" b="0">
                <a:solidFill>
                  <a:srgbClr val="52616F"/>
                </a:solidFill>
                <a:latin typeface="Arial"/>
                <a:ea typeface="Arial"/>
                <a:cs typeface="Arial"/>
              </a:defRPr>
            </a:lvl6pPr>
            <a:lvl7pPr algn="l">
              <a:buNone/>
              <a:defRPr sz="1875" b="0">
                <a:solidFill>
                  <a:srgbClr val="52616F"/>
                </a:solidFill>
                <a:latin typeface="Arial"/>
                <a:ea typeface="Arial"/>
                <a:cs typeface="Arial"/>
              </a:defRPr>
            </a:lvl7pPr>
            <a:lvl8pPr algn="l">
              <a:buNone/>
              <a:defRPr sz="1875" b="0">
                <a:solidFill>
                  <a:srgbClr val="52616F"/>
                </a:solidFill>
                <a:latin typeface="Arial"/>
                <a:ea typeface="Arial"/>
                <a:cs typeface="Arial"/>
              </a:defRPr>
            </a:lvl8pPr>
            <a:lvl9pPr algn="l">
              <a:buNone/>
              <a:defRPr sz="1875" b="0">
                <a:solidFill>
                  <a:srgbClr val="52616F"/>
                </a:solidFill>
                <a:latin typeface="Arial"/>
                <a:ea typeface="Arial"/>
                <a:cs typeface="Arial"/>
              </a:defRPr>
            </a:lvl9pPr>
          </a:lstStyle>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Recorder and witness records with an offline verifier</a:t>
            </a:r>
          </a:p>
        </p:txBody>
      </p:sp>
    </p:spTree>
    <p:extLst>
      <p:ext uri="{BB962C8B-B14F-4D97-AF65-F5344CB8AC3E}">
        <p14:creationId xmlns:p14="http://schemas.microsoft.com/office/powerpoint/2010/main" val="1076862774"/>
      </p:ext>
    </p:extLst>
  </p:cSld>
</p:sld>
</file>

<file path=ppt/slides/slide4.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A4600EC3-EE3A-47B6-AA84-57509876AB4B}"/>
              </a:ext>
            </a:extLst>
          </p:cNvPr>
          <p:cNvCxnSpPr>
            <a:stCxn xmlns:a="http://schemas.openxmlformats.org/drawingml/2006/main" id="20" idx="3"/>
            <a:endCxn xmlns:a="http://schemas.openxmlformats.org/drawingml/2006/main" id="21" idx="1"/>
          </p:cNvCxnSpPr>
          <p:nvPr/>
        </p:nvCxnSpPr>
        <p:spPr>
          <a:xfrm xmlns:a="http://schemas.openxmlformats.org/drawingml/2006/main">
            <a:off x="6191250" y="5715000"/>
            <a:ext cx="1905000" cy="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E9614FCC-09CB-4C04-91FF-7EA78C5A3894}"/>
              </a:ext>
            </a:extLst>
          </p:cNvPr>
          <p:cNvCxnSpPr>
            <a:stCxn xmlns:a="http://schemas.openxmlformats.org/drawingml/2006/main" id="13" idx="2"/>
            <a:endCxn xmlns:a="http://schemas.openxmlformats.org/drawingml/2006/main" id="20" idx="0"/>
          </p:cNvCxnSpPr>
          <p:nvPr/>
        </p:nvCxnSpPr>
        <p:spPr>
          <a:xfrm xmlns:a="http://schemas.openxmlformats.org/drawingml/2006/main">
            <a:off x="4238625" y="4772025"/>
            <a:ext cx="333375" cy="60960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11EB8CDD-22B9-40B8-B7A2-8A70E2815586}"/>
              </a:ext>
            </a:extLst>
          </p:cNvPr>
          <p:cNvCxnSpPr>
            <a:stCxn xmlns:a="http://schemas.openxmlformats.org/drawingml/2006/main" id="16" idx="2"/>
            <a:endCxn xmlns:a="http://schemas.openxmlformats.org/drawingml/2006/main" id="19" idx="0"/>
          </p:cNvCxnSpPr>
          <p:nvPr/>
        </p:nvCxnSpPr>
        <p:spPr>
          <a:xfrm xmlns:a="http://schemas.openxmlformats.org/drawingml/2006/main">
            <a:off x="8872538" y="3181350"/>
            <a:ext cx="1657350" cy="390525"/>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C28C2838-54C6-468B-81AA-4B37B0F2A42F}"/>
              </a:ext>
            </a:extLst>
          </p:cNvPr>
          <p:cNvCxnSpPr>
            <a:stCxn xmlns:a="http://schemas.openxmlformats.org/drawingml/2006/main" id="16" idx="2"/>
            <a:endCxn xmlns:a="http://schemas.openxmlformats.org/drawingml/2006/main" id="18" idx="0"/>
          </p:cNvCxnSpPr>
          <p:nvPr/>
        </p:nvCxnSpPr>
        <p:spPr>
          <a:xfrm xmlns:a="http://schemas.openxmlformats.org/drawingml/2006/main">
            <a:off x="8872538" y="3181350"/>
            <a:ext cx="0" cy="390525"/>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76039D61-9724-48C5-936F-8AB017166E41}"/>
              </a:ext>
            </a:extLst>
          </p:cNvPr>
          <p:cNvCxnSpPr>
            <a:stCxn xmlns:a="http://schemas.openxmlformats.org/drawingml/2006/main" id="16" idx="2"/>
            <a:endCxn xmlns:a="http://schemas.openxmlformats.org/drawingml/2006/main" id="17" idx="0"/>
          </p:cNvCxnSpPr>
          <p:nvPr/>
        </p:nvCxnSpPr>
        <p:spPr>
          <a:xfrm xmlns:a="http://schemas.openxmlformats.org/drawingml/2006/main" flipH="1">
            <a:off x="7215188" y="3181350"/>
            <a:ext cx="1657350" cy="390525"/>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B3C42F4C-A400-472F-A008-DEB53902E3B7}"/>
              </a:ext>
            </a:extLst>
          </p:cNvPr>
          <p:cNvCxnSpPr>
            <a:stCxn xmlns:a="http://schemas.openxmlformats.org/drawingml/2006/main" id="13" idx="3"/>
            <a:endCxn xmlns:a="http://schemas.openxmlformats.org/drawingml/2006/main" id="16" idx="1"/>
          </p:cNvCxnSpPr>
          <p:nvPr/>
        </p:nvCxnSpPr>
        <p:spPr>
          <a:xfrm xmlns:a="http://schemas.openxmlformats.org/drawingml/2006/main" flipV="1">
            <a:off x="5524500" y="2876550"/>
            <a:ext cx="942975" cy="70485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BEDF1D84-3C1A-4569-A96B-E63FCCCAA068}"/>
              </a:ext>
            </a:extLst>
          </p:cNvPr>
          <p:cNvCxnSpPr>
            <a:stCxn xmlns:a="http://schemas.openxmlformats.org/drawingml/2006/main" id="12" idx="3"/>
            <a:endCxn xmlns:a="http://schemas.openxmlformats.org/drawingml/2006/main" id="13" idx="1"/>
          </p:cNvCxnSpPr>
          <p:nvPr/>
        </p:nvCxnSpPr>
        <p:spPr>
          <a:xfrm xmlns:a="http://schemas.openxmlformats.org/drawingml/2006/main">
            <a:off x="2381250" y="3543300"/>
            <a:ext cx="571500" cy="3810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sp>
        <p:nvSpPr>
          <p:cNvPr id="9" name="Implemented backend architecture">
            <a:extLst xmlns:a="http://schemas.openxmlformats.org/drawingml/2006/main">
              <a:ext uri="{FF2B5EF4-FFF2-40B4-BE49-F238E27FC236}">
                <a16:creationId xmlns:a16="http://schemas.microsoft.com/office/drawing/2014/main" id="{2C75550E-5391-43BB-9050-19C1C751159F}"/>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buNone/>
              <a:defRPr sz="3300" b="1">
                <a:solidFill>
                  <a:srgbClr val="FFFFFF"/>
                </a:solidFill>
                <a:latin typeface="Arial"/>
                <a:ea typeface="Arial"/>
                <a:cs typeface="Arial"/>
              </a:defRPr>
            </a:lvl1pPr>
            <a:lvl2pPr algn="l">
              <a:buNone/>
              <a:defRPr sz="3300" b="1">
                <a:solidFill>
                  <a:srgbClr val="FFFFFF"/>
                </a:solidFill>
                <a:latin typeface="Arial"/>
                <a:ea typeface="Arial"/>
                <a:cs typeface="Arial"/>
              </a:defRPr>
            </a:lvl2pPr>
            <a:lvl3pPr algn="l">
              <a:buNone/>
              <a:defRPr sz="3300" b="1">
                <a:solidFill>
                  <a:srgbClr val="FFFFFF"/>
                </a:solidFill>
                <a:latin typeface="Arial"/>
                <a:ea typeface="Arial"/>
                <a:cs typeface="Arial"/>
              </a:defRPr>
            </a:lvl3pPr>
            <a:lvl4pPr algn="l">
              <a:buNone/>
              <a:defRPr sz="3300" b="1">
                <a:solidFill>
                  <a:srgbClr val="FFFFFF"/>
                </a:solidFill>
                <a:latin typeface="Arial"/>
                <a:ea typeface="Arial"/>
                <a:cs typeface="Arial"/>
              </a:defRPr>
            </a:lvl4pPr>
            <a:lvl5pPr algn="l">
              <a:buNone/>
              <a:defRPr sz="3300" b="1">
                <a:solidFill>
                  <a:srgbClr val="FFFFFF"/>
                </a:solidFill>
                <a:latin typeface="Arial"/>
                <a:ea typeface="Arial"/>
                <a:cs typeface="Arial"/>
              </a:defRPr>
            </a:lvl5pPr>
            <a:lvl6pPr algn="l">
              <a:buNone/>
              <a:defRPr sz="3300" b="1">
                <a:solidFill>
                  <a:srgbClr val="FFFFFF"/>
                </a:solidFill>
                <a:latin typeface="Arial"/>
                <a:ea typeface="Arial"/>
                <a:cs typeface="Arial"/>
              </a:defRPr>
            </a:lvl6pPr>
            <a:lvl7pPr algn="l">
              <a:buNone/>
              <a:defRPr sz="3300" b="1">
                <a:solidFill>
                  <a:srgbClr val="FFFFFF"/>
                </a:solidFill>
                <a:latin typeface="Arial"/>
                <a:ea typeface="Arial"/>
                <a:cs typeface="Arial"/>
              </a:defRPr>
            </a:lvl7pPr>
            <a:lvl8pPr algn="l">
              <a:buNone/>
              <a:defRPr sz="3300" b="1">
                <a:solidFill>
                  <a:srgbClr val="FFFFFF"/>
                </a:solidFill>
                <a:latin typeface="Arial"/>
                <a:ea typeface="Arial"/>
                <a:cs typeface="Arial"/>
              </a:defRPr>
            </a:lvl8pPr>
            <a:lvl9pPr algn="l">
              <a:buNone/>
              <a:defRPr sz="3300" b="1">
                <a:solidFill>
                  <a:srgbClr val="FFFFFF"/>
                </a:solidFill>
                <a:latin typeface="Arial"/>
                <a:ea typeface="Arial"/>
                <a:cs typeface="Arial"/>
              </a:defRPr>
            </a:lvl9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Implemented backend architecture</a:t>
            </a:r>
          </a:p>
        </p:txBody>
      </p:sp>
      <p:sp>
        <p:nvSpPr>
          <p:cNvPr id="10" name="04">
            <a:extLst xmlns:a="http://schemas.openxmlformats.org/drawingml/2006/main">
              <a:ext uri="{FF2B5EF4-FFF2-40B4-BE49-F238E27FC236}">
                <a16:creationId xmlns:a16="http://schemas.microsoft.com/office/drawing/2014/main" id="{C4F3EDD4-6BC0-441B-9422-C873678BF077}"/>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8BBC8"/>
                </a:solidFill>
                <a:latin typeface="Arial"/>
                <a:ea typeface="Arial"/>
                <a:cs typeface="Arial"/>
              </a:defRPr>
            </a:defPPr>
            <a:lvl1pPr algn="r">
              <a:buNone/>
              <a:defRPr sz="1350" b="0">
                <a:solidFill>
                  <a:srgbClr val="A8BBC8"/>
                </a:solidFill>
                <a:latin typeface="Arial"/>
                <a:ea typeface="Arial"/>
                <a:cs typeface="Arial"/>
              </a:defRPr>
            </a:lvl1pPr>
            <a:lvl2pPr algn="r">
              <a:buNone/>
              <a:defRPr sz="1350" b="0">
                <a:solidFill>
                  <a:srgbClr val="A8BBC8"/>
                </a:solidFill>
                <a:latin typeface="Arial"/>
                <a:ea typeface="Arial"/>
                <a:cs typeface="Arial"/>
              </a:defRPr>
            </a:lvl2pPr>
            <a:lvl3pPr algn="r">
              <a:buNone/>
              <a:defRPr sz="1350" b="0">
                <a:solidFill>
                  <a:srgbClr val="A8BBC8"/>
                </a:solidFill>
                <a:latin typeface="Arial"/>
                <a:ea typeface="Arial"/>
                <a:cs typeface="Arial"/>
              </a:defRPr>
            </a:lvl3pPr>
            <a:lvl4pPr algn="r">
              <a:buNone/>
              <a:defRPr sz="1350" b="0">
                <a:solidFill>
                  <a:srgbClr val="A8BBC8"/>
                </a:solidFill>
                <a:latin typeface="Arial"/>
                <a:ea typeface="Arial"/>
                <a:cs typeface="Arial"/>
              </a:defRPr>
            </a:lvl4pPr>
            <a:lvl5pPr algn="r">
              <a:buNone/>
              <a:defRPr sz="1350" b="0">
                <a:solidFill>
                  <a:srgbClr val="A8BBC8"/>
                </a:solidFill>
                <a:latin typeface="Arial"/>
                <a:ea typeface="Arial"/>
                <a:cs typeface="Arial"/>
              </a:defRPr>
            </a:lvl5pPr>
            <a:lvl6pPr algn="r">
              <a:buNone/>
              <a:defRPr sz="1350" b="0">
                <a:solidFill>
                  <a:srgbClr val="A8BBC8"/>
                </a:solidFill>
                <a:latin typeface="Arial"/>
                <a:ea typeface="Arial"/>
                <a:cs typeface="Arial"/>
              </a:defRPr>
            </a:lvl6pPr>
            <a:lvl7pPr algn="r">
              <a:buNone/>
              <a:defRPr sz="1350" b="0">
                <a:solidFill>
                  <a:srgbClr val="A8BBC8"/>
                </a:solidFill>
                <a:latin typeface="Arial"/>
                <a:ea typeface="Arial"/>
                <a:cs typeface="Arial"/>
              </a:defRPr>
            </a:lvl7pPr>
            <a:lvl8pPr algn="r">
              <a:buNone/>
              <a:defRPr sz="1350" b="0">
                <a:solidFill>
                  <a:srgbClr val="A8BBC8"/>
                </a:solidFill>
                <a:latin typeface="Arial"/>
                <a:ea typeface="Arial"/>
                <a:cs typeface="Arial"/>
              </a:defRPr>
            </a:lvl8pPr>
            <a:lvl9pPr algn="r">
              <a:buNone/>
              <a:defRPr sz="1350" b="0">
                <a:solidFill>
                  <a:srgbClr val="A8BBC8"/>
                </a:solidFill>
                <a:latin typeface="Arial"/>
                <a:ea typeface="Arial"/>
                <a:cs typeface="Arial"/>
              </a:defRPr>
            </a:lvl9pPr>
          </a:lstStyle>
          <a:p xmlns:a="http://schemas.openxmlformats.org/drawingml/2006/main">
            <a:pPr algn="r">
              <a:buNone/>
              <a:defRPr sz="1350" b="0">
                <a:solidFill>
                  <a:srgbClr val="A8BBC8"/>
                </a:solidFill>
                <a:latin typeface="Arial"/>
                <a:ea typeface="Arial"/>
                <a:cs typeface="Arial"/>
              </a:defRPr>
            </a:pPr>
            <a:r>
              <a:rPr sz="1350" b="0">
                <a:solidFill>
                  <a:srgbClr val="A8BBC8"/>
                </a:solidFill>
                <a:latin typeface="Arial"/>
                <a:ea typeface="Arial"/>
                <a:cs typeface="Arial"/>
              </a:rPr>
              <a:t>04</a:t>
            </a:r>
          </a:p>
        </p:txBody>
      </p:sp>
      <p:sp>
        <p:nvSpPr>
          <p:cNvPr id="11" name="Local execution stays offline after preparation">
            <a:extLst xmlns:a="http://schemas.openxmlformats.org/drawingml/2006/main">
              <a:ext uri="{FF2B5EF4-FFF2-40B4-BE49-F238E27FC236}">
                <a16:creationId xmlns:a16="http://schemas.microsoft.com/office/drawing/2014/main" id="{41D0B5A2-165C-43A7-A1A9-2DB0F265EDCD}"/>
              </a:ext>
            </a:extLst>
          </p:cNvPr>
          <p:cNvSpPr>
            <a:spLocks xmlns:a="http://schemas.openxmlformats.org/drawingml/2006/main" noGrp="1"/>
          </p:cNvSpPr>
          <p:nvPr/>
        </p:nvSpPr>
        <p:spPr>
          <a:xfrm xmlns:a="http://schemas.openxmlformats.org/drawingml/2006/main">
            <a:off x="619125" y="1438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8BBC8"/>
                </a:solidFill>
                <a:latin typeface="Arial"/>
                <a:ea typeface="Arial"/>
                <a:cs typeface="Arial"/>
              </a:defRPr>
            </a:defPPr>
            <a:lvl1pPr algn="l">
              <a:buNone/>
              <a:defRPr sz="2025" b="0">
                <a:solidFill>
                  <a:srgbClr val="A8BBC8"/>
                </a:solidFill>
                <a:latin typeface="Arial"/>
                <a:ea typeface="Arial"/>
                <a:cs typeface="Arial"/>
              </a:defRPr>
            </a:lvl1pPr>
            <a:lvl2pPr algn="l">
              <a:buNone/>
              <a:defRPr sz="2025" b="0">
                <a:solidFill>
                  <a:srgbClr val="A8BBC8"/>
                </a:solidFill>
                <a:latin typeface="Arial"/>
                <a:ea typeface="Arial"/>
                <a:cs typeface="Arial"/>
              </a:defRPr>
            </a:lvl2pPr>
            <a:lvl3pPr algn="l">
              <a:buNone/>
              <a:defRPr sz="2025" b="0">
                <a:solidFill>
                  <a:srgbClr val="A8BBC8"/>
                </a:solidFill>
                <a:latin typeface="Arial"/>
                <a:ea typeface="Arial"/>
                <a:cs typeface="Arial"/>
              </a:defRPr>
            </a:lvl3pPr>
            <a:lvl4pPr algn="l">
              <a:buNone/>
              <a:defRPr sz="2025" b="0">
                <a:solidFill>
                  <a:srgbClr val="A8BBC8"/>
                </a:solidFill>
                <a:latin typeface="Arial"/>
                <a:ea typeface="Arial"/>
                <a:cs typeface="Arial"/>
              </a:defRPr>
            </a:lvl4pPr>
            <a:lvl5pPr algn="l">
              <a:buNone/>
              <a:defRPr sz="2025" b="0">
                <a:solidFill>
                  <a:srgbClr val="A8BBC8"/>
                </a:solidFill>
                <a:latin typeface="Arial"/>
                <a:ea typeface="Arial"/>
                <a:cs typeface="Arial"/>
              </a:defRPr>
            </a:lvl5pPr>
            <a:lvl6pPr algn="l">
              <a:buNone/>
              <a:defRPr sz="2025" b="0">
                <a:solidFill>
                  <a:srgbClr val="A8BBC8"/>
                </a:solidFill>
                <a:latin typeface="Arial"/>
                <a:ea typeface="Arial"/>
                <a:cs typeface="Arial"/>
              </a:defRPr>
            </a:lvl6pPr>
            <a:lvl7pPr algn="l">
              <a:buNone/>
              <a:defRPr sz="2025" b="0">
                <a:solidFill>
                  <a:srgbClr val="A8BBC8"/>
                </a:solidFill>
                <a:latin typeface="Arial"/>
                <a:ea typeface="Arial"/>
                <a:cs typeface="Arial"/>
              </a:defRPr>
            </a:lvl7pPr>
            <a:lvl8pPr algn="l">
              <a:buNone/>
              <a:defRPr sz="2025" b="0">
                <a:solidFill>
                  <a:srgbClr val="A8BBC8"/>
                </a:solidFill>
                <a:latin typeface="Arial"/>
                <a:ea typeface="Arial"/>
                <a:cs typeface="Arial"/>
              </a:defRPr>
            </a:lvl8pPr>
            <a:lvl9pPr algn="l">
              <a:buNone/>
              <a:defRPr sz="2025" b="0">
                <a:solidFill>
                  <a:srgbClr val="A8BBC8"/>
                </a:solidFill>
                <a:latin typeface="Arial"/>
                <a:ea typeface="Arial"/>
                <a:cs typeface="Arial"/>
              </a:defRPr>
            </a:lvl9pPr>
          </a:lstStyle>
          <a:p xmlns:a="http://schemas.openxmlformats.org/drawingml/2006/main">
            <a:pPr algn="l">
              <a:buNone/>
              <a:defRPr sz="2025" b="0">
                <a:solidFill>
                  <a:srgbClr val="A8BBC8"/>
                </a:solidFill>
                <a:latin typeface="Arial"/>
                <a:ea typeface="Arial"/>
                <a:cs typeface="Arial"/>
              </a:defRPr>
            </a:pPr>
            <a:r>
              <a:rPr sz="2025" b="0">
                <a:solidFill>
                  <a:srgbClr val="A8BBC8"/>
                </a:solidFill>
                <a:latin typeface="Arial"/>
                <a:ea typeface="Arial"/>
                <a:cs typeface="Arial"/>
              </a:rPr>
              <a:t>Browser roles map to mTLS certificates through a local Vite proxy.</a:t>
            </a:r>
          </a:p>
        </p:txBody>
      </p:sp>
      <p:sp>
        <p:nvSpPr>
          <p:cNvPr id="12" name="Red / Operator mTLS clients">
            <a:extLst xmlns:a="http://schemas.openxmlformats.org/drawingml/2006/main">
              <a:ext uri="{FF2B5EF4-FFF2-40B4-BE49-F238E27FC236}">
                <a16:creationId xmlns:a16="http://schemas.microsoft.com/office/drawing/2014/main" id="{E5396837-359D-4F99-B5D2-F6D7B6C83EFD}"/>
              </a:ext>
            </a:extLst>
          </p:cNvPr>
          <p:cNvSpPr>
            <a:spLocks xmlns:a="http://schemas.openxmlformats.org/drawingml/2006/main" noGrp="1"/>
          </p:cNvSpPr>
          <p:nvPr/>
        </p:nvSpPr>
        <p:spPr>
          <a:xfrm xmlns:a="http://schemas.openxmlformats.org/drawingml/2006/main">
            <a:off x="619125" y="2876550"/>
            <a:ext cx="1762125" cy="1333500"/>
          </a:xfrm>
          <a:prstGeom xmlns:a="http://schemas.openxmlformats.org/drawingml/2006/main" prst="rect">
            <a:avLst/>
          </a:prstGeom>
          <a:solidFill xmlns:a="http://schemas.openxmlformats.org/drawingml/2006/main">
            <a:srgbClr val="142433"/>
          </a:solidFill>
          <a:ln xmlns:a="http://schemas.openxmlformats.org/drawingml/2006/main" w="14288">
            <a:solidFill>
              <a:srgbClr val="48616F"/>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React console</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Vite proxy</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mTLS by role</a:t>
            </a:r>
          </a:p>
        </p:txBody>
      </p:sp>
      <p:sp>
        <p:nvSpPr>
          <p:cNvPr id="13" name="TRUSTED BROKER  Python + SQLite Roles and budgets Run lifecycle">
            <a:extLst xmlns:a="http://schemas.openxmlformats.org/drawingml/2006/main">
              <a:ext uri="{FF2B5EF4-FFF2-40B4-BE49-F238E27FC236}">
                <a16:creationId xmlns:a16="http://schemas.microsoft.com/office/drawing/2014/main" id="{AF4FCA17-2CBB-423C-A1B5-B93CCC4E8F45}"/>
              </a:ext>
            </a:extLst>
          </p:cNvPr>
          <p:cNvSpPr>
            <a:spLocks xmlns:a="http://schemas.openxmlformats.org/drawingml/2006/main" noGrp="1"/>
          </p:cNvSpPr>
          <p:nvPr/>
        </p:nvSpPr>
        <p:spPr>
          <a:xfrm xmlns:a="http://schemas.openxmlformats.org/drawingml/2006/main">
            <a:off x="2952750" y="2390775"/>
            <a:ext cx="2571750" cy="2381250"/>
          </a:xfrm>
          <a:prstGeom xmlns:a="http://schemas.openxmlformats.org/drawingml/2006/main" prst="rect">
            <a:avLst/>
          </a:prstGeom>
          <a:solidFill xmlns:a="http://schemas.openxmlformats.org/drawingml/2006/main">
            <a:srgbClr val="142433"/>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TRUSTED BROKER</a:t>
            </a:r>
          </a:p>
          <a:p xmlns:a="http://schemas.openxmlformats.org/drawingml/2006/main">
            <a:r>
              <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Python + SQLite</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Roles and budgets</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Run lifecycle</a:t>
            </a:r>
          </a:p>
        </p:txBody>
      </p:sp>
      <p:sp>
        <p:nvSpPr>
          <p:cNvPr id="14" name="Isolated execution boundary">
            <a:extLst xmlns:a="http://schemas.openxmlformats.org/drawingml/2006/main">
              <a:ext uri="{FF2B5EF4-FFF2-40B4-BE49-F238E27FC236}">
                <a16:creationId xmlns:a16="http://schemas.microsoft.com/office/drawing/2014/main" id="{FD71AE2B-B38D-4565-9F4D-F47C0E8533FE}"/>
              </a:ext>
            </a:extLst>
          </p:cNvPr>
          <p:cNvSpPr>
            <a:spLocks xmlns:a="http://schemas.openxmlformats.org/drawingml/2006/main" noGrp="1"/>
          </p:cNvSpPr>
          <p:nvPr/>
        </p:nvSpPr>
        <p:spPr>
          <a:xfrm xmlns:a="http://schemas.openxmlformats.org/drawingml/2006/main">
            <a:off x="6191250" y="2000250"/>
            <a:ext cx="5381625" cy="2952750"/>
          </a:xfrm>
          <a:prstGeom xmlns:a="http://schemas.openxmlformats.org/drawingml/2006/main" prst="rect">
            <a:avLst/>
          </a:prstGeom>
          <a:noFill xmlns:a="http://schemas.openxmlformats.org/drawingml/2006/main"/>
          <a:ln xmlns:a="http://schemas.openxmlformats.org/drawingml/2006/main" w="14288">
            <a:solidFill>
              <a:srgbClr val="537380"/>
            </a:solidFill>
            <a:prstDash val="dash"/>
          </a:ln>
        </p:spPr>
      </p:sp>
      <p:sp>
        <p:nvSpPr>
          <p:cNvPr id="15" name="ISOLATED EXECUTION">
            <a:extLst xmlns:a="http://schemas.openxmlformats.org/drawingml/2006/main">
              <a:ext uri="{FF2B5EF4-FFF2-40B4-BE49-F238E27FC236}">
                <a16:creationId xmlns:a16="http://schemas.microsoft.com/office/drawing/2014/main" id="{31425ABD-E346-4CCF-A3D1-92513E3A7526}"/>
              </a:ext>
            </a:extLst>
          </p:cNvPr>
          <p:cNvSpPr>
            <a:spLocks xmlns:a="http://schemas.openxmlformats.org/drawingml/2006/main" noGrp="1"/>
          </p:cNvSpPr>
          <p:nvPr/>
        </p:nvSpPr>
        <p:spPr>
          <a:xfrm xmlns:a="http://schemas.openxmlformats.org/drawingml/2006/main">
            <a:off x="6429375" y="2133600"/>
            <a:ext cx="4905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A8BBC8"/>
                </a:solidFill>
                <a:latin typeface="Arial"/>
                <a:ea typeface="Arial"/>
                <a:cs typeface="Arial"/>
              </a:defRPr>
            </a:defPPr>
            <a:lvl1pPr algn="l">
              <a:buNone/>
              <a:defRPr sz="1425" b="1">
                <a:solidFill>
                  <a:srgbClr val="A8BBC8"/>
                </a:solidFill>
                <a:latin typeface="Arial"/>
                <a:ea typeface="Arial"/>
                <a:cs typeface="Arial"/>
              </a:defRPr>
            </a:lvl1pPr>
            <a:lvl2pPr algn="l">
              <a:buNone/>
              <a:defRPr sz="1425" b="1">
                <a:solidFill>
                  <a:srgbClr val="A8BBC8"/>
                </a:solidFill>
                <a:latin typeface="Arial"/>
                <a:ea typeface="Arial"/>
                <a:cs typeface="Arial"/>
              </a:defRPr>
            </a:lvl2pPr>
            <a:lvl3pPr algn="l">
              <a:buNone/>
              <a:defRPr sz="1425" b="1">
                <a:solidFill>
                  <a:srgbClr val="A8BBC8"/>
                </a:solidFill>
                <a:latin typeface="Arial"/>
                <a:ea typeface="Arial"/>
                <a:cs typeface="Arial"/>
              </a:defRPr>
            </a:lvl3pPr>
            <a:lvl4pPr algn="l">
              <a:buNone/>
              <a:defRPr sz="1425" b="1">
                <a:solidFill>
                  <a:srgbClr val="A8BBC8"/>
                </a:solidFill>
                <a:latin typeface="Arial"/>
                <a:ea typeface="Arial"/>
                <a:cs typeface="Arial"/>
              </a:defRPr>
            </a:lvl4pPr>
            <a:lvl5pPr algn="l">
              <a:buNone/>
              <a:defRPr sz="1425" b="1">
                <a:solidFill>
                  <a:srgbClr val="A8BBC8"/>
                </a:solidFill>
                <a:latin typeface="Arial"/>
                <a:ea typeface="Arial"/>
                <a:cs typeface="Arial"/>
              </a:defRPr>
            </a:lvl5pPr>
            <a:lvl6pPr algn="l">
              <a:buNone/>
              <a:defRPr sz="1425" b="1">
                <a:solidFill>
                  <a:srgbClr val="A8BBC8"/>
                </a:solidFill>
                <a:latin typeface="Arial"/>
                <a:ea typeface="Arial"/>
                <a:cs typeface="Arial"/>
              </a:defRPr>
            </a:lvl6pPr>
            <a:lvl7pPr algn="l">
              <a:buNone/>
              <a:defRPr sz="1425" b="1">
                <a:solidFill>
                  <a:srgbClr val="A8BBC8"/>
                </a:solidFill>
                <a:latin typeface="Arial"/>
                <a:ea typeface="Arial"/>
                <a:cs typeface="Arial"/>
              </a:defRPr>
            </a:lvl7pPr>
            <a:lvl8pPr algn="l">
              <a:buNone/>
              <a:defRPr sz="1425" b="1">
                <a:solidFill>
                  <a:srgbClr val="A8BBC8"/>
                </a:solidFill>
                <a:latin typeface="Arial"/>
                <a:ea typeface="Arial"/>
                <a:cs typeface="Arial"/>
              </a:defRPr>
            </a:lvl8pPr>
            <a:lvl9pPr algn="l">
              <a:buNone/>
              <a:defRPr sz="1425" b="1">
                <a:solidFill>
                  <a:srgbClr val="A8BBC8"/>
                </a:solidFill>
                <a:latin typeface="Arial"/>
                <a:ea typeface="Arial"/>
                <a:cs typeface="Arial"/>
              </a:defRPr>
            </a:lvl9pPr>
          </a:lstStyle>
          <a:p xmlns:a="http://schemas.openxmlformats.org/drawingml/2006/main">
            <a:pPr algn="l">
              <a:buNone/>
              <a:defRPr sz="1425" b="1">
                <a:solidFill>
                  <a:srgbClr val="A8BBC8"/>
                </a:solidFill>
                <a:latin typeface="Arial"/>
                <a:ea typeface="Arial"/>
                <a:cs typeface="Arial"/>
              </a:defRPr>
            </a:pPr>
            <a:r>
              <a:rPr sz="1425" b="1">
                <a:solidFill>
                  <a:srgbClr val="A8BBC8"/>
                </a:solidFill>
                <a:latin typeface="Arial"/>
                <a:ea typeface="Arial"/>
                <a:cs typeface="Arial"/>
              </a:rPr>
              <a:t>ISOLATED EXECUTION</a:t>
            </a:r>
          </a:p>
        </p:txBody>
      </p:sp>
      <p:sp>
        <p:nvSpPr>
          <p:cNvPr id="16" name="Transient defense cell">
            <a:extLst xmlns:a="http://schemas.openxmlformats.org/drawingml/2006/main">
              <a:ext uri="{FF2B5EF4-FFF2-40B4-BE49-F238E27FC236}">
                <a16:creationId xmlns:a16="http://schemas.microsoft.com/office/drawing/2014/main" id="{AEE1D2E9-3ADA-43D9-9961-4E2193E12A6F}"/>
              </a:ext>
            </a:extLst>
          </p:cNvPr>
          <p:cNvSpPr>
            <a:spLocks xmlns:a="http://schemas.openxmlformats.org/drawingml/2006/main" noGrp="1"/>
          </p:cNvSpPr>
          <p:nvPr/>
        </p:nvSpPr>
        <p:spPr>
          <a:xfrm xmlns:a="http://schemas.openxmlformats.org/drawingml/2006/main">
            <a:off x="6467475" y="2571750"/>
            <a:ext cx="4810125" cy="609600"/>
          </a:xfrm>
          <a:prstGeom xmlns:a="http://schemas.openxmlformats.org/drawingml/2006/main" prst="rect">
            <a:avLst/>
          </a:prstGeom>
          <a:solidFill xmlns:a="http://schemas.openxmlformats.org/drawingml/2006/main">
            <a:srgbClr val="18363A"/>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vl1pPr algn="ctr">
              <a:buNone/>
              <a:defRPr sz="1875" b="1">
                <a:solidFill>
                  <a:srgbClr val="FFFFFF"/>
                </a:solidFill>
                <a:latin typeface="Arial"/>
                <a:ea typeface="Arial"/>
                <a:cs typeface="Arial"/>
              </a:defRPr>
            </a:lvl1pPr>
            <a:lvl2pPr algn="ctr">
              <a:buNone/>
              <a:defRPr sz="1875" b="1">
                <a:solidFill>
                  <a:srgbClr val="FFFFFF"/>
                </a:solidFill>
                <a:latin typeface="Arial"/>
                <a:ea typeface="Arial"/>
                <a:cs typeface="Arial"/>
              </a:defRPr>
            </a:lvl2pPr>
            <a:lvl3pPr algn="ctr">
              <a:buNone/>
              <a:defRPr sz="1875" b="1">
                <a:solidFill>
                  <a:srgbClr val="FFFFFF"/>
                </a:solidFill>
                <a:latin typeface="Arial"/>
                <a:ea typeface="Arial"/>
                <a:cs typeface="Arial"/>
              </a:defRPr>
            </a:lvl3pPr>
            <a:lvl4pPr algn="ctr">
              <a:buNone/>
              <a:defRPr sz="1875" b="1">
                <a:solidFill>
                  <a:srgbClr val="FFFFFF"/>
                </a:solidFill>
                <a:latin typeface="Arial"/>
                <a:ea typeface="Arial"/>
                <a:cs typeface="Arial"/>
              </a:defRPr>
            </a:lvl4pPr>
            <a:lvl5pPr algn="ctr">
              <a:buNone/>
              <a:defRPr sz="1875" b="1">
                <a:solidFill>
                  <a:srgbClr val="FFFFFF"/>
                </a:solidFill>
                <a:latin typeface="Arial"/>
                <a:ea typeface="Arial"/>
                <a:cs typeface="Arial"/>
              </a:defRPr>
            </a:lvl5pPr>
            <a:lvl6pPr algn="ctr">
              <a:buNone/>
              <a:defRPr sz="1875" b="1">
                <a:solidFill>
                  <a:srgbClr val="FFFFFF"/>
                </a:solidFill>
                <a:latin typeface="Arial"/>
                <a:ea typeface="Arial"/>
                <a:cs typeface="Arial"/>
              </a:defRPr>
            </a:lvl6pPr>
            <a:lvl7pPr algn="ctr">
              <a:buNone/>
              <a:defRPr sz="1875" b="1">
                <a:solidFill>
                  <a:srgbClr val="FFFFFF"/>
                </a:solidFill>
                <a:latin typeface="Arial"/>
                <a:ea typeface="Arial"/>
                <a:cs typeface="Arial"/>
              </a:defRPr>
            </a:lvl7pPr>
            <a:lvl8pPr algn="ctr">
              <a:buNone/>
              <a:defRPr sz="1875" b="1">
                <a:solidFill>
                  <a:srgbClr val="FFFFFF"/>
                </a:solidFill>
                <a:latin typeface="Arial"/>
                <a:ea typeface="Arial"/>
                <a:cs typeface="Arial"/>
              </a:defRPr>
            </a:lvl8pPr>
            <a:lvl9pPr algn="ctr">
              <a:buNone/>
              <a:defRPr sz="1875" b="1">
                <a:solidFill>
                  <a:srgbClr val="FFFFFF"/>
                </a:solidFill>
                <a:latin typeface="Arial"/>
                <a:ea typeface="Arial"/>
                <a:cs typeface="Arial"/>
              </a:defRPr>
            </a:lvl9pPr>
          </a:lstStyle>
          <a:p xmlns:a="http://schemas.openxmlformats.org/drawingml/2006/main">
            <a:pPr algn="ctr">
              <a:buNone/>
              <a:defRPr sz="1875" b="1">
                <a:solidFill>
                  <a:srgbClr val="FFFFFF"/>
                </a:solidFill>
                <a:latin typeface="Arial"/>
                <a:ea typeface="Arial"/>
                <a:cs typeface="Arial"/>
              </a:defRPr>
            </a:pPr>
            <a:r>
              <a:rPr sz="1875" b="1">
                <a:solidFill>
                  <a:srgbClr val="FFFFFF"/>
                </a:solidFill>
                <a:latin typeface="Arial"/>
                <a:ea typeface="Arial"/>
                <a:cs typeface="Arial"/>
              </a:rPr>
              <a:t>Transient defense cell</a:t>
            </a:r>
          </a:p>
        </p:txBody>
      </p:sp>
      <p:sp>
        <p:nvSpPr>
          <p:cNvPr id="17" name="Lane 1 Qwen llama.cpp">
            <a:extLst xmlns:a="http://schemas.openxmlformats.org/drawingml/2006/main">
              <a:ext uri="{FF2B5EF4-FFF2-40B4-BE49-F238E27FC236}">
                <a16:creationId xmlns:a16="http://schemas.microsoft.com/office/drawing/2014/main" id="{B581F763-6551-4B7C-8022-3AFC775240A4}"/>
              </a:ext>
            </a:extLst>
          </p:cNvPr>
          <p:cNvSpPr>
            <a:spLocks xmlns:a="http://schemas.openxmlformats.org/drawingml/2006/main" noGrp="1"/>
          </p:cNvSpPr>
          <p:nvPr/>
        </p:nvSpPr>
        <p:spPr>
          <a:xfrm xmlns:a="http://schemas.openxmlformats.org/drawingml/2006/main">
            <a:off x="6467475" y="3571875"/>
            <a:ext cx="1495425" cy="1123950"/>
          </a:xfrm>
          <a:prstGeom xmlns:a="http://schemas.openxmlformats.org/drawingml/2006/main" prst="rect">
            <a:avLst/>
          </a:prstGeom>
          <a:solidFill xmlns:a="http://schemas.openxmlformats.org/drawingml/2006/main">
            <a:srgbClr val="142433"/>
          </a:solidFill>
          <a:ln xmlns:a="http://schemas.openxmlformats.org/drawingml/2006/main" w="14288">
            <a:solidFill>
              <a:srgbClr val="537380"/>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Lane 1</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Qwen</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llama.cpp</a:t>
            </a:r>
          </a:p>
        </p:txBody>
      </p:sp>
      <p:sp>
        <p:nvSpPr>
          <p:cNvPr id="18" name="Lane 2 Qwen llama.cpp">
            <a:extLst xmlns:a="http://schemas.openxmlformats.org/drawingml/2006/main">
              <a:ext uri="{FF2B5EF4-FFF2-40B4-BE49-F238E27FC236}">
                <a16:creationId xmlns:a16="http://schemas.microsoft.com/office/drawing/2014/main" id="{B2A706A2-E103-4511-A8D3-F0878C15FDDE}"/>
              </a:ext>
            </a:extLst>
          </p:cNvPr>
          <p:cNvSpPr>
            <a:spLocks xmlns:a="http://schemas.openxmlformats.org/drawingml/2006/main" noGrp="1"/>
          </p:cNvSpPr>
          <p:nvPr/>
        </p:nvSpPr>
        <p:spPr>
          <a:xfrm xmlns:a="http://schemas.openxmlformats.org/drawingml/2006/main">
            <a:off x="8124825" y="3571875"/>
            <a:ext cx="1495425" cy="1123950"/>
          </a:xfrm>
          <a:prstGeom xmlns:a="http://schemas.openxmlformats.org/drawingml/2006/main" prst="rect">
            <a:avLst/>
          </a:prstGeom>
          <a:solidFill xmlns:a="http://schemas.openxmlformats.org/drawingml/2006/main">
            <a:srgbClr val="142433"/>
          </a:solidFill>
          <a:ln xmlns:a="http://schemas.openxmlformats.org/drawingml/2006/main" w="14288">
            <a:solidFill>
              <a:srgbClr val="537380"/>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Lane 2</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Qwen</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llama.cpp</a:t>
            </a:r>
          </a:p>
        </p:txBody>
      </p:sp>
      <p:sp>
        <p:nvSpPr>
          <p:cNvPr id="19" name="Lane 3 Qwen llama.cpp">
            <a:extLst xmlns:a="http://schemas.openxmlformats.org/drawingml/2006/main">
              <a:ext uri="{FF2B5EF4-FFF2-40B4-BE49-F238E27FC236}">
                <a16:creationId xmlns:a16="http://schemas.microsoft.com/office/drawing/2014/main" id="{E6C1B8BB-67F9-4519-805E-26BB7607B3F0}"/>
              </a:ext>
            </a:extLst>
          </p:cNvPr>
          <p:cNvSpPr>
            <a:spLocks xmlns:a="http://schemas.openxmlformats.org/drawingml/2006/main" noGrp="1"/>
          </p:cNvSpPr>
          <p:nvPr/>
        </p:nvSpPr>
        <p:spPr>
          <a:xfrm xmlns:a="http://schemas.openxmlformats.org/drawingml/2006/main">
            <a:off x="9782175" y="3571875"/>
            <a:ext cx="1495425" cy="1123950"/>
          </a:xfrm>
          <a:prstGeom xmlns:a="http://schemas.openxmlformats.org/drawingml/2006/main" prst="rect">
            <a:avLst/>
          </a:prstGeom>
          <a:solidFill xmlns:a="http://schemas.openxmlformats.org/drawingml/2006/main">
            <a:srgbClr val="142433"/>
          </a:solidFill>
          <a:ln xmlns:a="http://schemas.openxmlformats.org/drawingml/2006/main" w="14288">
            <a:solidFill>
              <a:srgbClr val="537380"/>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Lane 3</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Qwen</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llama.cpp</a:t>
            </a:r>
          </a:p>
        </p:txBody>
      </p:sp>
      <p:sp>
        <p:nvSpPr>
          <p:cNvPr id="20" name="Recorder + witness Signed run events">
            <a:extLst xmlns:a="http://schemas.openxmlformats.org/drawingml/2006/main">
              <a:ext uri="{FF2B5EF4-FFF2-40B4-BE49-F238E27FC236}">
                <a16:creationId xmlns:a16="http://schemas.microsoft.com/office/drawing/2014/main" id="{10DF7976-9A58-4873-B4E9-49074B823858}"/>
              </a:ext>
            </a:extLst>
          </p:cNvPr>
          <p:cNvSpPr>
            <a:spLocks xmlns:a="http://schemas.openxmlformats.org/drawingml/2006/main" noGrp="1"/>
          </p:cNvSpPr>
          <p:nvPr/>
        </p:nvSpPr>
        <p:spPr>
          <a:xfrm xmlns:a="http://schemas.openxmlformats.org/drawingml/2006/main">
            <a:off x="2952750" y="5381625"/>
            <a:ext cx="3238500" cy="666750"/>
          </a:xfrm>
          <a:prstGeom xmlns:a="http://schemas.openxmlformats.org/drawingml/2006/main" prst="rect">
            <a:avLst/>
          </a:prstGeom>
          <a:solidFill xmlns:a="http://schemas.openxmlformats.org/drawingml/2006/main">
            <a:srgbClr val="142433"/>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Recorder + witness</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Signed run events</a:t>
            </a:r>
          </a:p>
        </p:txBody>
      </p:sp>
      <p:sp>
        <p:nvSpPr>
          <p:cNvPr id="21" name="Offline verifier Evidence bundle checks">
            <a:extLst xmlns:a="http://schemas.openxmlformats.org/drawingml/2006/main">
              <a:ext uri="{FF2B5EF4-FFF2-40B4-BE49-F238E27FC236}">
                <a16:creationId xmlns:a16="http://schemas.microsoft.com/office/drawing/2014/main" id="{28E4C2B5-D3EF-4413-845D-F77FE3574F37}"/>
              </a:ext>
            </a:extLst>
          </p:cNvPr>
          <p:cNvSpPr>
            <a:spLocks xmlns:a="http://schemas.openxmlformats.org/drawingml/2006/main" noGrp="1"/>
          </p:cNvSpPr>
          <p:nvPr/>
        </p:nvSpPr>
        <p:spPr>
          <a:xfrm xmlns:a="http://schemas.openxmlformats.org/drawingml/2006/main">
            <a:off x="8096250" y="5381625"/>
            <a:ext cx="3476625" cy="666750"/>
          </a:xfrm>
          <a:prstGeom xmlns:a="http://schemas.openxmlformats.org/drawingml/2006/main" prst="rect">
            <a:avLst/>
          </a:prstGeom>
          <a:solidFill xmlns:a="http://schemas.openxmlformats.org/drawingml/2006/main">
            <a:srgbClr val="142433"/>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Offline verifier</a:t>
            </a:r>
          </a:p>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Evidence bundle checks</a:t>
            </a:r>
          </a:p>
        </p:txBody>
      </p:sp>
      <p:sp>
        <p:nvSpPr>
          <p:cNvPr id="22" name="Docker containers isolate the lanes. Owner-managed keys establish the ">
            <a:extLst xmlns:a="http://schemas.openxmlformats.org/drawingml/2006/main">
              <a:ext uri="{FF2B5EF4-FFF2-40B4-BE49-F238E27FC236}">
                <a16:creationId xmlns:a16="http://schemas.microsoft.com/office/drawing/2014/main" id="{BF4953CB-3870-401F-B04C-B79D1EDA2176}"/>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8BBC8"/>
                </a:solidFill>
                <a:latin typeface="Arial"/>
                <a:ea typeface="Arial"/>
                <a:cs typeface="Arial"/>
              </a:defRPr>
            </a:defPPr>
            <a:lvl1pPr algn="l">
              <a:buNone/>
              <a:defRPr sz="1350" b="0">
                <a:solidFill>
                  <a:srgbClr val="A8BBC8"/>
                </a:solidFill>
                <a:latin typeface="Arial"/>
                <a:ea typeface="Arial"/>
                <a:cs typeface="Arial"/>
              </a:defRPr>
            </a:lvl1pPr>
            <a:lvl2pPr algn="l">
              <a:buNone/>
              <a:defRPr sz="1350" b="0">
                <a:solidFill>
                  <a:srgbClr val="A8BBC8"/>
                </a:solidFill>
                <a:latin typeface="Arial"/>
                <a:ea typeface="Arial"/>
                <a:cs typeface="Arial"/>
              </a:defRPr>
            </a:lvl2pPr>
            <a:lvl3pPr algn="l">
              <a:buNone/>
              <a:defRPr sz="1350" b="0">
                <a:solidFill>
                  <a:srgbClr val="A8BBC8"/>
                </a:solidFill>
                <a:latin typeface="Arial"/>
                <a:ea typeface="Arial"/>
                <a:cs typeface="Arial"/>
              </a:defRPr>
            </a:lvl3pPr>
            <a:lvl4pPr algn="l">
              <a:buNone/>
              <a:defRPr sz="1350" b="0">
                <a:solidFill>
                  <a:srgbClr val="A8BBC8"/>
                </a:solidFill>
                <a:latin typeface="Arial"/>
                <a:ea typeface="Arial"/>
                <a:cs typeface="Arial"/>
              </a:defRPr>
            </a:lvl4pPr>
            <a:lvl5pPr algn="l">
              <a:buNone/>
              <a:defRPr sz="1350" b="0">
                <a:solidFill>
                  <a:srgbClr val="A8BBC8"/>
                </a:solidFill>
                <a:latin typeface="Arial"/>
                <a:ea typeface="Arial"/>
                <a:cs typeface="Arial"/>
              </a:defRPr>
            </a:lvl5pPr>
            <a:lvl6pPr algn="l">
              <a:buNone/>
              <a:defRPr sz="1350" b="0">
                <a:solidFill>
                  <a:srgbClr val="A8BBC8"/>
                </a:solidFill>
                <a:latin typeface="Arial"/>
                <a:ea typeface="Arial"/>
                <a:cs typeface="Arial"/>
              </a:defRPr>
            </a:lvl6pPr>
            <a:lvl7pPr algn="l">
              <a:buNone/>
              <a:defRPr sz="1350" b="0">
                <a:solidFill>
                  <a:srgbClr val="A8BBC8"/>
                </a:solidFill>
                <a:latin typeface="Arial"/>
                <a:ea typeface="Arial"/>
                <a:cs typeface="Arial"/>
              </a:defRPr>
            </a:lvl7pPr>
            <a:lvl8pPr algn="l">
              <a:buNone/>
              <a:defRPr sz="1350" b="0">
                <a:solidFill>
                  <a:srgbClr val="A8BBC8"/>
                </a:solidFill>
                <a:latin typeface="Arial"/>
                <a:ea typeface="Arial"/>
                <a:cs typeface="Arial"/>
              </a:defRPr>
            </a:lvl8pPr>
            <a:lvl9pPr algn="l">
              <a:buNone/>
              <a:defRPr sz="1350" b="0">
                <a:solidFill>
                  <a:srgbClr val="A8BBC8"/>
                </a:solidFill>
                <a:latin typeface="Arial"/>
                <a:ea typeface="Arial"/>
                <a:cs typeface="Arial"/>
              </a:defRPr>
            </a:lvl9pPr>
          </a:lstStyle>
          <a:p xmlns:a="http://schemas.openxmlformats.org/drawingml/2006/main">
            <a:pPr algn="l">
              <a:buNone/>
              <a:defRPr sz="1350" b="0">
                <a:solidFill>
                  <a:srgbClr val="A8BBC8"/>
                </a:solidFill>
                <a:latin typeface="Arial"/>
                <a:ea typeface="Arial"/>
                <a:cs typeface="Arial"/>
              </a:defRPr>
            </a:pPr>
            <a:r>
              <a:rPr sz="1350" b="0">
                <a:solidFill>
                  <a:srgbClr val="A8BBC8"/>
                </a:solidFill>
                <a:latin typeface="Arial"/>
                <a:ea typeface="Arial"/>
                <a:cs typeface="Arial"/>
              </a:rPr>
              <a:t>Docker containers isolate the lanes. Owner-managed keys establish the local trust roots.</a:t>
            </a:r>
          </a:p>
        </p:txBody>
      </p:sp>
    </p:spTree>
    <p:extLst>
      <p:ext uri="{BB962C8B-B14F-4D97-AF65-F5344CB8AC3E}">
        <p14:creationId xmlns:p14="http://schemas.microsoft.com/office/powerpoint/2010/main" val="671258803"/>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BB89AC0-9C11-4023-9767-CA2098A39A9F}"/>
              </a:ext>
            </a:extLst>
          </p:cNvPr>
          <p:cNvCxnSpPr>
            <a:stCxn xmlns:a="http://schemas.openxmlformats.org/drawingml/2006/main" id="19" idx="3"/>
            <a:endCxn xmlns:a="http://schemas.openxmlformats.org/drawingml/2006/main" id="22" idx="1"/>
          </p:cNvCxnSpPr>
          <p:nvPr/>
        </p:nvCxnSpPr>
        <p:spPr>
          <a:xfrm xmlns:a="http://schemas.openxmlformats.org/drawingml/2006/main">
            <a:off x="9334500"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14500C81-6B16-4600-B6A3-825F74A188FA}"/>
              </a:ext>
            </a:extLst>
          </p:cNvPr>
          <p:cNvCxnSpPr>
            <a:stCxn xmlns:a="http://schemas.openxmlformats.org/drawingml/2006/main" id="16" idx="3"/>
            <a:endCxn xmlns:a="http://schemas.openxmlformats.org/drawingml/2006/main" id="19" idx="1"/>
          </p:cNvCxnSpPr>
          <p:nvPr/>
        </p:nvCxnSpPr>
        <p:spPr>
          <a:xfrm xmlns:a="http://schemas.openxmlformats.org/drawingml/2006/main">
            <a:off x="7096125"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EE635AE3-FA2D-4C82-B211-8F66C3C28AE4}"/>
              </a:ext>
            </a:extLst>
          </p:cNvPr>
          <p:cNvCxnSpPr>
            <a:stCxn xmlns:a="http://schemas.openxmlformats.org/drawingml/2006/main" id="13" idx="3"/>
            <a:endCxn xmlns:a="http://schemas.openxmlformats.org/drawingml/2006/main" id="16" idx="1"/>
          </p:cNvCxnSpPr>
          <p:nvPr/>
        </p:nvCxnSpPr>
        <p:spPr>
          <a:xfrm xmlns:a="http://schemas.openxmlformats.org/drawingml/2006/main">
            <a:off x="4857750"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95B13E3D-B9EC-49F2-82C6-89A6765CAD1E}"/>
              </a:ext>
            </a:extLst>
          </p:cNvPr>
          <p:cNvCxnSpPr>
            <a:stCxn xmlns:a="http://schemas.openxmlformats.org/drawingml/2006/main" id="10" idx="3"/>
            <a:endCxn xmlns:a="http://schemas.openxmlformats.org/drawingml/2006/main" id="13" idx="1"/>
          </p:cNvCxnSpPr>
          <p:nvPr/>
        </p:nvCxnSpPr>
        <p:spPr>
          <a:xfrm xmlns:a="http://schemas.openxmlformats.org/drawingml/2006/main">
            <a:off x="2619375"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sp>
        <p:nvSpPr>
          <p:cNvPr id="6" name="Prototype workflow">
            <a:extLst xmlns:a="http://schemas.openxmlformats.org/drawingml/2006/main">
              <a:ext uri="{FF2B5EF4-FFF2-40B4-BE49-F238E27FC236}">
                <a16:creationId xmlns:a16="http://schemas.microsoft.com/office/drawing/2014/main" id="{F8ABF72A-9626-4D53-A209-50C93E185106}"/>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Prototype workflow</a:t>
            </a:r>
          </a:p>
        </p:txBody>
      </p:sp>
      <p:sp>
        <p:nvSpPr>
          <p:cNvPr id="7" name="05">
            <a:extLst xmlns:a="http://schemas.openxmlformats.org/drawingml/2006/main">
              <a:ext uri="{FF2B5EF4-FFF2-40B4-BE49-F238E27FC236}">
                <a16:creationId xmlns:a16="http://schemas.microsoft.com/office/drawing/2014/main" id="{767C4297-7C34-4D3D-993F-0E5C573E17E1}"/>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05</a:t>
            </a:r>
          </a:p>
        </p:txBody>
      </p:sp>
      <p:sp>
        <p:nvSpPr>
          <p:cNvPr id="8" name="Interactive feedback or sealed batch evaluation">
            <a:extLst xmlns:a="http://schemas.openxmlformats.org/drawingml/2006/main">
              <a:ext uri="{FF2B5EF4-FFF2-40B4-BE49-F238E27FC236}">
                <a16:creationId xmlns:a16="http://schemas.microsoft.com/office/drawing/2014/main" id="{3F2D3882-51CA-4347-A3B6-591315329D9C}"/>
              </a:ext>
            </a:extLst>
          </p:cNvPr>
          <p:cNvSpPr>
            <a:spLocks xmlns:a="http://schemas.openxmlformats.org/drawingml/2006/main" noGrp="1"/>
          </p:cNvSpPr>
          <p:nvPr/>
        </p:nvSpPr>
        <p:spPr>
          <a:xfrm xmlns:a="http://schemas.openxmlformats.org/drawingml/2006/main">
            <a:off x="619125" y="1552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78"/>
                </a:solidFill>
                <a:latin typeface="Arial"/>
                <a:ea typeface="Arial"/>
                <a:cs typeface="Arial"/>
              </a:defRPr>
            </a:defPPr>
            <a:lvl1pPr algn="l">
              <a:buNone/>
              <a:defRPr sz="2175" b="1">
                <a:solidFill>
                  <a:srgbClr val="087E78"/>
                </a:solidFill>
                <a:latin typeface="Arial"/>
                <a:ea typeface="Arial"/>
                <a:cs typeface="Arial"/>
              </a:defRPr>
            </a:lvl1pPr>
            <a:lvl2pPr algn="l">
              <a:buNone/>
              <a:defRPr sz="2175" b="1">
                <a:solidFill>
                  <a:srgbClr val="087E78"/>
                </a:solidFill>
                <a:latin typeface="Arial"/>
                <a:ea typeface="Arial"/>
                <a:cs typeface="Arial"/>
              </a:defRPr>
            </a:lvl2pPr>
            <a:lvl3pPr algn="l">
              <a:buNone/>
              <a:defRPr sz="2175" b="1">
                <a:solidFill>
                  <a:srgbClr val="087E78"/>
                </a:solidFill>
                <a:latin typeface="Arial"/>
                <a:ea typeface="Arial"/>
                <a:cs typeface="Arial"/>
              </a:defRPr>
            </a:lvl3pPr>
            <a:lvl4pPr algn="l">
              <a:buNone/>
              <a:defRPr sz="2175" b="1">
                <a:solidFill>
                  <a:srgbClr val="087E78"/>
                </a:solidFill>
                <a:latin typeface="Arial"/>
                <a:ea typeface="Arial"/>
                <a:cs typeface="Arial"/>
              </a:defRPr>
            </a:lvl4pPr>
            <a:lvl5pPr algn="l">
              <a:buNone/>
              <a:defRPr sz="2175" b="1">
                <a:solidFill>
                  <a:srgbClr val="087E78"/>
                </a:solidFill>
                <a:latin typeface="Arial"/>
                <a:ea typeface="Arial"/>
                <a:cs typeface="Arial"/>
              </a:defRPr>
            </a:lvl5pPr>
            <a:lvl6pPr algn="l">
              <a:buNone/>
              <a:defRPr sz="2175" b="1">
                <a:solidFill>
                  <a:srgbClr val="087E78"/>
                </a:solidFill>
                <a:latin typeface="Arial"/>
                <a:ea typeface="Arial"/>
                <a:cs typeface="Arial"/>
              </a:defRPr>
            </a:lvl6pPr>
            <a:lvl7pPr algn="l">
              <a:buNone/>
              <a:defRPr sz="2175" b="1">
                <a:solidFill>
                  <a:srgbClr val="087E78"/>
                </a:solidFill>
                <a:latin typeface="Arial"/>
                <a:ea typeface="Arial"/>
                <a:cs typeface="Arial"/>
              </a:defRPr>
            </a:lvl7pPr>
            <a:lvl8pPr algn="l">
              <a:buNone/>
              <a:defRPr sz="2175" b="1">
                <a:solidFill>
                  <a:srgbClr val="087E78"/>
                </a:solidFill>
                <a:latin typeface="Arial"/>
                <a:ea typeface="Arial"/>
                <a:cs typeface="Arial"/>
              </a:defRPr>
            </a:lvl8pPr>
            <a:lvl9pPr algn="l">
              <a:buNone/>
              <a:defRPr sz="2175" b="1">
                <a:solidFill>
                  <a:srgbClr val="087E78"/>
                </a:solidFill>
                <a:latin typeface="Arial"/>
                <a:ea typeface="Arial"/>
                <a:cs typeface="Arial"/>
              </a:defRPr>
            </a:lvl9pPr>
          </a:lstStyle>
          <a:p xmlns:a="http://schemas.openxmlformats.org/drawingml/2006/main">
            <a:pPr algn="l">
              <a:buNone/>
              <a:defRPr sz="2175" b="1">
                <a:solidFill>
                  <a:srgbClr val="087E78"/>
                </a:solidFill>
                <a:latin typeface="Arial"/>
                <a:ea typeface="Arial"/>
                <a:cs typeface="Arial"/>
              </a:defRPr>
            </a:pPr>
            <a:r>
              <a:rPr sz="2175" b="1">
                <a:solidFill>
                  <a:srgbClr val="087E78"/>
                </a:solidFill>
                <a:latin typeface="Arial"/>
                <a:ea typeface="Arial"/>
                <a:cs typeface="Arial"/>
              </a:rPr>
              <a:t>Interactive feedback or sealed batch evaluation</a:t>
            </a:r>
          </a:p>
        </p:txBody>
      </p:sp>
      <p:sp>
        <p:nvSpPr>
          <p:cNvPr id="9" name="01">
            <a:extLst xmlns:a="http://schemas.openxmlformats.org/drawingml/2006/main">
              <a:ext uri="{FF2B5EF4-FFF2-40B4-BE49-F238E27FC236}">
                <a16:creationId xmlns:a16="http://schemas.microsoft.com/office/drawing/2014/main" id="{305424C8-2986-4389-82F5-8345750BBF80}"/>
              </a:ext>
            </a:extLst>
          </p:cNvPr>
          <p:cNvSpPr>
            <a:spLocks xmlns:a="http://schemas.openxmlformats.org/drawingml/2006/main" noGrp="1"/>
          </p:cNvSpPr>
          <p:nvPr/>
        </p:nvSpPr>
        <p:spPr>
          <a:xfrm xmlns:a="http://schemas.openxmlformats.org/drawingml/2006/main">
            <a:off x="619125"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buNone/>
              <a:defRPr sz="3300" b="1">
                <a:solidFill>
                  <a:srgbClr val="087E78"/>
                </a:solidFill>
                <a:latin typeface="Arial"/>
                <a:ea typeface="Arial"/>
                <a:cs typeface="Arial"/>
              </a:defRPr>
            </a:lvl1pPr>
            <a:lvl2pPr algn="l">
              <a:buNone/>
              <a:defRPr sz="3300" b="1">
                <a:solidFill>
                  <a:srgbClr val="087E78"/>
                </a:solidFill>
                <a:latin typeface="Arial"/>
                <a:ea typeface="Arial"/>
                <a:cs typeface="Arial"/>
              </a:defRPr>
            </a:lvl2pPr>
            <a:lvl3pPr algn="l">
              <a:buNone/>
              <a:defRPr sz="3300" b="1">
                <a:solidFill>
                  <a:srgbClr val="087E78"/>
                </a:solidFill>
                <a:latin typeface="Arial"/>
                <a:ea typeface="Arial"/>
                <a:cs typeface="Arial"/>
              </a:defRPr>
            </a:lvl3pPr>
            <a:lvl4pPr algn="l">
              <a:buNone/>
              <a:defRPr sz="3300" b="1">
                <a:solidFill>
                  <a:srgbClr val="087E78"/>
                </a:solidFill>
                <a:latin typeface="Arial"/>
                <a:ea typeface="Arial"/>
                <a:cs typeface="Arial"/>
              </a:defRPr>
            </a:lvl4pPr>
            <a:lvl5pPr algn="l">
              <a:buNone/>
              <a:defRPr sz="3300" b="1">
                <a:solidFill>
                  <a:srgbClr val="087E78"/>
                </a:solidFill>
                <a:latin typeface="Arial"/>
                <a:ea typeface="Arial"/>
                <a:cs typeface="Arial"/>
              </a:defRPr>
            </a:lvl5pPr>
            <a:lvl6pPr algn="l">
              <a:buNone/>
              <a:defRPr sz="3300" b="1">
                <a:solidFill>
                  <a:srgbClr val="087E78"/>
                </a:solidFill>
                <a:latin typeface="Arial"/>
                <a:ea typeface="Arial"/>
                <a:cs typeface="Arial"/>
              </a:defRPr>
            </a:lvl6pPr>
            <a:lvl7pPr algn="l">
              <a:buNone/>
              <a:defRPr sz="3300" b="1">
                <a:solidFill>
                  <a:srgbClr val="087E78"/>
                </a:solidFill>
                <a:latin typeface="Arial"/>
                <a:ea typeface="Arial"/>
                <a:cs typeface="Arial"/>
              </a:defRPr>
            </a:lvl7pPr>
            <a:lvl8pPr algn="l">
              <a:buNone/>
              <a:defRPr sz="3300" b="1">
                <a:solidFill>
                  <a:srgbClr val="087E78"/>
                </a:solidFill>
                <a:latin typeface="Arial"/>
                <a:ea typeface="Arial"/>
                <a:cs typeface="Arial"/>
              </a:defRPr>
            </a:lvl8pPr>
            <a:lvl9pPr algn="l">
              <a:buNone/>
              <a:defRPr sz="3300" b="1">
                <a:solidFill>
                  <a:srgbClr val="087E78"/>
                </a:solidFill>
                <a:latin typeface="Arial"/>
                <a:ea typeface="Arial"/>
                <a:cs typeface="Arial"/>
              </a:defRPr>
            </a:lvl9pPr>
          </a:lstStyle>
          <a:p xmlns:a="http://schemas.openxmlformats.org/drawingml/2006/main">
            <a:pPr algn="l">
              <a:buNone/>
              <a:defRPr sz="3300" b="1">
                <a:solidFill>
                  <a:srgbClr val="087E78"/>
                </a:solidFill>
                <a:latin typeface="Arial"/>
                <a:ea typeface="Arial"/>
                <a:cs typeface="Arial"/>
              </a:defRPr>
            </a:pPr>
            <a:r>
              <a:rPr sz="3300" b="1">
                <a:solidFill>
                  <a:srgbClr val="087E78"/>
                </a:solidFill>
                <a:latin typeface="Arial"/>
                <a:ea typeface="Arial"/>
                <a:cs typeface="Arial"/>
              </a:rPr>
              <a:t>01</a:t>
            </a:r>
          </a:p>
        </p:txBody>
      </p:sp>
      <p:sp>
        <p:nvSpPr>
          <p:cNvPr id="10" name="Prepare">
            <a:extLst xmlns:a="http://schemas.openxmlformats.org/drawingml/2006/main">
              <a:ext uri="{FF2B5EF4-FFF2-40B4-BE49-F238E27FC236}">
                <a16:creationId xmlns:a16="http://schemas.microsoft.com/office/drawing/2014/main" id="{5D422D04-671F-4D01-8607-AFDEAF24B97D}"/>
              </a:ext>
            </a:extLst>
          </p:cNvPr>
          <p:cNvSpPr>
            <a:spLocks xmlns:a="http://schemas.openxmlformats.org/drawingml/2006/main" noGrp="1"/>
          </p:cNvSpPr>
          <p:nvPr/>
        </p:nvSpPr>
        <p:spPr>
          <a:xfrm xmlns:a="http://schemas.openxmlformats.org/drawingml/2006/main">
            <a:off x="619125"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buNone/>
              <a:defRPr sz="2175" b="1">
                <a:solidFill>
                  <a:srgbClr val="0A1420"/>
                </a:solidFill>
                <a:latin typeface="Arial"/>
                <a:ea typeface="Arial"/>
                <a:cs typeface="Arial"/>
              </a:defRPr>
            </a:lvl1pPr>
            <a:lvl2pPr algn="ctr">
              <a:buNone/>
              <a:defRPr sz="2175" b="1">
                <a:solidFill>
                  <a:srgbClr val="0A1420"/>
                </a:solidFill>
                <a:latin typeface="Arial"/>
                <a:ea typeface="Arial"/>
                <a:cs typeface="Arial"/>
              </a:defRPr>
            </a:lvl2pPr>
            <a:lvl3pPr algn="ctr">
              <a:buNone/>
              <a:defRPr sz="2175" b="1">
                <a:solidFill>
                  <a:srgbClr val="0A1420"/>
                </a:solidFill>
                <a:latin typeface="Arial"/>
                <a:ea typeface="Arial"/>
                <a:cs typeface="Arial"/>
              </a:defRPr>
            </a:lvl3pPr>
            <a:lvl4pPr algn="ctr">
              <a:buNone/>
              <a:defRPr sz="2175" b="1">
                <a:solidFill>
                  <a:srgbClr val="0A1420"/>
                </a:solidFill>
                <a:latin typeface="Arial"/>
                <a:ea typeface="Arial"/>
                <a:cs typeface="Arial"/>
              </a:defRPr>
            </a:lvl4pPr>
            <a:lvl5pPr algn="ctr">
              <a:buNone/>
              <a:defRPr sz="2175" b="1">
                <a:solidFill>
                  <a:srgbClr val="0A1420"/>
                </a:solidFill>
                <a:latin typeface="Arial"/>
                <a:ea typeface="Arial"/>
                <a:cs typeface="Arial"/>
              </a:defRPr>
            </a:lvl5pPr>
            <a:lvl6pPr algn="ctr">
              <a:buNone/>
              <a:defRPr sz="2175" b="1">
                <a:solidFill>
                  <a:srgbClr val="0A1420"/>
                </a:solidFill>
                <a:latin typeface="Arial"/>
                <a:ea typeface="Arial"/>
                <a:cs typeface="Arial"/>
              </a:defRPr>
            </a:lvl6pPr>
            <a:lvl7pPr algn="ctr">
              <a:buNone/>
              <a:defRPr sz="2175" b="1">
                <a:solidFill>
                  <a:srgbClr val="0A1420"/>
                </a:solidFill>
                <a:latin typeface="Arial"/>
                <a:ea typeface="Arial"/>
                <a:cs typeface="Arial"/>
              </a:defRPr>
            </a:lvl7pPr>
            <a:lvl8pPr algn="ctr">
              <a:buNone/>
              <a:defRPr sz="2175" b="1">
                <a:solidFill>
                  <a:srgbClr val="0A1420"/>
                </a:solidFill>
                <a:latin typeface="Arial"/>
                <a:ea typeface="Arial"/>
                <a:cs typeface="Arial"/>
              </a:defRPr>
            </a:lvl8pPr>
            <a:lvl9pPr algn="ctr">
              <a:buNone/>
              <a:defRPr sz="2175" b="1">
                <a:solidFill>
                  <a:srgbClr val="0A1420"/>
                </a:solidFill>
                <a:latin typeface="Arial"/>
                <a:ea typeface="Arial"/>
                <a:cs typeface="Arial"/>
              </a:defRPr>
            </a:lvl9pPr>
          </a:lstStyle>
          <a:p xmlns:a="http://schemas.openxmlformats.org/drawingml/2006/main">
            <a:pPr algn="ctr">
              <a:buNone/>
              <a:defRPr sz="2175" b="1">
                <a:solidFill>
                  <a:srgbClr val="0A1420"/>
                </a:solidFill>
                <a:latin typeface="Arial"/>
                <a:ea typeface="Arial"/>
                <a:cs typeface="Arial"/>
              </a:defRPr>
            </a:pPr>
            <a:r>
              <a:rPr sz="2175" b="1">
                <a:solidFill>
                  <a:srgbClr val="0A1420"/>
                </a:solidFill>
                <a:latin typeface="Arial"/>
                <a:ea typeface="Arial"/>
                <a:cs typeface="Arial"/>
              </a:rPr>
              <a:t>Prepare</a:t>
            </a:r>
          </a:p>
        </p:txBody>
      </p:sp>
      <p:sp>
        <p:nvSpPr>
          <p:cNvPr id="11" name="Pinned model, corpus&#10;and owner authorities">
            <a:extLst xmlns:a="http://schemas.openxmlformats.org/drawingml/2006/main">
              <a:ext uri="{FF2B5EF4-FFF2-40B4-BE49-F238E27FC236}">
                <a16:creationId xmlns:a16="http://schemas.microsoft.com/office/drawing/2014/main" id="{60779C9A-92AB-482B-B5C6-58958C15398D}"/>
              </a:ext>
            </a:extLst>
          </p:cNvPr>
          <p:cNvSpPr>
            <a:spLocks xmlns:a="http://schemas.openxmlformats.org/drawingml/2006/main" noGrp="1"/>
          </p:cNvSpPr>
          <p:nvPr/>
        </p:nvSpPr>
        <p:spPr>
          <a:xfrm xmlns:a="http://schemas.openxmlformats.org/drawingml/2006/main">
            <a:off x="619125"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Pinned model, corpus</a:t>
            </a:r>
          </a:p>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and owner authorities</a:t>
            </a:r>
          </a:p>
        </p:txBody>
      </p:sp>
      <p:sp>
        <p:nvSpPr>
          <p:cNvPr id="12" name="02">
            <a:extLst xmlns:a="http://schemas.openxmlformats.org/drawingml/2006/main">
              <a:ext uri="{FF2B5EF4-FFF2-40B4-BE49-F238E27FC236}">
                <a16:creationId xmlns:a16="http://schemas.microsoft.com/office/drawing/2014/main" id="{870D3517-16A0-482E-B7FE-3FC5479B7D70}"/>
              </a:ext>
            </a:extLst>
          </p:cNvPr>
          <p:cNvSpPr>
            <a:spLocks xmlns:a="http://schemas.openxmlformats.org/drawingml/2006/main" noGrp="1"/>
          </p:cNvSpPr>
          <p:nvPr/>
        </p:nvSpPr>
        <p:spPr>
          <a:xfrm xmlns:a="http://schemas.openxmlformats.org/drawingml/2006/main">
            <a:off x="2857500"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buNone/>
              <a:defRPr sz="3300" b="1">
                <a:solidFill>
                  <a:srgbClr val="087E78"/>
                </a:solidFill>
                <a:latin typeface="Arial"/>
                <a:ea typeface="Arial"/>
                <a:cs typeface="Arial"/>
              </a:defRPr>
            </a:lvl1pPr>
            <a:lvl2pPr algn="l">
              <a:buNone/>
              <a:defRPr sz="3300" b="1">
                <a:solidFill>
                  <a:srgbClr val="087E78"/>
                </a:solidFill>
                <a:latin typeface="Arial"/>
                <a:ea typeface="Arial"/>
                <a:cs typeface="Arial"/>
              </a:defRPr>
            </a:lvl2pPr>
            <a:lvl3pPr algn="l">
              <a:buNone/>
              <a:defRPr sz="3300" b="1">
                <a:solidFill>
                  <a:srgbClr val="087E78"/>
                </a:solidFill>
                <a:latin typeface="Arial"/>
                <a:ea typeface="Arial"/>
                <a:cs typeface="Arial"/>
              </a:defRPr>
            </a:lvl3pPr>
            <a:lvl4pPr algn="l">
              <a:buNone/>
              <a:defRPr sz="3300" b="1">
                <a:solidFill>
                  <a:srgbClr val="087E78"/>
                </a:solidFill>
                <a:latin typeface="Arial"/>
                <a:ea typeface="Arial"/>
                <a:cs typeface="Arial"/>
              </a:defRPr>
            </a:lvl4pPr>
            <a:lvl5pPr algn="l">
              <a:buNone/>
              <a:defRPr sz="3300" b="1">
                <a:solidFill>
                  <a:srgbClr val="087E78"/>
                </a:solidFill>
                <a:latin typeface="Arial"/>
                <a:ea typeface="Arial"/>
                <a:cs typeface="Arial"/>
              </a:defRPr>
            </a:lvl5pPr>
            <a:lvl6pPr algn="l">
              <a:buNone/>
              <a:defRPr sz="3300" b="1">
                <a:solidFill>
                  <a:srgbClr val="087E78"/>
                </a:solidFill>
                <a:latin typeface="Arial"/>
                <a:ea typeface="Arial"/>
                <a:cs typeface="Arial"/>
              </a:defRPr>
            </a:lvl6pPr>
            <a:lvl7pPr algn="l">
              <a:buNone/>
              <a:defRPr sz="3300" b="1">
                <a:solidFill>
                  <a:srgbClr val="087E78"/>
                </a:solidFill>
                <a:latin typeface="Arial"/>
                <a:ea typeface="Arial"/>
                <a:cs typeface="Arial"/>
              </a:defRPr>
            </a:lvl7pPr>
            <a:lvl8pPr algn="l">
              <a:buNone/>
              <a:defRPr sz="3300" b="1">
                <a:solidFill>
                  <a:srgbClr val="087E78"/>
                </a:solidFill>
                <a:latin typeface="Arial"/>
                <a:ea typeface="Arial"/>
                <a:cs typeface="Arial"/>
              </a:defRPr>
            </a:lvl8pPr>
            <a:lvl9pPr algn="l">
              <a:buNone/>
              <a:defRPr sz="3300" b="1">
                <a:solidFill>
                  <a:srgbClr val="087E78"/>
                </a:solidFill>
                <a:latin typeface="Arial"/>
                <a:ea typeface="Arial"/>
                <a:cs typeface="Arial"/>
              </a:defRPr>
            </a:lvl9pPr>
          </a:lstStyle>
          <a:p xmlns:a="http://schemas.openxmlformats.org/drawingml/2006/main">
            <a:pPr algn="l">
              <a:buNone/>
              <a:defRPr sz="3300" b="1">
                <a:solidFill>
                  <a:srgbClr val="087E78"/>
                </a:solidFill>
                <a:latin typeface="Arial"/>
                <a:ea typeface="Arial"/>
                <a:cs typeface="Arial"/>
              </a:defRPr>
            </a:pPr>
            <a:r>
              <a:rPr sz="3300" b="1">
                <a:solidFill>
                  <a:srgbClr val="087E78"/>
                </a:solidFill>
                <a:latin typeface="Arial"/>
                <a:ea typeface="Arial"/>
                <a:cs typeface="Arial"/>
              </a:rPr>
              <a:t>02</a:t>
            </a:r>
          </a:p>
        </p:txBody>
      </p:sp>
      <p:sp>
        <p:nvSpPr>
          <p:cNvPr id="13" name="Admit">
            <a:extLst xmlns:a="http://schemas.openxmlformats.org/drawingml/2006/main">
              <a:ext uri="{FF2B5EF4-FFF2-40B4-BE49-F238E27FC236}">
                <a16:creationId xmlns:a16="http://schemas.microsoft.com/office/drawing/2014/main" id="{F58C0E2A-6789-498A-AC77-086341F8D486}"/>
              </a:ext>
            </a:extLst>
          </p:cNvPr>
          <p:cNvSpPr>
            <a:spLocks xmlns:a="http://schemas.openxmlformats.org/drawingml/2006/main" noGrp="1"/>
          </p:cNvSpPr>
          <p:nvPr/>
        </p:nvSpPr>
        <p:spPr>
          <a:xfrm xmlns:a="http://schemas.openxmlformats.org/drawingml/2006/main">
            <a:off x="2857500"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buNone/>
              <a:defRPr sz="2175" b="1">
                <a:solidFill>
                  <a:srgbClr val="0A1420"/>
                </a:solidFill>
                <a:latin typeface="Arial"/>
                <a:ea typeface="Arial"/>
                <a:cs typeface="Arial"/>
              </a:defRPr>
            </a:lvl1pPr>
            <a:lvl2pPr algn="ctr">
              <a:buNone/>
              <a:defRPr sz="2175" b="1">
                <a:solidFill>
                  <a:srgbClr val="0A1420"/>
                </a:solidFill>
                <a:latin typeface="Arial"/>
                <a:ea typeface="Arial"/>
                <a:cs typeface="Arial"/>
              </a:defRPr>
            </a:lvl2pPr>
            <a:lvl3pPr algn="ctr">
              <a:buNone/>
              <a:defRPr sz="2175" b="1">
                <a:solidFill>
                  <a:srgbClr val="0A1420"/>
                </a:solidFill>
                <a:latin typeface="Arial"/>
                <a:ea typeface="Arial"/>
                <a:cs typeface="Arial"/>
              </a:defRPr>
            </a:lvl3pPr>
            <a:lvl4pPr algn="ctr">
              <a:buNone/>
              <a:defRPr sz="2175" b="1">
                <a:solidFill>
                  <a:srgbClr val="0A1420"/>
                </a:solidFill>
                <a:latin typeface="Arial"/>
                <a:ea typeface="Arial"/>
                <a:cs typeface="Arial"/>
              </a:defRPr>
            </a:lvl4pPr>
            <a:lvl5pPr algn="ctr">
              <a:buNone/>
              <a:defRPr sz="2175" b="1">
                <a:solidFill>
                  <a:srgbClr val="0A1420"/>
                </a:solidFill>
                <a:latin typeface="Arial"/>
                <a:ea typeface="Arial"/>
                <a:cs typeface="Arial"/>
              </a:defRPr>
            </a:lvl5pPr>
            <a:lvl6pPr algn="ctr">
              <a:buNone/>
              <a:defRPr sz="2175" b="1">
                <a:solidFill>
                  <a:srgbClr val="0A1420"/>
                </a:solidFill>
                <a:latin typeface="Arial"/>
                <a:ea typeface="Arial"/>
                <a:cs typeface="Arial"/>
              </a:defRPr>
            </a:lvl6pPr>
            <a:lvl7pPr algn="ctr">
              <a:buNone/>
              <a:defRPr sz="2175" b="1">
                <a:solidFill>
                  <a:srgbClr val="0A1420"/>
                </a:solidFill>
                <a:latin typeface="Arial"/>
                <a:ea typeface="Arial"/>
                <a:cs typeface="Arial"/>
              </a:defRPr>
            </a:lvl7pPr>
            <a:lvl8pPr algn="ctr">
              <a:buNone/>
              <a:defRPr sz="2175" b="1">
                <a:solidFill>
                  <a:srgbClr val="0A1420"/>
                </a:solidFill>
                <a:latin typeface="Arial"/>
                <a:ea typeface="Arial"/>
                <a:cs typeface="Arial"/>
              </a:defRPr>
            </a:lvl8pPr>
            <a:lvl9pPr algn="ctr">
              <a:buNone/>
              <a:defRPr sz="2175" b="1">
                <a:solidFill>
                  <a:srgbClr val="0A1420"/>
                </a:solidFill>
                <a:latin typeface="Arial"/>
                <a:ea typeface="Arial"/>
                <a:cs typeface="Arial"/>
              </a:defRPr>
            </a:lvl9pPr>
          </a:lstStyle>
          <a:p xmlns:a="http://schemas.openxmlformats.org/drawingml/2006/main">
            <a:pPr algn="ctr">
              <a:buNone/>
              <a:defRPr sz="2175" b="1">
                <a:solidFill>
                  <a:srgbClr val="0A1420"/>
                </a:solidFill>
                <a:latin typeface="Arial"/>
                <a:ea typeface="Arial"/>
                <a:cs typeface="Arial"/>
              </a:defRPr>
            </a:pPr>
            <a:r>
              <a:rPr sz="2175" b="1">
                <a:solidFill>
                  <a:srgbClr val="0A1420"/>
                </a:solidFill>
                <a:latin typeface="Arial"/>
                <a:ea typeface="Arial"/>
                <a:cs typeface="Arial"/>
              </a:rPr>
              <a:t>Admit</a:t>
            </a:r>
          </a:p>
        </p:txBody>
      </p:sp>
      <p:sp>
        <p:nvSpPr>
          <p:cNvPr id="14" name="Static checks and&#10;real calibration">
            <a:extLst xmlns:a="http://schemas.openxmlformats.org/drawingml/2006/main">
              <a:ext uri="{FF2B5EF4-FFF2-40B4-BE49-F238E27FC236}">
                <a16:creationId xmlns:a16="http://schemas.microsoft.com/office/drawing/2014/main" id="{6BEEF12A-114D-46D6-84DE-3D0635AC28A5}"/>
              </a:ext>
            </a:extLst>
          </p:cNvPr>
          <p:cNvSpPr>
            <a:spLocks xmlns:a="http://schemas.openxmlformats.org/drawingml/2006/main" noGrp="1"/>
          </p:cNvSpPr>
          <p:nvPr/>
        </p:nvSpPr>
        <p:spPr>
          <a:xfrm xmlns:a="http://schemas.openxmlformats.org/drawingml/2006/main">
            <a:off x="2857500"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Static checks and</a:t>
            </a:r>
          </a:p>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real calibration</a:t>
            </a:r>
          </a:p>
        </p:txBody>
      </p:sp>
      <p:sp>
        <p:nvSpPr>
          <p:cNvPr id="15" name="03">
            <a:extLst xmlns:a="http://schemas.openxmlformats.org/drawingml/2006/main">
              <a:ext uri="{FF2B5EF4-FFF2-40B4-BE49-F238E27FC236}">
                <a16:creationId xmlns:a16="http://schemas.microsoft.com/office/drawing/2014/main" id="{CC3E1839-37F5-431B-8FD9-A6C356AB6219}"/>
              </a:ext>
            </a:extLst>
          </p:cNvPr>
          <p:cNvSpPr>
            <a:spLocks xmlns:a="http://schemas.openxmlformats.org/drawingml/2006/main" noGrp="1"/>
          </p:cNvSpPr>
          <p:nvPr/>
        </p:nvSpPr>
        <p:spPr>
          <a:xfrm xmlns:a="http://schemas.openxmlformats.org/drawingml/2006/main">
            <a:off x="5095875"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buNone/>
              <a:defRPr sz="3300" b="1">
                <a:solidFill>
                  <a:srgbClr val="087E78"/>
                </a:solidFill>
                <a:latin typeface="Arial"/>
                <a:ea typeface="Arial"/>
                <a:cs typeface="Arial"/>
              </a:defRPr>
            </a:lvl1pPr>
            <a:lvl2pPr algn="l">
              <a:buNone/>
              <a:defRPr sz="3300" b="1">
                <a:solidFill>
                  <a:srgbClr val="087E78"/>
                </a:solidFill>
                <a:latin typeface="Arial"/>
                <a:ea typeface="Arial"/>
                <a:cs typeface="Arial"/>
              </a:defRPr>
            </a:lvl2pPr>
            <a:lvl3pPr algn="l">
              <a:buNone/>
              <a:defRPr sz="3300" b="1">
                <a:solidFill>
                  <a:srgbClr val="087E78"/>
                </a:solidFill>
                <a:latin typeface="Arial"/>
                <a:ea typeface="Arial"/>
                <a:cs typeface="Arial"/>
              </a:defRPr>
            </a:lvl3pPr>
            <a:lvl4pPr algn="l">
              <a:buNone/>
              <a:defRPr sz="3300" b="1">
                <a:solidFill>
                  <a:srgbClr val="087E78"/>
                </a:solidFill>
                <a:latin typeface="Arial"/>
                <a:ea typeface="Arial"/>
                <a:cs typeface="Arial"/>
              </a:defRPr>
            </a:lvl4pPr>
            <a:lvl5pPr algn="l">
              <a:buNone/>
              <a:defRPr sz="3300" b="1">
                <a:solidFill>
                  <a:srgbClr val="087E78"/>
                </a:solidFill>
                <a:latin typeface="Arial"/>
                <a:ea typeface="Arial"/>
                <a:cs typeface="Arial"/>
              </a:defRPr>
            </a:lvl5pPr>
            <a:lvl6pPr algn="l">
              <a:buNone/>
              <a:defRPr sz="3300" b="1">
                <a:solidFill>
                  <a:srgbClr val="087E78"/>
                </a:solidFill>
                <a:latin typeface="Arial"/>
                <a:ea typeface="Arial"/>
                <a:cs typeface="Arial"/>
              </a:defRPr>
            </a:lvl6pPr>
            <a:lvl7pPr algn="l">
              <a:buNone/>
              <a:defRPr sz="3300" b="1">
                <a:solidFill>
                  <a:srgbClr val="087E78"/>
                </a:solidFill>
                <a:latin typeface="Arial"/>
                <a:ea typeface="Arial"/>
                <a:cs typeface="Arial"/>
              </a:defRPr>
            </a:lvl7pPr>
            <a:lvl8pPr algn="l">
              <a:buNone/>
              <a:defRPr sz="3300" b="1">
                <a:solidFill>
                  <a:srgbClr val="087E78"/>
                </a:solidFill>
                <a:latin typeface="Arial"/>
                <a:ea typeface="Arial"/>
                <a:cs typeface="Arial"/>
              </a:defRPr>
            </a:lvl8pPr>
            <a:lvl9pPr algn="l">
              <a:buNone/>
              <a:defRPr sz="3300" b="1">
                <a:solidFill>
                  <a:srgbClr val="087E78"/>
                </a:solidFill>
                <a:latin typeface="Arial"/>
                <a:ea typeface="Arial"/>
                <a:cs typeface="Arial"/>
              </a:defRPr>
            </a:lvl9pPr>
          </a:lstStyle>
          <a:p xmlns:a="http://schemas.openxmlformats.org/drawingml/2006/main">
            <a:pPr algn="l">
              <a:buNone/>
              <a:defRPr sz="3300" b="1">
                <a:solidFill>
                  <a:srgbClr val="087E78"/>
                </a:solidFill>
                <a:latin typeface="Arial"/>
                <a:ea typeface="Arial"/>
                <a:cs typeface="Arial"/>
              </a:defRPr>
            </a:pPr>
            <a:r>
              <a:rPr sz="3300" b="1">
                <a:solidFill>
                  <a:srgbClr val="087E78"/>
                </a:solidFill>
                <a:latin typeface="Arial"/>
                <a:ea typeface="Arial"/>
                <a:cs typeface="Arial"/>
              </a:rPr>
              <a:t>03</a:t>
            </a:r>
          </a:p>
        </p:txBody>
      </p:sp>
      <p:sp>
        <p:nvSpPr>
          <p:cNvPr id="16" name="Execute">
            <a:extLst xmlns:a="http://schemas.openxmlformats.org/drawingml/2006/main">
              <a:ext uri="{FF2B5EF4-FFF2-40B4-BE49-F238E27FC236}">
                <a16:creationId xmlns:a16="http://schemas.microsoft.com/office/drawing/2014/main" id="{EF4AFACF-D1AA-4488-98F7-391E5E89BACA}"/>
              </a:ext>
            </a:extLst>
          </p:cNvPr>
          <p:cNvSpPr>
            <a:spLocks xmlns:a="http://schemas.openxmlformats.org/drawingml/2006/main" noGrp="1"/>
          </p:cNvSpPr>
          <p:nvPr/>
        </p:nvSpPr>
        <p:spPr>
          <a:xfrm xmlns:a="http://schemas.openxmlformats.org/drawingml/2006/main">
            <a:off x="5095875"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buNone/>
              <a:defRPr sz="2175" b="1">
                <a:solidFill>
                  <a:srgbClr val="0A1420"/>
                </a:solidFill>
                <a:latin typeface="Arial"/>
                <a:ea typeface="Arial"/>
                <a:cs typeface="Arial"/>
              </a:defRPr>
            </a:lvl1pPr>
            <a:lvl2pPr algn="ctr">
              <a:buNone/>
              <a:defRPr sz="2175" b="1">
                <a:solidFill>
                  <a:srgbClr val="0A1420"/>
                </a:solidFill>
                <a:latin typeface="Arial"/>
                <a:ea typeface="Arial"/>
                <a:cs typeface="Arial"/>
              </a:defRPr>
            </a:lvl2pPr>
            <a:lvl3pPr algn="ctr">
              <a:buNone/>
              <a:defRPr sz="2175" b="1">
                <a:solidFill>
                  <a:srgbClr val="0A1420"/>
                </a:solidFill>
                <a:latin typeface="Arial"/>
                <a:ea typeface="Arial"/>
                <a:cs typeface="Arial"/>
              </a:defRPr>
            </a:lvl3pPr>
            <a:lvl4pPr algn="ctr">
              <a:buNone/>
              <a:defRPr sz="2175" b="1">
                <a:solidFill>
                  <a:srgbClr val="0A1420"/>
                </a:solidFill>
                <a:latin typeface="Arial"/>
                <a:ea typeface="Arial"/>
                <a:cs typeface="Arial"/>
              </a:defRPr>
            </a:lvl4pPr>
            <a:lvl5pPr algn="ctr">
              <a:buNone/>
              <a:defRPr sz="2175" b="1">
                <a:solidFill>
                  <a:srgbClr val="0A1420"/>
                </a:solidFill>
                <a:latin typeface="Arial"/>
                <a:ea typeface="Arial"/>
                <a:cs typeface="Arial"/>
              </a:defRPr>
            </a:lvl5pPr>
            <a:lvl6pPr algn="ctr">
              <a:buNone/>
              <a:defRPr sz="2175" b="1">
                <a:solidFill>
                  <a:srgbClr val="0A1420"/>
                </a:solidFill>
                <a:latin typeface="Arial"/>
                <a:ea typeface="Arial"/>
                <a:cs typeface="Arial"/>
              </a:defRPr>
            </a:lvl6pPr>
            <a:lvl7pPr algn="ctr">
              <a:buNone/>
              <a:defRPr sz="2175" b="1">
                <a:solidFill>
                  <a:srgbClr val="0A1420"/>
                </a:solidFill>
                <a:latin typeface="Arial"/>
                <a:ea typeface="Arial"/>
                <a:cs typeface="Arial"/>
              </a:defRPr>
            </a:lvl7pPr>
            <a:lvl8pPr algn="ctr">
              <a:buNone/>
              <a:defRPr sz="2175" b="1">
                <a:solidFill>
                  <a:srgbClr val="0A1420"/>
                </a:solidFill>
                <a:latin typeface="Arial"/>
                <a:ea typeface="Arial"/>
                <a:cs typeface="Arial"/>
              </a:defRPr>
            </a:lvl8pPr>
            <a:lvl9pPr algn="ctr">
              <a:buNone/>
              <a:defRPr sz="2175" b="1">
                <a:solidFill>
                  <a:srgbClr val="0A1420"/>
                </a:solidFill>
                <a:latin typeface="Arial"/>
                <a:ea typeface="Arial"/>
                <a:cs typeface="Arial"/>
              </a:defRPr>
            </a:lvl9pPr>
          </a:lstStyle>
          <a:p xmlns:a="http://schemas.openxmlformats.org/drawingml/2006/main">
            <a:pPr algn="ctr">
              <a:buNone/>
              <a:defRPr sz="2175" b="1">
                <a:solidFill>
                  <a:srgbClr val="0A1420"/>
                </a:solidFill>
                <a:latin typeface="Arial"/>
                <a:ea typeface="Arial"/>
                <a:cs typeface="Arial"/>
              </a:defRPr>
            </a:pPr>
            <a:r>
              <a:rPr sz="2175" b="1">
                <a:solidFill>
                  <a:srgbClr val="0A1420"/>
                </a:solidFill>
                <a:latin typeface="Arial"/>
                <a:ea typeface="Arial"/>
                <a:cs typeface="Arial"/>
              </a:rPr>
              <a:t>Execute</a:t>
            </a:r>
          </a:p>
        </p:txBody>
      </p:sp>
      <p:sp>
        <p:nvSpPr>
          <p:cNvPr id="17" name="Six demo turns&#10;across three lanes">
            <a:extLst xmlns:a="http://schemas.openxmlformats.org/drawingml/2006/main">
              <a:ext uri="{FF2B5EF4-FFF2-40B4-BE49-F238E27FC236}">
                <a16:creationId xmlns:a16="http://schemas.microsoft.com/office/drawing/2014/main" id="{C510ADCB-E44F-43D9-991D-364BA6D21082}"/>
              </a:ext>
            </a:extLst>
          </p:cNvPr>
          <p:cNvSpPr>
            <a:spLocks xmlns:a="http://schemas.openxmlformats.org/drawingml/2006/main" noGrp="1"/>
          </p:cNvSpPr>
          <p:nvPr/>
        </p:nvSpPr>
        <p:spPr>
          <a:xfrm xmlns:a="http://schemas.openxmlformats.org/drawingml/2006/main">
            <a:off x="5095875"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Six demo turns</a:t>
            </a:r>
          </a:p>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across three lanes</a:t>
            </a:r>
          </a:p>
        </p:txBody>
      </p:sp>
      <p:sp>
        <p:nvSpPr>
          <p:cNvPr id="18" name="04">
            <a:extLst xmlns:a="http://schemas.openxmlformats.org/drawingml/2006/main">
              <a:ext uri="{FF2B5EF4-FFF2-40B4-BE49-F238E27FC236}">
                <a16:creationId xmlns:a16="http://schemas.microsoft.com/office/drawing/2014/main" id="{032947B9-8BA0-4BA7-894C-97F6FD406F24}"/>
              </a:ext>
            </a:extLst>
          </p:cNvPr>
          <p:cNvSpPr>
            <a:spLocks xmlns:a="http://schemas.openxmlformats.org/drawingml/2006/main" noGrp="1"/>
          </p:cNvSpPr>
          <p:nvPr/>
        </p:nvSpPr>
        <p:spPr>
          <a:xfrm xmlns:a="http://schemas.openxmlformats.org/drawingml/2006/main">
            <a:off x="7334250"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buNone/>
              <a:defRPr sz="3300" b="1">
                <a:solidFill>
                  <a:srgbClr val="087E78"/>
                </a:solidFill>
                <a:latin typeface="Arial"/>
                <a:ea typeface="Arial"/>
                <a:cs typeface="Arial"/>
              </a:defRPr>
            </a:lvl1pPr>
            <a:lvl2pPr algn="l">
              <a:buNone/>
              <a:defRPr sz="3300" b="1">
                <a:solidFill>
                  <a:srgbClr val="087E78"/>
                </a:solidFill>
                <a:latin typeface="Arial"/>
                <a:ea typeface="Arial"/>
                <a:cs typeface="Arial"/>
              </a:defRPr>
            </a:lvl2pPr>
            <a:lvl3pPr algn="l">
              <a:buNone/>
              <a:defRPr sz="3300" b="1">
                <a:solidFill>
                  <a:srgbClr val="087E78"/>
                </a:solidFill>
                <a:latin typeface="Arial"/>
                <a:ea typeface="Arial"/>
                <a:cs typeface="Arial"/>
              </a:defRPr>
            </a:lvl3pPr>
            <a:lvl4pPr algn="l">
              <a:buNone/>
              <a:defRPr sz="3300" b="1">
                <a:solidFill>
                  <a:srgbClr val="087E78"/>
                </a:solidFill>
                <a:latin typeface="Arial"/>
                <a:ea typeface="Arial"/>
                <a:cs typeface="Arial"/>
              </a:defRPr>
            </a:lvl4pPr>
            <a:lvl5pPr algn="l">
              <a:buNone/>
              <a:defRPr sz="3300" b="1">
                <a:solidFill>
                  <a:srgbClr val="087E78"/>
                </a:solidFill>
                <a:latin typeface="Arial"/>
                <a:ea typeface="Arial"/>
                <a:cs typeface="Arial"/>
              </a:defRPr>
            </a:lvl5pPr>
            <a:lvl6pPr algn="l">
              <a:buNone/>
              <a:defRPr sz="3300" b="1">
                <a:solidFill>
                  <a:srgbClr val="087E78"/>
                </a:solidFill>
                <a:latin typeface="Arial"/>
                <a:ea typeface="Arial"/>
                <a:cs typeface="Arial"/>
              </a:defRPr>
            </a:lvl6pPr>
            <a:lvl7pPr algn="l">
              <a:buNone/>
              <a:defRPr sz="3300" b="1">
                <a:solidFill>
                  <a:srgbClr val="087E78"/>
                </a:solidFill>
                <a:latin typeface="Arial"/>
                <a:ea typeface="Arial"/>
                <a:cs typeface="Arial"/>
              </a:defRPr>
            </a:lvl7pPr>
            <a:lvl8pPr algn="l">
              <a:buNone/>
              <a:defRPr sz="3300" b="1">
                <a:solidFill>
                  <a:srgbClr val="087E78"/>
                </a:solidFill>
                <a:latin typeface="Arial"/>
                <a:ea typeface="Arial"/>
                <a:cs typeface="Arial"/>
              </a:defRPr>
            </a:lvl8pPr>
            <a:lvl9pPr algn="l">
              <a:buNone/>
              <a:defRPr sz="3300" b="1">
                <a:solidFill>
                  <a:srgbClr val="087E78"/>
                </a:solidFill>
                <a:latin typeface="Arial"/>
                <a:ea typeface="Arial"/>
                <a:cs typeface="Arial"/>
              </a:defRPr>
            </a:lvl9pPr>
          </a:lstStyle>
          <a:p xmlns:a="http://schemas.openxmlformats.org/drawingml/2006/main">
            <a:pPr algn="l">
              <a:buNone/>
              <a:defRPr sz="3300" b="1">
                <a:solidFill>
                  <a:srgbClr val="087E78"/>
                </a:solidFill>
                <a:latin typeface="Arial"/>
                <a:ea typeface="Arial"/>
                <a:cs typeface="Arial"/>
              </a:defRPr>
            </a:pPr>
            <a:r>
              <a:rPr sz="3300" b="1">
                <a:solidFill>
                  <a:srgbClr val="087E78"/>
                </a:solidFill>
                <a:latin typeface="Arial"/>
                <a:ea typeface="Arial"/>
                <a:cs typeface="Arial"/>
              </a:rPr>
              <a:t>04</a:t>
            </a:r>
          </a:p>
        </p:txBody>
      </p:sp>
      <p:sp>
        <p:nvSpPr>
          <p:cNvPr id="19" name="Seal">
            <a:extLst xmlns:a="http://schemas.openxmlformats.org/drawingml/2006/main">
              <a:ext uri="{FF2B5EF4-FFF2-40B4-BE49-F238E27FC236}">
                <a16:creationId xmlns:a16="http://schemas.microsoft.com/office/drawing/2014/main" id="{239A0609-3EA0-4FB9-950D-0A5DBE6620E9}"/>
              </a:ext>
            </a:extLst>
          </p:cNvPr>
          <p:cNvSpPr>
            <a:spLocks xmlns:a="http://schemas.openxmlformats.org/drawingml/2006/main" noGrp="1"/>
          </p:cNvSpPr>
          <p:nvPr/>
        </p:nvSpPr>
        <p:spPr>
          <a:xfrm xmlns:a="http://schemas.openxmlformats.org/drawingml/2006/main">
            <a:off x="7334250"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buNone/>
              <a:defRPr sz="2175" b="1">
                <a:solidFill>
                  <a:srgbClr val="0A1420"/>
                </a:solidFill>
                <a:latin typeface="Arial"/>
                <a:ea typeface="Arial"/>
                <a:cs typeface="Arial"/>
              </a:defRPr>
            </a:lvl1pPr>
            <a:lvl2pPr algn="ctr">
              <a:buNone/>
              <a:defRPr sz="2175" b="1">
                <a:solidFill>
                  <a:srgbClr val="0A1420"/>
                </a:solidFill>
                <a:latin typeface="Arial"/>
                <a:ea typeface="Arial"/>
                <a:cs typeface="Arial"/>
              </a:defRPr>
            </a:lvl2pPr>
            <a:lvl3pPr algn="ctr">
              <a:buNone/>
              <a:defRPr sz="2175" b="1">
                <a:solidFill>
                  <a:srgbClr val="0A1420"/>
                </a:solidFill>
                <a:latin typeface="Arial"/>
                <a:ea typeface="Arial"/>
                <a:cs typeface="Arial"/>
              </a:defRPr>
            </a:lvl3pPr>
            <a:lvl4pPr algn="ctr">
              <a:buNone/>
              <a:defRPr sz="2175" b="1">
                <a:solidFill>
                  <a:srgbClr val="0A1420"/>
                </a:solidFill>
                <a:latin typeface="Arial"/>
                <a:ea typeface="Arial"/>
                <a:cs typeface="Arial"/>
              </a:defRPr>
            </a:lvl4pPr>
            <a:lvl5pPr algn="ctr">
              <a:buNone/>
              <a:defRPr sz="2175" b="1">
                <a:solidFill>
                  <a:srgbClr val="0A1420"/>
                </a:solidFill>
                <a:latin typeface="Arial"/>
                <a:ea typeface="Arial"/>
                <a:cs typeface="Arial"/>
              </a:defRPr>
            </a:lvl5pPr>
            <a:lvl6pPr algn="ctr">
              <a:buNone/>
              <a:defRPr sz="2175" b="1">
                <a:solidFill>
                  <a:srgbClr val="0A1420"/>
                </a:solidFill>
                <a:latin typeface="Arial"/>
                <a:ea typeface="Arial"/>
                <a:cs typeface="Arial"/>
              </a:defRPr>
            </a:lvl6pPr>
            <a:lvl7pPr algn="ctr">
              <a:buNone/>
              <a:defRPr sz="2175" b="1">
                <a:solidFill>
                  <a:srgbClr val="0A1420"/>
                </a:solidFill>
                <a:latin typeface="Arial"/>
                <a:ea typeface="Arial"/>
                <a:cs typeface="Arial"/>
              </a:defRPr>
            </a:lvl7pPr>
            <a:lvl8pPr algn="ctr">
              <a:buNone/>
              <a:defRPr sz="2175" b="1">
                <a:solidFill>
                  <a:srgbClr val="0A1420"/>
                </a:solidFill>
                <a:latin typeface="Arial"/>
                <a:ea typeface="Arial"/>
                <a:cs typeface="Arial"/>
              </a:defRPr>
            </a:lvl8pPr>
            <a:lvl9pPr algn="ctr">
              <a:buNone/>
              <a:defRPr sz="2175" b="1">
                <a:solidFill>
                  <a:srgbClr val="0A1420"/>
                </a:solidFill>
                <a:latin typeface="Arial"/>
                <a:ea typeface="Arial"/>
                <a:cs typeface="Arial"/>
              </a:defRPr>
            </a:lvl9pPr>
          </a:lstStyle>
          <a:p xmlns:a="http://schemas.openxmlformats.org/drawingml/2006/main">
            <a:pPr algn="ctr">
              <a:buNone/>
              <a:defRPr sz="2175" b="1">
                <a:solidFill>
                  <a:srgbClr val="0A1420"/>
                </a:solidFill>
                <a:latin typeface="Arial"/>
                <a:ea typeface="Arial"/>
                <a:cs typeface="Arial"/>
              </a:defRPr>
            </a:pPr>
            <a:r>
              <a:rPr sz="2175" b="1">
                <a:solidFill>
                  <a:srgbClr val="0A1420"/>
                </a:solidFill>
                <a:latin typeface="Arial"/>
                <a:ea typeface="Arial"/>
                <a:cs typeface="Arial"/>
              </a:rPr>
              <a:t>Seal</a:t>
            </a:r>
          </a:p>
        </p:txBody>
      </p:sp>
      <p:sp>
        <p:nvSpPr>
          <p:cNvPr id="20" name="Finish, close and&#10;authorized release">
            <a:extLst xmlns:a="http://schemas.openxmlformats.org/drawingml/2006/main">
              <a:ext uri="{FF2B5EF4-FFF2-40B4-BE49-F238E27FC236}">
                <a16:creationId xmlns:a16="http://schemas.microsoft.com/office/drawing/2014/main" id="{DC84ACC6-69ED-48EA-B480-21DBF154B69A}"/>
              </a:ext>
            </a:extLst>
          </p:cNvPr>
          <p:cNvSpPr>
            <a:spLocks xmlns:a="http://schemas.openxmlformats.org/drawingml/2006/main" noGrp="1"/>
          </p:cNvSpPr>
          <p:nvPr/>
        </p:nvSpPr>
        <p:spPr>
          <a:xfrm xmlns:a="http://schemas.openxmlformats.org/drawingml/2006/main">
            <a:off x="7334250"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Finish, close and</a:t>
            </a:r>
          </a:p>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authorized release</a:t>
            </a:r>
          </a:p>
        </p:txBody>
      </p:sp>
      <p:sp>
        <p:nvSpPr>
          <p:cNvPr id="21" name="05">
            <a:extLst xmlns:a="http://schemas.openxmlformats.org/drawingml/2006/main">
              <a:ext uri="{FF2B5EF4-FFF2-40B4-BE49-F238E27FC236}">
                <a16:creationId xmlns:a16="http://schemas.microsoft.com/office/drawing/2014/main" id="{362ECD2D-3C1A-4AC5-AE50-4EB910B946CA}"/>
              </a:ext>
            </a:extLst>
          </p:cNvPr>
          <p:cNvSpPr>
            <a:spLocks xmlns:a="http://schemas.openxmlformats.org/drawingml/2006/main" noGrp="1"/>
          </p:cNvSpPr>
          <p:nvPr/>
        </p:nvSpPr>
        <p:spPr>
          <a:xfrm xmlns:a="http://schemas.openxmlformats.org/drawingml/2006/main">
            <a:off x="9572625"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buNone/>
              <a:defRPr sz="3300" b="1">
                <a:solidFill>
                  <a:srgbClr val="087E78"/>
                </a:solidFill>
                <a:latin typeface="Arial"/>
                <a:ea typeface="Arial"/>
                <a:cs typeface="Arial"/>
              </a:defRPr>
            </a:lvl1pPr>
            <a:lvl2pPr algn="l">
              <a:buNone/>
              <a:defRPr sz="3300" b="1">
                <a:solidFill>
                  <a:srgbClr val="087E78"/>
                </a:solidFill>
                <a:latin typeface="Arial"/>
                <a:ea typeface="Arial"/>
                <a:cs typeface="Arial"/>
              </a:defRPr>
            </a:lvl2pPr>
            <a:lvl3pPr algn="l">
              <a:buNone/>
              <a:defRPr sz="3300" b="1">
                <a:solidFill>
                  <a:srgbClr val="087E78"/>
                </a:solidFill>
                <a:latin typeface="Arial"/>
                <a:ea typeface="Arial"/>
                <a:cs typeface="Arial"/>
              </a:defRPr>
            </a:lvl3pPr>
            <a:lvl4pPr algn="l">
              <a:buNone/>
              <a:defRPr sz="3300" b="1">
                <a:solidFill>
                  <a:srgbClr val="087E78"/>
                </a:solidFill>
                <a:latin typeface="Arial"/>
                <a:ea typeface="Arial"/>
                <a:cs typeface="Arial"/>
              </a:defRPr>
            </a:lvl4pPr>
            <a:lvl5pPr algn="l">
              <a:buNone/>
              <a:defRPr sz="3300" b="1">
                <a:solidFill>
                  <a:srgbClr val="087E78"/>
                </a:solidFill>
                <a:latin typeface="Arial"/>
                <a:ea typeface="Arial"/>
                <a:cs typeface="Arial"/>
              </a:defRPr>
            </a:lvl5pPr>
            <a:lvl6pPr algn="l">
              <a:buNone/>
              <a:defRPr sz="3300" b="1">
                <a:solidFill>
                  <a:srgbClr val="087E78"/>
                </a:solidFill>
                <a:latin typeface="Arial"/>
                <a:ea typeface="Arial"/>
                <a:cs typeface="Arial"/>
              </a:defRPr>
            </a:lvl6pPr>
            <a:lvl7pPr algn="l">
              <a:buNone/>
              <a:defRPr sz="3300" b="1">
                <a:solidFill>
                  <a:srgbClr val="087E78"/>
                </a:solidFill>
                <a:latin typeface="Arial"/>
                <a:ea typeface="Arial"/>
                <a:cs typeface="Arial"/>
              </a:defRPr>
            </a:lvl7pPr>
            <a:lvl8pPr algn="l">
              <a:buNone/>
              <a:defRPr sz="3300" b="1">
                <a:solidFill>
                  <a:srgbClr val="087E78"/>
                </a:solidFill>
                <a:latin typeface="Arial"/>
                <a:ea typeface="Arial"/>
                <a:cs typeface="Arial"/>
              </a:defRPr>
            </a:lvl8pPr>
            <a:lvl9pPr algn="l">
              <a:buNone/>
              <a:defRPr sz="3300" b="1">
                <a:solidFill>
                  <a:srgbClr val="087E78"/>
                </a:solidFill>
                <a:latin typeface="Arial"/>
                <a:ea typeface="Arial"/>
                <a:cs typeface="Arial"/>
              </a:defRPr>
            </a:lvl9pPr>
          </a:lstStyle>
          <a:p xmlns:a="http://schemas.openxmlformats.org/drawingml/2006/main">
            <a:pPr algn="l">
              <a:buNone/>
              <a:defRPr sz="3300" b="1">
                <a:solidFill>
                  <a:srgbClr val="087E78"/>
                </a:solidFill>
                <a:latin typeface="Arial"/>
                <a:ea typeface="Arial"/>
                <a:cs typeface="Arial"/>
              </a:defRPr>
            </a:pPr>
            <a:r>
              <a:rPr sz="3300" b="1">
                <a:solidFill>
                  <a:srgbClr val="087E78"/>
                </a:solidFill>
                <a:latin typeface="Arial"/>
                <a:ea typeface="Arial"/>
                <a:cs typeface="Arial"/>
              </a:rPr>
              <a:t>05</a:t>
            </a:r>
          </a:p>
        </p:txBody>
      </p:sp>
      <p:sp>
        <p:nvSpPr>
          <p:cNvPr id="22" name="Verify">
            <a:extLst xmlns:a="http://schemas.openxmlformats.org/drawingml/2006/main">
              <a:ext uri="{FF2B5EF4-FFF2-40B4-BE49-F238E27FC236}">
                <a16:creationId xmlns:a16="http://schemas.microsoft.com/office/drawing/2014/main" id="{56FA7ADB-D319-420F-B2A9-F1EAAD55DE55}"/>
              </a:ext>
            </a:extLst>
          </p:cNvPr>
          <p:cNvSpPr>
            <a:spLocks xmlns:a="http://schemas.openxmlformats.org/drawingml/2006/main" noGrp="1"/>
          </p:cNvSpPr>
          <p:nvPr/>
        </p:nvSpPr>
        <p:spPr>
          <a:xfrm xmlns:a="http://schemas.openxmlformats.org/drawingml/2006/main">
            <a:off x="9572625"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buNone/>
              <a:defRPr sz="2175" b="1">
                <a:solidFill>
                  <a:srgbClr val="0A1420"/>
                </a:solidFill>
                <a:latin typeface="Arial"/>
                <a:ea typeface="Arial"/>
                <a:cs typeface="Arial"/>
              </a:defRPr>
            </a:lvl1pPr>
            <a:lvl2pPr algn="ctr">
              <a:buNone/>
              <a:defRPr sz="2175" b="1">
                <a:solidFill>
                  <a:srgbClr val="0A1420"/>
                </a:solidFill>
                <a:latin typeface="Arial"/>
                <a:ea typeface="Arial"/>
                <a:cs typeface="Arial"/>
              </a:defRPr>
            </a:lvl2pPr>
            <a:lvl3pPr algn="ctr">
              <a:buNone/>
              <a:defRPr sz="2175" b="1">
                <a:solidFill>
                  <a:srgbClr val="0A1420"/>
                </a:solidFill>
                <a:latin typeface="Arial"/>
                <a:ea typeface="Arial"/>
                <a:cs typeface="Arial"/>
              </a:defRPr>
            </a:lvl3pPr>
            <a:lvl4pPr algn="ctr">
              <a:buNone/>
              <a:defRPr sz="2175" b="1">
                <a:solidFill>
                  <a:srgbClr val="0A1420"/>
                </a:solidFill>
                <a:latin typeface="Arial"/>
                <a:ea typeface="Arial"/>
                <a:cs typeface="Arial"/>
              </a:defRPr>
            </a:lvl4pPr>
            <a:lvl5pPr algn="ctr">
              <a:buNone/>
              <a:defRPr sz="2175" b="1">
                <a:solidFill>
                  <a:srgbClr val="0A1420"/>
                </a:solidFill>
                <a:latin typeface="Arial"/>
                <a:ea typeface="Arial"/>
                <a:cs typeface="Arial"/>
              </a:defRPr>
            </a:lvl5pPr>
            <a:lvl6pPr algn="ctr">
              <a:buNone/>
              <a:defRPr sz="2175" b="1">
                <a:solidFill>
                  <a:srgbClr val="0A1420"/>
                </a:solidFill>
                <a:latin typeface="Arial"/>
                <a:ea typeface="Arial"/>
                <a:cs typeface="Arial"/>
              </a:defRPr>
            </a:lvl6pPr>
            <a:lvl7pPr algn="ctr">
              <a:buNone/>
              <a:defRPr sz="2175" b="1">
                <a:solidFill>
                  <a:srgbClr val="0A1420"/>
                </a:solidFill>
                <a:latin typeface="Arial"/>
                <a:ea typeface="Arial"/>
                <a:cs typeface="Arial"/>
              </a:defRPr>
            </a:lvl7pPr>
            <a:lvl8pPr algn="ctr">
              <a:buNone/>
              <a:defRPr sz="2175" b="1">
                <a:solidFill>
                  <a:srgbClr val="0A1420"/>
                </a:solidFill>
                <a:latin typeface="Arial"/>
                <a:ea typeface="Arial"/>
                <a:cs typeface="Arial"/>
              </a:defRPr>
            </a:lvl8pPr>
            <a:lvl9pPr algn="ctr">
              <a:buNone/>
              <a:defRPr sz="2175" b="1">
                <a:solidFill>
                  <a:srgbClr val="0A1420"/>
                </a:solidFill>
                <a:latin typeface="Arial"/>
                <a:ea typeface="Arial"/>
                <a:cs typeface="Arial"/>
              </a:defRPr>
            </a:lvl9pPr>
          </a:lstStyle>
          <a:p xmlns:a="http://schemas.openxmlformats.org/drawingml/2006/main">
            <a:pPr algn="ctr">
              <a:buNone/>
              <a:defRPr sz="2175" b="1">
                <a:solidFill>
                  <a:srgbClr val="0A1420"/>
                </a:solidFill>
                <a:latin typeface="Arial"/>
                <a:ea typeface="Arial"/>
                <a:cs typeface="Arial"/>
              </a:defRPr>
            </a:pPr>
            <a:r>
              <a:rPr sz="2175" b="1">
                <a:solidFill>
                  <a:srgbClr val="0A1420"/>
                </a:solidFill>
                <a:latin typeface="Arial"/>
                <a:ea typeface="Arial"/>
                <a:cs typeface="Arial"/>
              </a:rPr>
              <a:t>Verify</a:t>
            </a:r>
          </a:p>
        </p:txBody>
      </p:sp>
      <p:sp>
        <p:nvSpPr>
          <p:cNvPr id="23" name="Separate offline&#10;evidence check">
            <a:extLst xmlns:a="http://schemas.openxmlformats.org/drawingml/2006/main">
              <a:ext uri="{FF2B5EF4-FFF2-40B4-BE49-F238E27FC236}">
                <a16:creationId xmlns:a16="http://schemas.microsoft.com/office/drawing/2014/main" id="{D1CB4A46-DFDF-4829-90C2-FA105D273346}"/>
              </a:ext>
            </a:extLst>
          </p:cNvPr>
          <p:cNvSpPr>
            <a:spLocks xmlns:a="http://schemas.openxmlformats.org/drawingml/2006/main" noGrp="1"/>
          </p:cNvSpPr>
          <p:nvPr/>
        </p:nvSpPr>
        <p:spPr>
          <a:xfrm xmlns:a="http://schemas.openxmlformats.org/drawingml/2006/main">
            <a:off x="9572625"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Separate offline</a:t>
            </a:r>
          </a:p>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evidence check</a:t>
            </a:r>
          </a:p>
        </p:txBody>
      </p:sp>
      <p:sp>
        <p:nvSpPr>
          <p:cNvPr id="24" name="ALLOW">
            <a:extLst xmlns:a="http://schemas.openxmlformats.org/drawingml/2006/main">
              <a:ext uri="{FF2B5EF4-FFF2-40B4-BE49-F238E27FC236}">
                <a16:creationId xmlns:a16="http://schemas.microsoft.com/office/drawing/2014/main" id="{917788EB-B88B-414E-953D-F8C0D9286AB7}"/>
              </a:ext>
            </a:extLst>
          </p:cNvPr>
          <p:cNvSpPr>
            <a:spLocks xmlns:a="http://schemas.openxmlformats.org/drawingml/2006/main" noGrp="1"/>
          </p:cNvSpPr>
          <p:nvPr/>
        </p:nvSpPr>
        <p:spPr>
          <a:xfrm xmlns:a="http://schemas.openxmlformats.org/drawingml/2006/main">
            <a:off x="619125" y="54292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78"/>
                </a:solidFill>
                <a:latin typeface="Arial"/>
                <a:ea typeface="Arial"/>
                <a:cs typeface="Arial"/>
              </a:defRPr>
            </a:defPPr>
            <a:lvl1pPr algn="l">
              <a:buNone/>
              <a:defRPr sz="2175" b="1">
                <a:solidFill>
                  <a:srgbClr val="087E78"/>
                </a:solidFill>
                <a:latin typeface="Arial"/>
                <a:ea typeface="Arial"/>
                <a:cs typeface="Arial"/>
              </a:defRPr>
            </a:lvl1pPr>
            <a:lvl2pPr algn="l">
              <a:buNone/>
              <a:defRPr sz="2175" b="1">
                <a:solidFill>
                  <a:srgbClr val="087E78"/>
                </a:solidFill>
                <a:latin typeface="Arial"/>
                <a:ea typeface="Arial"/>
                <a:cs typeface="Arial"/>
              </a:defRPr>
            </a:lvl2pPr>
            <a:lvl3pPr algn="l">
              <a:buNone/>
              <a:defRPr sz="2175" b="1">
                <a:solidFill>
                  <a:srgbClr val="087E78"/>
                </a:solidFill>
                <a:latin typeface="Arial"/>
                <a:ea typeface="Arial"/>
                <a:cs typeface="Arial"/>
              </a:defRPr>
            </a:lvl3pPr>
            <a:lvl4pPr algn="l">
              <a:buNone/>
              <a:defRPr sz="2175" b="1">
                <a:solidFill>
                  <a:srgbClr val="087E78"/>
                </a:solidFill>
                <a:latin typeface="Arial"/>
                <a:ea typeface="Arial"/>
                <a:cs typeface="Arial"/>
              </a:defRPr>
            </a:lvl4pPr>
            <a:lvl5pPr algn="l">
              <a:buNone/>
              <a:defRPr sz="2175" b="1">
                <a:solidFill>
                  <a:srgbClr val="087E78"/>
                </a:solidFill>
                <a:latin typeface="Arial"/>
                <a:ea typeface="Arial"/>
                <a:cs typeface="Arial"/>
              </a:defRPr>
            </a:lvl5pPr>
            <a:lvl6pPr algn="l">
              <a:buNone/>
              <a:defRPr sz="2175" b="1">
                <a:solidFill>
                  <a:srgbClr val="087E78"/>
                </a:solidFill>
                <a:latin typeface="Arial"/>
                <a:ea typeface="Arial"/>
                <a:cs typeface="Arial"/>
              </a:defRPr>
            </a:lvl6pPr>
            <a:lvl7pPr algn="l">
              <a:buNone/>
              <a:defRPr sz="2175" b="1">
                <a:solidFill>
                  <a:srgbClr val="087E78"/>
                </a:solidFill>
                <a:latin typeface="Arial"/>
                <a:ea typeface="Arial"/>
                <a:cs typeface="Arial"/>
              </a:defRPr>
            </a:lvl7pPr>
            <a:lvl8pPr algn="l">
              <a:buNone/>
              <a:defRPr sz="2175" b="1">
                <a:solidFill>
                  <a:srgbClr val="087E78"/>
                </a:solidFill>
                <a:latin typeface="Arial"/>
                <a:ea typeface="Arial"/>
                <a:cs typeface="Arial"/>
              </a:defRPr>
            </a:lvl8pPr>
            <a:lvl9pPr algn="l">
              <a:buNone/>
              <a:defRPr sz="2175" b="1">
                <a:solidFill>
                  <a:srgbClr val="087E78"/>
                </a:solidFill>
                <a:latin typeface="Arial"/>
                <a:ea typeface="Arial"/>
                <a:cs typeface="Arial"/>
              </a:defRPr>
            </a:lvl9pPr>
          </a:lstStyle>
          <a:p xmlns:a="http://schemas.openxmlformats.org/drawingml/2006/main">
            <a:pPr algn="l">
              <a:buNone/>
              <a:defRPr sz="2175" b="1">
                <a:solidFill>
                  <a:srgbClr val="087E78"/>
                </a:solidFill>
                <a:latin typeface="Arial"/>
                <a:ea typeface="Arial"/>
                <a:cs typeface="Arial"/>
              </a:defRPr>
            </a:pPr>
            <a:r>
              <a:rPr sz="2175" b="1">
                <a:solidFill>
                  <a:srgbClr val="087E78"/>
                </a:solidFill>
                <a:latin typeface="Arial"/>
                <a:ea typeface="Arial"/>
                <a:cs typeface="Arial"/>
              </a:rPr>
              <a:t>ALLOW</a:t>
            </a:r>
          </a:p>
        </p:txBody>
      </p:sp>
      <p:sp>
        <p:nvSpPr>
          <p:cNvPr id="25" name="BLOCK">
            <a:extLst xmlns:a="http://schemas.openxmlformats.org/drawingml/2006/main">
              <a:ext uri="{FF2B5EF4-FFF2-40B4-BE49-F238E27FC236}">
                <a16:creationId xmlns:a16="http://schemas.microsoft.com/office/drawing/2014/main" id="{DA41FD72-0B80-40DE-9F99-5D1012C7EFF5}"/>
              </a:ext>
            </a:extLst>
          </p:cNvPr>
          <p:cNvSpPr>
            <a:spLocks xmlns:a="http://schemas.openxmlformats.org/drawingml/2006/main" noGrp="1"/>
          </p:cNvSpPr>
          <p:nvPr/>
        </p:nvSpPr>
        <p:spPr>
          <a:xfrm xmlns:a="http://schemas.openxmlformats.org/drawingml/2006/main">
            <a:off x="4476750" y="54292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C95045"/>
                </a:solidFill>
                <a:latin typeface="Arial"/>
                <a:ea typeface="Arial"/>
                <a:cs typeface="Arial"/>
              </a:defRPr>
            </a:defPPr>
            <a:lvl1pPr algn="l">
              <a:buNone/>
              <a:defRPr sz="2175" b="1">
                <a:solidFill>
                  <a:srgbClr val="C95045"/>
                </a:solidFill>
                <a:latin typeface="Arial"/>
                <a:ea typeface="Arial"/>
                <a:cs typeface="Arial"/>
              </a:defRPr>
            </a:lvl1pPr>
            <a:lvl2pPr algn="l">
              <a:buNone/>
              <a:defRPr sz="2175" b="1">
                <a:solidFill>
                  <a:srgbClr val="C95045"/>
                </a:solidFill>
                <a:latin typeface="Arial"/>
                <a:ea typeface="Arial"/>
                <a:cs typeface="Arial"/>
              </a:defRPr>
            </a:lvl2pPr>
            <a:lvl3pPr algn="l">
              <a:buNone/>
              <a:defRPr sz="2175" b="1">
                <a:solidFill>
                  <a:srgbClr val="C95045"/>
                </a:solidFill>
                <a:latin typeface="Arial"/>
                <a:ea typeface="Arial"/>
                <a:cs typeface="Arial"/>
              </a:defRPr>
            </a:lvl3pPr>
            <a:lvl4pPr algn="l">
              <a:buNone/>
              <a:defRPr sz="2175" b="1">
                <a:solidFill>
                  <a:srgbClr val="C95045"/>
                </a:solidFill>
                <a:latin typeface="Arial"/>
                <a:ea typeface="Arial"/>
                <a:cs typeface="Arial"/>
              </a:defRPr>
            </a:lvl4pPr>
            <a:lvl5pPr algn="l">
              <a:buNone/>
              <a:defRPr sz="2175" b="1">
                <a:solidFill>
                  <a:srgbClr val="C95045"/>
                </a:solidFill>
                <a:latin typeface="Arial"/>
                <a:ea typeface="Arial"/>
                <a:cs typeface="Arial"/>
              </a:defRPr>
            </a:lvl5pPr>
            <a:lvl6pPr algn="l">
              <a:buNone/>
              <a:defRPr sz="2175" b="1">
                <a:solidFill>
                  <a:srgbClr val="C95045"/>
                </a:solidFill>
                <a:latin typeface="Arial"/>
                <a:ea typeface="Arial"/>
                <a:cs typeface="Arial"/>
              </a:defRPr>
            </a:lvl6pPr>
            <a:lvl7pPr algn="l">
              <a:buNone/>
              <a:defRPr sz="2175" b="1">
                <a:solidFill>
                  <a:srgbClr val="C95045"/>
                </a:solidFill>
                <a:latin typeface="Arial"/>
                <a:ea typeface="Arial"/>
                <a:cs typeface="Arial"/>
              </a:defRPr>
            </a:lvl7pPr>
            <a:lvl8pPr algn="l">
              <a:buNone/>
              <a:defRPr sz="2175" b="1">
                <a:solidFill>
                  <a:srgbClr val="C95045"/>
                </a:solidFill>
                <a:latin typeface="Arial"/>
                <a:ea typeface="Arial"/>
                <a:cs typeface="Arial"/>
              </a:defRPr>
            </a:lvl8pPr>
            <a:lvl9pPr algn="l">
              <a:buNone/>
              <a:defRPr sz="2175" b="1">
                <a:solidFill>
                  <a:srgbClr val="C95045"/>
                </a:solidFill>
                <a:latin typeface="Arial"/>
                <a:ea typeface="Arial"/>
                <a:cs typeface="Arial"/>
              </a:defRPr>
            </a:lvl9pPr>
          </a:lstStyle>
          <a:p xmlns:a="http://schemas.openxmlformats.org/drawingml/2006/main">
            <a:pPr algn="l">
              <a:buNone/>
              <a:defRPr sz="2175" b="1">
                <a:solidFill>
                  <a:srgbClr val="C95045"/>
                </a:solidFill>
                <a:latin typeface="Arial"/>
                <a:ea typeface="Arial"/>
                <a:cs typeface="Arial"/>
              </a:defRPr>
            </a:pPr>
            <a:r>
              <a:rPr sz="2175" b="1">
                <a:solidFill>
                  <a:srgbClr val="C95045"/>
                </a:solidFill>
                <a:latin typeface="Arial"/>
                <a:ea typeface="Arial"/>
                <a:cs typeface="Arial"/>
              </a:rPr>
              <a:t>BLOCK</a:t>
            </a:r>
          </a:p>
        </p:txBody>
      </p:sp>
      <p:sp>
        <p:nvSpPr>
          <p:cNvPr id="26" name="SANITIZE">
            <a:extLst xmlns:a="http://schemas.openxmlformats.org/drawingml/2006/main">
              <a:ext uri="{FF2B5EF4-FFF2-40B4-BE49-F238E27FC236}">
                <a16:creationId xmlns:a16="http://schemas.microsoft.com/office/drawing/2014/main" id="{945570CF-8400-47D6-B40B-1C74EB6E7163}"/>
              </a:ext>
            </a:extLst>
          </p:cNvPr>
          <p:cNvSpPr>
            <a:spLocks xmlns:a="http://schemas.openxmlformats.org/drawingml/2006/main" noGrp="1"/>
          </p:cNvSpPr>
          <p:nvPr/>
        </p:nvSpPr>
        <p:spPr>
          <a:xfrm xmlns:a="http://schemas.openxmlformats.org/drawingml/2006/main">
            <a:off x="8286750" y="542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A782C"/>
                </a:solidFill>
                <a:latin typeface="Arial"/>
                <a:ea typeface="Arial"/>
                <a:cs typeface="Arial"/>
              </a:defRPr>
            </a:defPPr>
            <a:lvl1pPr algn="l">
              <a:buNone/>
              <a:defRPr sz="2175" b="1">
                <a:solidFill>
                  <a:srgbClr val="BA782C"/>
                </a:solidFill>
                <a:latin typeface="Arial"/>
                <a:ea typeface="Arial"/>
                <a:cs typeface="Arial"/>
              </a:defRPr>
            </a:lvl1pPr>
            <a:lvl2pPr algn="l">
              <a:buNone/>
              <a:defRPr sz="2175" b="1">
                <a:solidFill>
                  <a:srgbClr val="BA782C"/>
                </a:solidFill>
                <a:latin typeface="Arial"/>
                <a:ea typeface="Arial"/>
                <a:cs typeface="Arial"/>
              </a:defRPr>
            </a:lvl2pPr>
            <a:lvl3pPr algn="l">
              <a:buNone/>
              <a:defRPr sz="2175" b="1">
                <a:solidFill>
                  <a:srgbClr val="BA782C"/>
                </a:solidFill>
                <a:latin typeface="Arial"/>
                <a:ea typeface="Arial"/>
                <a:cs typeface="Arial"/>
              </a:defRPr>
            </a:lvl3pPr>
            <a:lvl4pPr algn="l">
              <a:buNone/>
              <a:defRPr sz="2175" b="1">
                <a:solidFill>
                  <a:srgbClr val="BA782C"/>
                </a:solidFill>
                <a:latin typeface="Arial"/>
                <a:ea typeface="Arial"/>
                <a:cs typeface="Arial"/>
              </a:defRPr>
            </a:lvl4pPr>
            <a:lvl5pPr algn="l">
              <a:buNone/>
              <a:defRPr sz="2175" b="1">
                <a:solidFill>
                  <a:srgbClr val="BA782C"/>
                </a:solidFill>
                <a:latin typeface="Arial"/>
                <a:ea typeface="Arial"/>
                <a:cs typeface="Arial"/>
              </a:defRPr>
            </a:lvl5pPr>
            <a:lvl6pPr algn="l">
              <a:buNone/>
              <a:defRPr sz="2175" b="1">
                <a:solidFill>
                  <a:srgbClr val="BA782C"/>
                </a:solidFill>
                <a:latin typeface="Arial"/>
                <a:ea typeface="Arial"/>
                <a:cs typeface="Arial"/>
              </a:defRPr>
            </a:lvl6pPr>
            <a:lvl7pPr algn="l">
              <a:buNone/>
              <a:defRPr sz="2175" b="1">
                <a:solidFill>
                  <a:srgbClr val="BA782C"/>
                </a:solidFill>
                <a:latin typeface="Arial"/>
                <a:ea typeface="Arial"/>
                <a:cs typeface="Arial"/>
              </a:defRPr>
            </a:lvl7pPr>
            <a:lvl8pPr algn="l">
              <a:buNone/>
              <a:defRPr sz="2175" b="1">
                <a:solidFill>
                  <a:srgbClr val="BA782C"/>
                </a:solidFill>
                <a:latin typeface="Arial"/>
                <a:ea typeface="Arial"/>
                <a:cs typeface="Arial"/>
              </a:defRPr>
            </a:lvl8pPr>
            <a:lvl9pPr algn="l">
              <a:buNone/>
              <a:defRPr sz="2175" b="1">
                <a:solidFill>
                  <a:srgbClr val="BA782C"/>
                </a:solidFill>
                <a:latin typeface="Arial"/>
                <a:ea typeface="Arial"/>
                <a:cs typeface="Arial"/>
              </a:defRPr>
            </a:lvl9pPr>
          </a:lstStyle>
          <a:p xmlns:a="http://schemas.openxmlformats.org/drawingml/2006/main">
            <a:pPr algn="l">
              <a:buNone/>
              <a:defRPr sz="2175" b="1">
                <a:solidFill>
                  <a:srgbClr val="BA782C"/>
                </a:solidFill>
                <a:latin typeface="Arial"/>
                <a:ea typeface="Arial"/>
                <a:cs typeface="Arial"/>
              </a:defRPr>
            </a:pPr>
            <a:r>
              <a:rPr sz="2175" b="1">
                <a:solidFill>
                  <a:srgbClr val="BA782C"/>
                </a:solidFill>
                <a:latin typeface="Arial"/>
                <a:ea typeface="Arial"/>
                <a:cs typeface="Arial"/>
              </a:rPr>
              <a:t>SANITIZE</a:t>
            </a:r>
          </a:p>
        </p:txBody>
      </p:sp>
      <p:sp>
        <p:nvSpPr>
          <p:cNvPr id="27" name="The defense returns a typed disposition. The broker controls whether a">
            <a:extLst xmlns:a="http://schemas.openxmlformats.org/drawingml/2006/main">
              <a:ext uri="{FF2B5EF4-FFF2-40B4-BE49-F238E27FC236}">
                <a16:creationId xmlns:a16="http://schemas.microsoft.com/office/drawing/2014/main" id="{506FFA4B-A9B3-4839-B966-ED583183C852}"/>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buNone/>
              <a:defRPr sz="1350" b="0">
                <a:solidFill>
                  <a:srgbClr val="52616F"/>
                </a:solidFill>
                <a:latin typeface="Arial"/>
                <a:ea typeface="Arial"/>
                <a:cs typeface="Arial"/>
              </a:defRPr>
            </a:lvl1pPr>
            <a:lvl2pPr algn="l">
              <a:buNone/>
              <a:defRPr sz="1350" b="0">
                <a:solidFill>
                  <a:srgbClr val="52616F"/>
                </a:solidFill>
                <a:latin typeface="Arial"/>
                <a:ea typeface="Arial"/>
                <a:cs typeface="Arial"/>
              </a:defRPr>
            </a:lvl2pPr>
            <a:lvl3pPr algn="l">
              <a:buNone/>
              <a:defRPr sz="1350" b="0">
                <a:solidFill>
                  <a:srgbClr val="52616F"/>
                </a:solidFill>
                <a:latin typeface="Arial"/>
                <a:ea typeface="Arial"/>
                <a:cs typeface="Arial"/>
              </a:defRPr>
            </a:lvl3pPr>
            <a:lvl4pPr algn="l">
              <a:buNone/>
              <a:defRPr sz="1350" b="0">
                <a:solidFill>
                  <a:srgbClr val="52616F"/>
                </a:solidFill>
                <a:latin typeface="Arial"/>
                <a:ea typeface="Arial"/>
                <a:cs typeface="Arial"/>
              </a:defRPr>
            </a:lvl4pPr>
            <a:lvl5pPr algn="l">
              <a:buNone/>
              <a:defRPr sz="1350" b="0">
                <a:solidFill>
                  <a:srgbClr val="52616F"/>
                </a:solidFill>
                <a:latin typeface="Arial"/>
                <a:ea typeface="Arial"/>
                <a:cs typeface="Arial"/>
              </a:defRPr>
            </a:lvl5pPr>
            <a:lvl6pPr algn="l">
              <a:buNone/>
              <a:defRPr sz="1350" b="0">
                <a:solidFill>
                  <a:srgbClr val="52616F"/>
                </a:solidFill>
                <a:latin typeface="Arial"/>
                <a:ea typeface="Arial"/>
                <a:cs typeface="Arial"/>
              </a:defRPr>
            </a:lvl6pPr>
            <a:lvl7pPr algn="l">
              <a:buNone/>
              <a:defRPr sz="1350" b="0">
                <a:solidFill>
                  <a:srgbClr val="52616F"/>
                </a:solidFill>
                <a:latin typeface="Arial"/>
                <a:ea typeface="Arial"/>
                <a:cs typeface="Arial"/>
              </a:defRPr>
            </a:lvl7pPr>
            <a:lvl8pPr algn="l">
              <a:buNone/>
              <a:defRPr sz="1350" b="0">
                <a:solidFill>
                  <a:srgbClr val="52616F"/>
                </a:solidFill>
                <a:latin typeface="Arial"/>
                <a:ea typeface="Arial"/>
                <a:cs typeface="Arial"/>
              </a:defRPr>
            </a:lvl8pPr>
            <a:lvl9pPr algn="l">
              <a:buNone/>
              <a:defRPr sz="1350" b="0">
                <a:solidFill>
                  <a:srgbClr val="52616F"/>
                </a:solidFill>
                <a:latin typeface="Arial"/>
                <a:ea typeface="Arial"/>
                <a:cs typeface="Arial"/>
              </a:defRPr>
            </a:lvl9pPr>
          </a:lstStyle>
          <a:p xmlns:a="http://schemas.openxmlformats.org/drawingml/2006/main">
            <a:pPr algn="l">
              <a:buNone/>
              <a:defRPr sz="1350" b="0">
                <a:solidFill>
                  <a:srgbClr val="52616F"/>
                </a:solidFill>
                <a:latin typeface="Arial"/>
                <a:ea typeface="Arial"/>
                <a:cs typeface="Arial"/>
              </a:defRPr>
            </a:pPr>
            <a:r>
              <a:rPr sz="1350" b="0">
                <a:solidFill>
                  <a:srgbClr val="52616F"/>
                </a:solidFill>
                <a:latin typeface="Arial"/>
                <a:ea typeface="Arial"/>
                <a:cs typeface="Arial"/>
              </a:rPr>
              <a:t>The defense returns a typed disposition. The broker controls whether and when a client receives feedback.</a:t>
            </a:r>
          </a:p>
        </p:txBody>
      </p:sp>
    </p:spTree>
    <p:extLst>
      <p:ext uri="{BB962C8B-B14F-4D97-AF65-F5344CB8AC3E}">
        <p14:creationId xmlns:p14="http://schemas.microsoft.com/office/powerpoint/2010/main" val="945023392"/>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Console prototype">
            <a:extLst xmlns:a="http://schemas.openxmlformats.org/drawingml/2006/main">
              <a:ext uri="{FF2B5EF4-FFF2-40B4-BE49-F238E27FC236}">
                <a16:creationId xmlns:a16="http://schemas.microsoft.com/office/drawing/2014/main" id="{43BB4D60-9841-4D87-8387-768A424BC3C2}"/>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Live frontend and backend connection</a:t>
            </a:r>
          </a:p>
        </p:txBody>
      </p:sp>
      <p:sp>
        <p:nvSpPr>
          <p:cNvPr id="3" name="06">
            <a:extLst xmlns:a="http://schemas.openxmlformats.org/drawingml/2006/main">
              <a:ext uri="{FF2B5EF4-FFF2-40B4-BE49-F238E27FC236}">
                <a16:creationId xmlns:a16="http://schemas.microsoft.com/office/drawing/2014/main" id="{E8848DA9-60B8-4776-9F2C-1F27AE18CD3F}"/>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06</a:t>
            </a:r>
          </a:p>
        </p:txBody>
      </p:sp>
      <p:sp>
        <p:nvSpPr>
          <p:cNvPr id="4" name="Operator and participant workflows using mock data">
            <a:extLst xmlns:a="http://schemas.openxmlformats.org/drawingml/2006/main">
              <a:ext uri="{FF2B5EF4-FFF2-40B4-BE49-F238E27FC236}">
                <a16:creationId xmlns:a16="http://schemas.microsoft.com/office/drawing/2014/main" id="{90D5A019-ADD9-496B-8691-B1BB3D340005}"/>
              </a:ext>
            </a:extLst>
          </p:cNvPr>
          <p:cNvSpPr>
            <a:spLocks xmlns:a="http://schemas.openxmlformats.org/drawingml/2006/main" noGrp="1"/>
          </p:cNvSpPr>
          <p:nvPr/>
        </p:nvSpPr>
        <p:spPr>
          <a:xfrm xmlns:a="http://schemas.openxmlformats.org/drawingml/2006/main">
            <a:off x="619125" y="14573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78"/>
                </a:solidFill>
                <a:latin typeface="Arial"/>
                <a:ea typeface="Arial"/>
                <a:cs typeface="Arial"/>
              </a:defRPr>
            </a:defPPr>
            <a:lvl1pPr algn="l">
              <a:buNone/>
              <a:defRPr sz="2025" b="1">
                <a:solidFill>
                  <a:srgbClr val="087E78"/>
                </a:solidFill>
                <a:latin typeface="Arial"/>
                <a:ea typeface="Arial"/>
                <a:cs typeface="Arial"/>
              </a:defRPr>
            </a:lvl1pPr>
            <a:lvl2pPr algn="l">
              <a:buNone/>
              <a:defRPr sz="2025" b="1">
                <a:solidFill>
                  <a:srgbClr val="087E78"/>
                </a:solidFill>
                <a:latin typeface="Arial"/>
                <a:ea typeface="Arial"/>
                <a:cs typeface="Arial"/>
              </a:defRPr>
            </a:lvl2pPr>
            <a:lvl3pPr algn="l">
              <a:buNone/>
              <a:defRPr sz="2025" b="1">
                <a:solidFill>
                  <a:srgbClr val="087E78"/>
                </a:solidFill>
                <a:latin typeface="Arial"/>
                <a:ea typeface="Arial"/>
                <a:cs typeface="Arial"/>
              </a:defRPr>
            </a:lvl3pPr>
            <a:lvl4pPr algn="l">
              <a:buNone/>
              <a:defRPr sz="2025" b="1">
                <a:solidFill>
                  <a:srgbClr val="087E78"/>
                </a:solidFill>
                <a:latin typeface="Arial"/>
                <a:ea typeface="Arial"/>
                <a:cs typeface="Arial"/>
              </a:defRPr>
            </a:lvl4pPr>
            <a:lvl5pPr algn="l">
              <a:buNone/>
              <a:defRPr sz="2025" b="1">
                <a:solidFill>
                  <a:srgbClr val="087E78"/>
                </a:solidFill>
                <a:latin typeface="Arial"/>
                <a:ea typeface="Arial"/>
                <a:cs typeface="Arial"/>
              </a:defRPr>
            </a:lvl5pPr>
            <a:lvl6pPr algn="l">
              <a:buNone/>
              <a:defRPr sz="2025" b="1">
                <a:solidFill>
                  <a:srgbClr val="087E78"/>
                </a:solidFill>
                <a:latin typeface="Arial"/>
                <a:ea typeface="Arial"/>
                <a:cs typeface="Arial"/>
              </a:defRPr>
            </a:lvl6pPr>
            <a:lvl7pPr algn="l">
              <a:buNone/>
              <a:defRPr sz="2025" b="1">
                <a:solidFill>
                  <a:srgbClr val="087E78"/>
                </a:solidFill>
                <a:latin typeface="Arial"/>
                <a:ea typeface="Arial"/>
                <a:cs typeface="Arial"/>
              </a:defRPr>
            </a:lvl7pPr>
            <a:lvl8pPr algn="l">
              <a:buNone/>
              <a:defRPr sz="2025" b="1">
                <a:solidFill>
                  <a:srgbClr val="087E78"/>
                </a:solidFill>
                <a:latin typeface="Arial"/>
                <a:ea typeface="Arial"/>
                <a:cs typeface="Arial"/>
              </a:defRPr>
            </a:lvl8pPr>
            <a:lvl9pPr algn="l">
              <a:buNone/>
              <a:defRPr sz="2025" b="1">
                <a:solidFill>
                  <a:srgbClr val="087E78"/>
                </a:solidFill>
                <a:latin typeface="Arial"/>
                <a:ea typeface="Arial"/>
                <a:cs typeface="Arial"/>
              </a:defRPr>
            </a:lvl9pPr>
          </a:lstStyle>
          <a:p xmlns:a="http://schemas.openxmlformats.org/drawingml/2006/main">
            <a:pPr algn="l">
              <a:buNone/>
              <a:defRPr sz="2025" b="1">
                <a:solidFill>
                  <a:srgbClr val="087E78"/>
                </a:solidFill>
                <a:latin typeface="Arial"/>
                <a:ea typeface="Arial"/>
                <a:cs typeface="Arial"/>
              </a:defRPr>
            </a:pPr>
            <a:r>
              <a:rPr sz="2025" b="1">
                <a:solidFill>
                  <a:srgbClr val="087E78"/>
                </a:solidFill>
                <a:latin typeface="Arial"/>
                <a:ea typeface="Arial"/>
                <a:cs typeface="Arial"/>
              </a:rPr>
              <a:t>Live API only; unavailable backend values display NIL.</a:t>
            </a:r>
          </a:p>
        </p:txBody>
      </p:sp>
      <p:sp>
        <p:nvSpPr>
          <p:cNvPr id="6" name="96">
            <a:extLst xmlns:a="http://schemas.openxmlformats.org/drawingml/2006/main">
              <a:ext uri="{FF2B5EF4-FFF2-40B4-BE49-F238E27FC236}">
                <a16:creationId xmlns:a16="http://schemas.microsoft.com/office/drawing/2014/main" id="{6E1D6A21-A4D2-49CC-A3E8-5756E17E0C25}"/>
              </a:ext>
            </a:extLst>
          </p:cNvPr>
          <p:cNvSpPr>
            <a:spLocks xmlns:a="http://schemas.openxmlformats.org/drawingml/2006/main" noGrp="1"/>
          </p:cNvSpPr>
          <p:nvPr/>
        </p:nvSpPr>
        <p:spPr>
          <a:xfrm xmlns:a="http://schemas.openxmlformats.org/drawingml/2006/main">
            <a:off x="9429750" y="2266950"/>
            <a:ext cx="209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087E78"/>
                </a:solidFill>
                <a:latin typeface="Arial"/>
                <a:ea typeface="Arial"/>
                <a:cs typeface="Arial"/>
              </a:defRPr>
            </a:defPPr>
            <a:lvl1pPr algn="l">
              <a:buNone/>
              <a:defRPr sz="6000" b="1">
                <a:solidFill>
                  <a:srgbClr val="087E78"/>
                </a:solidFill>
                <a:latin typeface="Arial"/>
                <a:ea typeface="Arial"/>
                <a:cs typeface="Arial"/>
              </a:defRPr>
            </a:lvl1pPr>
            <a:lvl2pPr algn="l">
              <a:buNone/>
              <a:defRPr sz="6000" b="1">
                <a:solidFill>
                  <a:srgbClr val="087E78"/>
                </a:solidFill>
                <a:latin typeface="Arial"/>
                <a:ea typeface="Arial"/>
                <a:cs typeface="Arial"/>
              </a:defRPr>
            </a:lvl2pPr>
            <a:lvl3pPr algn="l">
              <a:buNone/>
              <a:defRPr sz="6000" b="1">
                <a:solidFill>
                  <a:srgbClr val="087E78"/>
                </a:solidFill>
                <a:latin typeface="Arial"/>
                <a:ea typeface="Arial"/>
                <a:cs typeface="Arial"/>
              </a:defRPr>
            </a:lvl3pPr>
            <a:lvl4pPr algn="l">
              <a:buNone/>
              <a:defRPr sz="6000" b="1">
                <a:solidFill>
                  <a:srgbClr val="087E78"/>
                </a:solidFill>
                <a:latin typeface="Arial"/>
                <a:ea typeface="Arial"/>
                <a:cs typeface="Arial"/>
              </a:defRPr>
            </a:lvl4pPr>
            <a:lvl5pPr algn="l">
              <a:buNone/>
              <a:defRPr sz="6000" b="1">
                <a:solidFill>
                  <a:srgbClr val="087E78"/>
                </a:solidFill>
                <a:latin typeface="Arial"/>
                <a:ea typeface="Arial"/>
                <a:cs typeface="Arial"/>
              </a:defRPr>
            </a:lvl5pPr>
            <a:lvl6pPr algn="l">
              <a:buNone/>
              <a:defRPr sz="6000" b="1">
                <a:solidFill>
                  <a:srgbClr val="087E78"/>
                </a:solidFill>
                <a:latin typeface="Arial"/>
                <a:ea typeface="Arial"/>
                <a:cs typeface="Arial"/>
              </a:defRPr>
            </a:lvl6pPr>
            <a:lvl7pPr algn="l">
              <a:buNone/>
              <a:defRPr sz="6000" b="1">
                <a:solidFill>
                  <a:srgbClr val="087E78"/>
                </a:solidFill>
                <a:latin typeface="Arial"/>
                <a:ea typeface="Arial"/>
                <a:cs typeface="Arial"/>
              </a:defRPr>
            </a:lvl7pPr>
            <a:lvl8pPr algn="l">
              <a:buNone/>
              <a:defRPr sz="6000" b="1">
                <a:solidFill>
                  <a:srgbClr val="087E78"/>
                </a:solidFill>
                <a:latin typeface="Arial"/>
                <a:ea typeface="Arial"/>
                <a:cs typeface="Arial"/>
              </a:defRPr>
            </a:lvl8pPr>
            <a:lvl9pPr algn="l">
              <a:buNone/>
              <a:defRPr sz="6000" b="1">
                <a:solidFill>
                  <a:srgbClr val="087E78"/>
                </a:solidFill>
                <a:latin typeface="Arial"/>
                <a:ea typeface="Arial"/>
                <a:cs typeface="Arial"/>
              </a:defRPr>
            </a:lvl9pPr>
          </a:lstStyle>
          <a:p xmlns:a="http://schemas.openxmlformats.org/drawingml/2006/main">
            <a:pPr algn="l">
              <a:buNone/>
              <a:defRPr sz="6000" b="1">
                <a:solidFill>
                  <a:srgbClr val="087E78"/>
                </a:solidFill>
                <a:latin typeface="Arial"/>
                <a:ea typeface="Arial"/>
                <a:cs typeface="Arial"/>
              </a:defRPr>
            </a:pPr>
            <a:r>
              <a:rPr sz="6000" b="1">
                <a:solidFill>
                  <a:srgbClr val="087E78"/>
                </a:solidFill>
                <a:latin typeface="Arial"/>
                <a:ea typeface="Arial"/>
                <a:cs typeface="Arial"/>
              </a:rPr>
              <a:t>284</a:t>
            </a:r>
          </a:p>
        </p:txBody>
      </p:sp>
      <p:sp>
        <p:nvSpPr>
          <p:cNvPr id="7" name="UI E2E cases passed">
            <a:extLst xmlns:a="http://schemas.openxmlformats.org/drawingml/2006/main">
              <a:ext uri="{FF2B5EF4-FFF2-40B4-BE49-F238E27FC236}">
                <a16:creationId xmlns:a16="http://schemas.microsoft.com/office/drawing/2014/main" id="{683B6BBA-4885-4E04-B97B-7635BCAB126D}"/>
              </a:ext>
            </a:extLst>
          </p:cNvPr>
          <p:cNvSpPr>
            <a:spLocks xmlns:a="http://schemas.openxmlformats.org/drawingml/2006/main" noGrp="1"/>
          </p:cNvSpPr>
          <p:nvPr/>
        </p:nvSpPr>
        <p:spPr>
          <a:xfrm xmlns:a="http://schemas.openxmlformats.org/drawingml/2006/main">
            <a:off x="9429750" y="331470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1420"/>
                </a:solidFill>
                <a:latin typeface="Arial"/>
                <a:ea typeface="Arial"/>
                <a:cs typeface="Arial"/>
              </a:defRPr>
            </a:defPPr>
            <a:lvl1pPr algn="l">
              <a:buNone/>
              <a:defRPr sz="1875" b="1">
                <a:solidFill>
                  <a:srgbClr val="0A1420"/>
                </a:solidFill>
                <a:latin typeface="Arial"/>
                <a:ea typeface="Arial"/>
                <a:cs typeface="Arial"/>
              </a:defRPr>
            </a:lvl1pPr>
            <a:lvl2pPr algn="l">
              <a:buNone/>
              <a:defRPr sz="1875" b="1">
                <a:solidFill>
                  <a:srgbClr val="0A1420"/>
                </a:solidFill>
                <a:latin typeface="Arial"/>
                <a:ea typeface="Arial"/>
                <a:cs typeface="Arial"/>
              </a:defRPr>
            </a:lvl2pPr>
            <a:lvl3pPr algn="l">
              <a:buNone/>
              <a:defRPr sz="1875" b="1">
                <a:solidFill>
                  <a:srgbClr val="0A1420"/>
                </a:solidFill>
                <a:latin typeface="Arial"/>
                <a:ea typeface="Arial"/>
                <a:cs typeface="Arial"/>
              </a:defRPr>
            </a:lvl3pPr>
            <a:lvl4pPr algn="l">
              <a:buNone/>
              <a:defRPr sz="1875" b="1">
                <a:solidFill>
                  <a:srgbClr val="0A1420"/>
                </a:solidFill>
                <a:latin typeface="Arial"/>
                <a:ea typeface="Arial"/>
                <a:cs typeface="Arial"/>
              </a:defRPr>
            </a:lvl4pPr>
            <a:lvl5pPr algn="l">
              <a:buNone/>
              <a:defRPr sz="1875" b="1">
                <a:solidFill>
                  <a:srgbClr val="0A1420"/>
                </a:solidFill>
                <a:latin typeface="Arial"/>
                <a:ea typeface="Arial"/>
                <a:cs typeface="Arial"/>
              </a:defRPr>
            </a:lvl5pPr>
            <a:lvl6pPr algn="l">
              <a:buNone/>
              <a:defRPr sz="1875" b="1">
                <a:solidFill>
                  <a:srgbClr val="0A1420"/>
                </a:solidFill>
                <a:latin typeface="Arial"/>
                <a:ea typeface="Arial"/>
                <a:cs typeface="Arial"/>
              </a:defRPr>
            </a:lvl6pPr>
            <a:lvl7pPr algn="l">
              <a:buNone/>
              <a:defRPr sz="1875" b="1">
                <a:solidFill>
                  <a:srgbClr val="0A1420"/>
                </a:solidFill>
                <a:latin typeface="Arial"/>
                <a:ea typeface="Arial"/>
                <a:cs typeface="Arial"/>
              </a:defRPr>
            </a:lvl7pPr>
            <a:lvl8pPr algn="l">
              <a:buNone/>
              <a:defRPr sz="1875" b="1">
                <a:solidFill>
                  <a:srgbClr val="0A1420"/>
                </a:solidFill>
                <a:latin typeface="Arial"/>
                <a:ea typeface="Arial"/>
                <a:cs typeface="Arial"/>
              </a:defRPr>
            </a:lvl8pPr>
            <a:lvl9pPr algn="l">
              <a:buNone/>
              <a:defRPr sz="1875" b="1">
                <a:solidFill>
                  <a:srgbClr val="0A1420"/>
                </a:solidFill>
                <a:latin typeface="Arial"/>
                <a:ea typeface="Arial"/>
                <a:cs typeface="Arial"/>
              </a:defRPr>
            </a:lvl9pPr>
          </a:lstStyle>
          <a:p xmlns:a="http://schemas.openxmlformats.org/drawingml/2006/main">
            <a:pPr algn="l">
              <a:buNone/>
              <a:defRPr sz="1875" b="1">
                <a:solidFill>
                  <a:srgbClr val="0A1420"/>
                </a:solidFill>
                <a:latin typeface="Arial"/>
                <a:ea typeface="Arial"/>
                <a:cs typeface="Arial"/>
              </a:defRPr>
            </a:pPr>
            <a:r>
              <a:rPr sz="1875" b="1">
                <a:solidFill>
                  <a:srgbClr val="0A1420"/>
                </a:solidFill>
                <a:latin typeface="Arial"/>
                <a:ea typeface="Arial"/>
                <a:cs typeface="Arial"/>
              </a:rPr>
              <a:t>frontend tests</a:t>
            </a:r>
          </a:p>
          <a:p xmlns:a="http://schemas.openxmlformats.org/drawingml/2006/main">
            <a:pPr algn="l">
              <a:buNone/>
              <a:defRPr sz="1875" b="1">
                <a:solidFill>
                  <a:srgbClr val="0A1420"/>
                </a:solidFill>
                <a:latin typeface="Arial"/>
                <a:ea typeface="Arial"/>
                <a:cs typeface="Arial"/>
              </a:defRPr>
            </a:pPr>
            <a:r>
              <a:rPr sz="1875" b="1">
                <a:solidFill>
                  <a:srgbClr val="0A1420"/>
                </a:solidFill>
                <a:latin typeface="Arial"/>
                <a:ea typeface="Arial"/>
                <a:cs typeface="Arial"/>
              </a:rPr>
              <a:t>passed</a:t>
            </a:r>
          </a:p>
        </p:txBody>
      </p:sp>
      <p:sp>
        <p:nvSpPr>
          <p:cNvPr id="8" name="Operator&#10;Red team&#10;Blue team&#10;Auditor">
            <a:extLst xmlns:a="http://schemas.openxmlformats.org/drawingml/2006/main">
              <a:ext uri="{FF2B5EF4-FFF2-40B4-BE49-F238E27FC236}">
                <a16:creationId xmlns:a16="http://schemas.microsoft.com/office/drawing/2014/main" id="{B2BACB28-3235-4F26-B911-EF9823B93BBC}"/>
              </a:ext>
            </a:extLst>
          </p:cNvPr>
          <p:cNvSpPr>
            <a:spLocks xmlns:a="http://schemas.openxmlformats.org/drawingml/2006/main" noGrp="1"/>
          </p:cNvSpPr>
          <p:nvPr/>
        </p:nvSpPr>
        <p:spPr>
          <a:xfrm xmlns:a="http://schemas.openxmlformats.org/drawingml/2006/main">
            <a:off x="9429750" y="4286250"/>
            <a:ext cx="2095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buNone/>
              <a:defRPr sz="1875" b="0">
                <a:solidFill>
                  <a:srgbClr val="52616F"/>
                </a:solidFill>
                <a:latin typeface="Arial"/>
                <a:ea typeface="Arial"/>
                <a:cs typeface="Arial"/>
              </a:defRPr>
            </a:lvl1pPr>
            <a:lvl2pPr algn="l">
              <a:buNone/>
              <a:defRPr sz="1875" b="0">
                <a:solidFill>
                  <a:srgbClr val="52616F"/>
                </a:solidFill>
                <a:latin typeface="Arial"/>
                <a:ea typeface="Arial"/>
                <a:cs typeface="Arial"/>
              </a:defRPr>
            </a:lvl2pPr>
            <a:lvl3pPr algn="l">
              <a:buNone/>
              <a:defRPr sz="1875" b="0">
                <a:solidFill>
                  <a:srgbClr val="52616F"/>
                </a:solidFill>
                <a:latin typeface="Arial"/>
                <a:ea typeface="Arial"/>
                <a:cs typeface="Arial"/>
              </a:defRPr>
            </a:lvl3pPr>
            <a:lvl4pPr algn="l">
              <a:buNone/>
              <a:defRPr sz="1875" b="0">
                <a:solidFill>
                  <a:srgbClr val="52616F"/>
                </a:solidFill>
                <a:latin typeface="Arial"/>
                <a:ea typeface="Arial"/>
                <a:cs typeface="Arial"/>
              </a:defRPr>
            </a:lvl4pPr>
            <a:lvl5pPr algn="l">
              <a:buNone/>
              <a:defRPr sz="1875" b="0">
                <a:solidFill>
                  <a:srgbClr val="52616F"/>
                </a:solidFill>
                <a:latin typeface="Arial"/>
                <a:ea typeface="Arial"/>
                <a:cs typeface="Arial"/>
              </a:defRPr>
            </a:lvl5pPr>
            <a:lvl6pPr algn="l">
              <a:buNone/>
              <a:defRPr sz="1875" b="0">
                <a:solidFill>
                  <a:srgbClr val="52616F"/>
                </a:solidFill>
                <a:latin typeface="Arial"/>
                <a:ea typeface="Arial"/>
                <a:cs typeface="Arial"/>
              </a:defRPr>
            </a:lvl6pPr>
            <a:lvl7pPr algn="l">
              <a:buNone/>
              <a:defRPr sz="1875" b="0">
                <a:solidFill>
                  <a:srgbClr val="52616F"/>
                </a:solidFill>
                <a:latin typeface="Arial"/>
                <a:ea typeface="Arial"/>
                <a:cs typeface="Arial"/>
              </a:defRPr>
            </a:lvl7pPr>
            <a:lvl8pPr algn="l">
              <a:buNone/>
              <a:defRPr sz="1875" b="0">
                <a:solidFill>
                  <a:srgbClr val="52616F"/>
                </a:solidFill>
                <a:latin typeface="Arial"/>
                <a:ea typeface="Arial"/>
                <a:cs typeface="Arial"/>
              </a:defRPr>
            </a:lvl8pPr>
            <a:lvl9pPr algn="l">
              <a:buNone/>
              <a:defRPr sz="1875" b="0">
                <a:solidFill>
                  <a:srgbClr val="52616F"/>
                </a:solidFill>
                <a:latin typeface="Arial"/>
                <a:ea typeface="Arial"/>
                <a:cs typeface="Arial"/>
              </a:defRPr>
            </a:lvl9pPr>
          </a:lstStyle>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Typecheck passed</a:t>
            </a:r>
          </a:p>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Lint passed</a:t>
            </a:r>
          </a:p>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Build passed</a:t>
            </a:r>
          </a:p>
        </p:txBody>
      </p:sp>
      <p:sp>
        <p:nvSpPr>
          <p:cNvPr id="9" name="Mock states and model names are illustrative. The console is not conne">
            <a:extLst xmlns:a="http://schemas.openxmlformats.org/drawingml/2006/main">
              <a:ext uri="{FF2B5EF4-FFF2-40B4-BE49-F238E27FC236}">
                <a16:creationId xmlns:a16="http://schemas.microsoft.com/office/drawing/2014/main" id="{D940E5D3-BED2-4A6B-9BD1-D2202ADB5465}"/>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buNone/>
              <a:defRPr sz="1350" b="0">
                <a:solidFill>
                  <a:srgbClr val="52616F"/>
                </a:solidFill>
                <a:latin typeface="Arial"/>
                <a:ea typeface="Arial"/>
                <a:cs typeface="Arial"/>
              </a:defRPr>
            </a:lvl1pPr>
            <a:lvl2pPr algn="l">
              <a:buNone/>
              <a:defRPr sz="1350" b="0">
                <a:solidFill>
                  <a:srgbClr val="52616F"/>
                </a:solidFill>
                <a:latin typeface="Arial"/>
                <a:ea typeface="Arial"/>
                <a:cs typeface="Arial"/>
              </a:defRPr>
            </a:lvl2pPr>
            <a:lvl3pPr algn="l">
              <a:buNone/>
              <a:defRPr sz="1350" b="0">
                <a:solidFill>
                  <a:srgbClr val="52616F"/>
                </a:solidFill>
                <a:latin typeface="Arial"/>
                <a:ea typeface="Arial"/>
                <a:cs typeface="Arial"/>
              </a:defRPr>
            </a:lvl3pPr>
            <a:lvl4pPr algn="l">
              <a:buNone/>
              <a:defRPr sz="1350" b="0">
                <a:solidFill>
                  <a:srgbClr val="52616F"/>
                </a:solidFill>
                <a:latin typeface="Arial"/>
                <a:ea typeface="Arial"/>
                <a:cs typeface="Arial"/>
              </a:defRPr>
            </a:lvl4pPr>
            <a:lvl5pPr algn="l">
              <a:buNone/>
              <a:defRPr sz="1350" b="0">
                <a:solidFill>
                  <a:srgbClr val="52616F"/>
                </a:solidFill>
                <a:latin typeface="Arial"/>
                <a:ea typeface="Arial"/>
                <a:cs typeface="Arial"/>
              </a:defRPr>
            </a:lvl5pPr>
            <a:lvl6pPr algn="l">
              <a:buNone/>
              <a:defRPr sz="1350" b="0">
                <a:solidFill>
                  <a:srgbClr val="52616F"/>
                </a:solidFill>
                <a:latin typeface="Arial"/>
                <a:ea typeface="Arial"/>
                <a:cs typeface="Arial"/>
              </a:defRPr>
            </a:lvl6pPr>
            <a:lvl7pPr algn="l">
              <a:buNone/>
              <a:defRPr sz="1350" b="0">
                <a:solidFill>
                  <a:srgbClr val="52616F"/>
                </a:solidFill>
                <a:latin typeface="Arial"/>
                <a:ea typeface="Arial"/>
                <a:cs typeface="Arial"/>
              </a:defRPr>
            </a:lvl7pPr>
            <a:lvl8pPr algn="l">
              <a:buNone/>
              <a:defRPr sz="1350" b="0">
                <a:solidFill>
                  <a:srgbClr val="52616F"/>
                </a:solidFill>
                <a:latin typeface="Arial"/>
                <a:ea typeface="Arial"/>
                <a:cs typeface="Arial"/>
              </a:defRPr>
            </a:lvl8pPr>
            <a:lvl9pPr algn="l">
              <a:buNone/>
              <a:defRPr sz="1350" b="0">
                <a:solidFill>
                  <a:srgbClr val="52616F"/>
                </a:solidFill>
                <a:latin typeface="Arial"/>
                <a:ea typeface="Arial"/>
                <a:cs typeface="Arial"/>
              </a:defRPr>
            </a:lvl9pPr>
          </a:lstStyle>
          <a:p xmlns:a="http://schemas.openxmlformats.org/drawingml/2006/main">
            <a:pPr algn="l">
              <a:buNone/>
              <a:defRPr sz="1350" b="0">
                <a:solidFill>
                  <a:srgbClr val="52616F"/>
                </a:solidFill>
                <a:latin typeface="Arial"/>
                <a:ea typeface="Arial"/>
                <a:cs typeface="Arial"/>
              </a:defRPr>
            </a:pPr>
            <a:r>
              <a:rPr sz="1350" b="0">
                <a:solidFill>
                  <a:srgbClr val="52616F"/>
                </a:solidFill>
                <a:latin typeface="Arial"/>
                <a:ea typeface="Arial"/>
                <a:cs typeface="Arial"/>
              </a:rPr>
              <a:t>N03 smoke: operator create/seal, red status and blue embargo; 0 model calls.</a:t>
            </a:r>
          </a:p>
          <a:p xmlns:a="http://schemas.openxmlformats.org/drawingml/2006/main">
            <a:pPr algn="l">
              <a:buNone/>
              <a:defRPr sz="1350" b="0">
                <a:solidFill>
                  <a:srgbClr val="52616F"/>
                </a:solidFill>
                <a:latin typeface="Arial"/>
                <a:ea typeface="Arial"/>
                <a:cs typeface="Arial"/>
              </a:defRPr>
            </a:pPr>
            <a:r>
              <a:rPr sz="1350" b="0">
                <a:solidFill>
                  <a:srgbClr val="52616F"/>
                </a:solidFill>
                <a:latin typeface="Arial"/>
                <a:ea typeface="Arial"/>
                <a:cs typeface="Arial"/>
              </a:rPr>
              <a:t>Full N04 browser sessions and inference still need owner-managed admission.</a:t>
            </a:r>
          </a:p>
        </p:txBody>
      </p:sp>
      <p:sp>
        <p:nvSpPr>
          <p:cNvPr id="10" name="browser-console-frame">
            <a:extLst xmlns:a="http://schemas.openxmlformats.org/drawingml/2006/main">
              <a:ext uri="{FF2B5EF4-FFF2-40B4-BE49-F238E27FC236}">
                <a16:creationId xmlns:a16="http://schemas.microsoft.com/office/drawing/2014/main" id="{A265C7BC-D7BF-4720-84C7-98B7E44B97EE}"/>
              </a:ext>
            </a:extLst>
          </p:cNvPr>
          <p:cNvSpPr>
            <a:spLocks xmlns:a="http://schemas.openxmlformats.org/drawingml/2006/main" noGrp="1"/>
          </p:cNvSpPr>
          <p:nvPr/>
        </p:nvSpPr>
        <p:spPr>
          <a:xfrm xmlns:a="http://schemas.openxmlformats.org/drawingml/2006/main">
            <a:off x="619125" y="2343150"/>
            <a:ext cx="2114550" cy="2428875"/>
          </a:xfrm>
          <a:prstGeom xmlns:a="http://schemas.openxmlformats.org/drawingml/2006/main" prst="rect">
            <a:avLst/>
          </a:prstGeom>
          <a:solidFill xmlns:a="http://schemas.openxmlformats.org/drawingml/2006/main">
            <a:srgbClr val="FFFFFF"/>
          </a:solidFill>
          <a:ln xmlns:a="http://schemas.openxmlformats.org/drawingml/2006/main" w="19050">
            <a:solidFill>
              <a:srgbClr val="087E78"/>
            </a:solidFill>
            <a:prstDash val="solid"/>
          </a:ln>
        </p:spPr>
      </p:sp>
      <p:sp>
        <p:nvSpPr>
          <p:cNvPr id="11" name="browser-console-title">
            <a:extLst xmlns:a="http://schemas.openxmlformats.org/drawingml/2006/main">
              <a:ext uri="{FF2B5EF4-FFF2-40B4-BE49-F238E27FC236}">
                <a16:creationId xmlns:a16="http://schemas.microsoft.com/office/drawing/2014/main" id="{BCEF3F93-54E0-44C0-B060-0A0A55448D06}"/>
              </a:ext>
            </a:extLst>
          </p:cNvPr>
          <p:cNvSpPr>
            <a:spLocks xmlns:a="http://schemas.openxmlformats.org/drawingml/2006/main" noGrp="1"/>
          </p:cNvSpPr>
          <p:nvPr/>
        </p:nvSpPr>
        <p:spPr>
          <a:xfrm xmlns:a="http://schemas.openxmlformats.org/drawingml/2006/main">
            <a:off x="752475" y="2524125"/>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650" b="1">
                <a:solidFill>
                  <a:srgbClr val="087E78"/>
                </a:solidFill>
                <a:latin typeface="Arial"/>
                <a:ea typeface="Arial"/>
                <a:cs typeface="Arial"/>
              </a:defRPr>
            </a:defPPr>
            <a:lvl1pPr algn="ctr">
              <a:defRPr sz="1650" b="1">
                <a:solidFill>
                  <a:srgbClr val="087E78"/>
                </a:solidFill>
                <a:latin typeface="Arial"/>
                <a:ea typeface="Arial"/>
                <a:cs typeface="Arial"/>
              </a:defRPr>
            </a:lvl1pPr>
            <a:lvl2pPr algn="ctr">
              <a:defRPr sz="1650" b="1">
                <a:solidFill>
                  <a:srgbClr val="087E78"/>
                </a:solidFill>
                <a:latin typeface="Arial"/>
                <a:ea typeface="Arial"/>
                <a:cs typeface="Arial"/>
              </a:defRPr>
            </a:lvl2pPr>
            <a:lvl3pPr algn="ctr">
              <a:defRPr sz="1650" b="1">
                <a:solidFill>
                  <a:srgbClr val="087E78"/>
                </a:solidFill>
                <a:latin typeface="Arial"/>
                <a:ea typeface="Arial"/>
                <a:cs typeface="Arial"/>
              </a:defRPr>
            </a:lvl3pPr>
            <a:lvl4pPr algn="ctr">
              <a:defRPr sz="1650" b="1">
                <a:solidFill>
                  <a:srgbClr val="087E78"/>
                </a:solidFill>
                <a:latin typeface="Arial"/>
                <a:ea typeface="Arial"/>
                <a:cs typeface="Arial"/>
              </a:defRPr>
            </a:lvl4pPr>
            <a:lvl5pPr algn="ctr">
              <a:defRPr sz="1650" b="1">
                <a:solidFill>
                  <a:srgbClr val="087E78"/>
                </a:solidFill>
                <a:latin typeface="Arial"/>
                <a:ea typeface="Arial"/>
                <a:cs typeface="Arial"/>
              </a:defRPr>
            </a:lvl5pPr>
            <a:lvl6pPr algn="ctr">
              <a:defRPr sz="1650" b="1">
                <a:solidFill>
                  <a:srgbClr val="087E78"/>
                </a:solidFill>
                <a:latin typeface="Arial"/>
                <a:ea typeface="Arial"/>
                <a:cs typeface="Arial"/>
              </a:defRPr>
            </a:lvl6pPr>
            <a:lvl7pPr algn="ctr">
              <a:defRPr sz="1650" b="1">
                <a:solidFill>
                  <a:srgbClr val="087E78"/>
                </a:solidFill>
                <a:latin typeface="Arial"/>
                <a:ea typeface="Arial"/>
                <a:cs typeface="Arial"/>
              </a:defRPr>
            </a:lvl7pPr>
            <a:lvl8pPr algn="ctr">
              <a:defRPr sz="1650" b="1">
                <a:solidFill>
                  <a:srgbClr val="087E78"/>
                </a:solidFill>
                <a:latin typeface="Arial"/>
                <a:ea typeface="Arial"/>
                <a:cs typeface="Arial"/>
              </a:defRPr>
            </a:lvl8pPr>
            <a:lvl9pPr algn="ctr">
              <a:defRPr sz="1650" b="1">
                <a:solidFill>
                  <a:srgbClr val="087E78"/>
                </a:solidFill>
                <a:latin typeface="Arial"/>
                <a:ea typeface="Arial"/>
                <a:cs typeface="Arial"/>
              </a:defRPr>
            </a:lvl9pPr>
          </a:lstStyle>
          <a:p xmlns:a="http://schemas.openxmlformats.org/drawingml/2006/main">
            <a:pPr algn="ctr">
              <a:defRPr sz="1650" b="1">
                <a:solidFill>
                  <a:srgbClr val="087E78"/>
                </a:solidFill>
                <a:latin typeface="Arial"/>
                <a:ea typeface="Arial"/>
                <a:cs typeface="Arial"/>
              </a:defRPr>
            </a:pPr>
            <a:r>
              <a:rPr sz="1650" b="1">
                <a:solidFill>
                  <a:srgbClr val="087E78"/>
                </a:solidFill>
                <a:latin typeface="Arial"/>
                <a:ea typeface="Arial"/>
                <a:cs typeface="Arial"/>
              </a:rPr>
              <a:t>REACT CONSOLE</a:t>
            </a:r>
          </a:p>
        </p:txBody>
      </p:sp>
      <p:sp>
        <p:nvSpPr>
          <p:cNvPr id="12" name="browser-console-body">
            <a:extLst xmlns:a="http://schemas.openxmlformats.org/drawingml/2006/main">
              <a:ext uri="{FF2B5EF4-FFF2-40B4-BE49-F238E27FC236}">
                <a16:creationId xmlns:a16="http://schemas.microsoft.com/office/drawing/2014/main" id="{5A197488-CE26-4132-9D00-D75D67757B2F}"/>
              </a:ext>
            </a:extLst>
          </p:cNvPr>
          <p:cNvSpPr>
            <a:spLocks xmlns:a="http://schemas.openxmlformats.org/drawingml/2006/main" noGrp="1"/>
          </p:cNvSpPr>
          <p:nvPr/>
        </p:nvSpPr>
        <p:spPr>
          <a:xfrm xmlns:a="http://schemas.openxmlformats.org/drawingml/2006/main">
            <a:off x="781050" y="3028950"/>
            <a:ext cx="17907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a:solidFill>
                  <a:srgbClr val="0A1420"/>
                </a:solidFill>
                <a:latin typeface="Arial"/>
                <a:ea typeface="Arial"/>
                <a:cs typeface="Arial"/>
              </a:defRPr>
            </a:defPPr>
            <a:lvl1pPr algn="ctr">
              <a:defRPr sz="1575">
                <a:solidFill>
                  <a:srgbClr val="0A1420"/>
                </a:solidFill>
                <a:latin typeface="Arial"/>
                <a:ea typeface="Arial"/>
                <a:cs typeface="Arial"/>
              </a:defRPr>
            </a:lvl1pPr>
            <a:lvl2pPr algn="ctr">
              <a:defRPr sz="1575">
                <a:solidFill>
                  <a:srgbClr val="0A1420"/>
                </a:solidFill>
                <a:latin typeface="Arial"/>
                <a:ea typeface="Arial"/>
                <a:cs typeface="Arial"/>
              </a:defRPr>
            </a:lvl2pPr>
            <a:lvl3pPr algn="ctr">
              <a:defRPr sz="1575">
                <a:solidFill>
                  <a:srgbClr val="0A1420"/>
                </a:solidFill>
                <a:latin typeface="Arial"/>
                <a:ea typeface="Arial"/>
                <a:cs typeface="Arial"/>
              </a:defRPr>
            </a:lvl3pPr>
            <a:lvl4pPr algn="ctr">
              <a:defRPr sz="1575">
                <a:solidFill>
                  <a:srgbClr val="0A1420"/>
                </a:solidFill>
                <a:latin typeface="Arial"/>
                <a:ea typeface="Arial"/>
                <a:cs typeface="Arial"/>
              </a:defRPr>
            </a:lvl4pPr>
            <a:lvl5pPr algn="ctr">
              <a:defRPr sz="1575">
                <a:solidFill>
                  <a:srgbClr val="0A1420"/>
                </a:solidFill>
                <a:latin typeface="Arial"/>
                <a:ea typeface="Arial"/>
                <a:cs typeface="Arial"/>
              </a:defRPr>
            </a:lvl5pPr>
            <a:lvl6pPr algn="ctr">
              <a:defRPr sz="1575">
                <a:solidFill>
                  <a:srgbClr val="0A1420"/>
                </a:solidFill>
                <a:latin typeface="Arial"/>
                <a:ea typeface="Arial"/>
                <a:cs typeface="Arial"/>
              </a:defRPr>
            </a:lvl6pPr>
            <a:lvl7pPr algn="ctr">
              <a:defRPr sz="1575">
                <a:solidFill>
                  <a:srgbClr val="0A1420"/>
                </a:solidFill>
                <a:latin typeface="Arial"/>
                <a:ea typeface="Arial"/>
                <a:cs typeface="Arial"/>
              </a:defRPr>
            </a:lvl7pPr>
            <a:lvl8pPr algn="ctr">
              <a:defRPr sz="1575">
                <a:solidFill>
                  <a:srgbClr val="0A1420"/>
                </a:solidFill>
                <a:latin typeface="Arial"/>
                <a:ea typeface="Arial"/>
                <a:cs typeface="Arial"/>
              </a:defRPr>
            </a:lvl8pPr>
            <a:lvl9pPr algn="ctr">
              <a:defRPr sz="1575">
                <a:solidFill>
                  <a:srgbClr val="0A1420"/>
                </a:solidFill>
                <a:latin typeface="Arial"/>
                <a:ea typeface="Arial"/>
                <a:cs typeface="Arial"/>
              </a:defRPr>
            </a:lvl9pPr>
          </a:lstStyle>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Operator</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Red · Blue · Auditor</a:t>
            </a:r>
          </a:p>
          <a:p xmlns:a="http://schemas.openxmlformats.org/drawingml/2006/main">
            <a:r>
              <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Scoped API paths</a:t>
            </a:r>
          </a:p>
        </p:txBody>
      </p:sp>
      <p:sp>
        <p:nvSpPr>
          <p:cNvPr id="13" name="browser-to-proxy-arrow">
            <a:extLst xmlns:a="http://schemas.openxmlformats.org/drawingml/2006/main">
              <a:ext uri="{FF2B5EF4-FFF2-40B4-BE49-F238E27FC236}">
                <a16:creationId xmlns:a16="http://schemas.microsoft.com/office/drawing/2014/main" id="{35023A8E-90E3-4A4E-BEC7-F0AF04397812}"/>
              </a:ext>
            </a:extLst>
          </p:cNvPr>
          <p:cNvSpPr>
            <a:spLocks xmlns:a="http://schemas.openxmlformats.org/drawingml/2006/main" noGrp="1"/>
          </p:cNvSpPr>
          <p:nvPr/>
        </p:nvSpPr>
        <p:spPr>
          <a:xfrm xmlns:a="http://schemas.openxmlformats.org/drawingml/2006/main">
            <a:off x="2781300" y="3143250"/>
            <a:ext cx="495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4050" b="1">
                <a:solidFill>
                  <a:srgbClr val="087E78"/>
                </a:solidFill>
                <a:latin typeface="Arial"/>
                <a:ea typeface="Arial"/>
                <a:cs typeface="Arial"/>
              </a:defRPr>
            </a:defPPr>
            <a:lvl1pPr algn="ctr">
              <a:defRPr sz="4050" b="1">
                <a:solidFill>
                  <a:srgbClr val="087E78"/>
                </a:solidFill>
                <a:latin typeface="Arial"/>
                <a:ea typeface="Arial"/>
                <a:cs typeface="Arial"/>
              </a:defRPr>
            </a:lvl1pPr>
            <a:lvl2pPr algn="ctr">
              <a:defRPr sz="4050" b="1">
                <a:solidFill>
                  <a:srgbClr val="087E78"/>
                </a:solidFill>
                <a:latin typeface="Arial"/>
                <a:ea typeface="Arial"/>
                <a:cs typeface="Arial"/>
              </a:defRPr>
            </a:lvl2pPr>
            <a:lvl3pPr algn="ctr">
              <a:defRPr sz="4050" b="1">
                <a:solidFill>
                  <a:srgbClr val="087E78"/>
                </a:solidFill>
                <a:latin typeface="Arial"/>
                <a:ea typeface="Arial"/>
                <a:cs typeface="Arial"/>
              </a:defRPr>
            </a:lvl3pPr>
            <a:lvl4pPr algn="ctr">
              <a:defRPr sz="4050" b="1">
                <a:solidFill>
                  <a:srgbClr val="087E78"/>
                </a:solidFill>
                <a:latin typeface="Arial"/>
                <a:ea typeface="Arial"/>
                <a:cs typeface="Arial"/>
              </a:defRPr>
            </a:lvl4pPr>
            <a:lvl5pPr algn="ctr">
              <a:defRPr sz="4050" b="1">
                <a:solidFill>
                  <a:srgbClr val="087E78"/>
                </a:solidFill>
                <a:latin typeface="Arial"/>
                <a:ea typeface="Arial"/>
                <a:cs typeface="Arial"/>
              </a:defRPr>
            </a:lvl5pPr>
            <a:lvl6pPr algn="ctr">
              <a:defRPr sz="4050" b="1">
                <a:solidFill>
                  <a:srgbClr val="087E78"/>
                </a:solidFill>
                <a:latin typeface="Arial"/>
                <a:ea typeface="Arial"/>
                <a:cs typeface="Arial"/>
              </a:defRPr>
            </a:lvl6pPr>
            <a:lvl7pPr algn="ctr">
              <a:defRPr sz="4050" b="1">
                <a:solidFill>
                  <a:srgbClr val="087E78"/>
                </a:solidFill>
                <a:latin typeface="Arial"/>
                <a:ea typeface="Arial"/>
                <a:cs typeface="Arial"/>
              </a:defRPr>
            </a:lvl7pPr>
            <a:lvl8pPr algn="ctr">
              <a:defRPr sz="4050" b="1">
                <a:solidFill>
                  <a:srgbClr val="087E78"/>
                </a:solidFill>
                <a:latin typeface="Arial"/>
                <a:ea typeface="Arial"/>
                <a:cs typeface="Arial"/>
              </a:defRPr>
            </a:lvl8pPr>
            <a:lvl9pPr algn="ctr">
              <a:defRPr sz="4050" b="1">
                <a:solidFill>
                  <a:srgbClr val="087E78"/>
                </a:solidFill>
                <a:latin typeface="Arial"/>
                <a:ea typeface="Arial"/>
                <a:cs typeface="Arial"/>
              </a:defRPr>
            </a:lvl9pPr>
          </a:lstStyle>
          <a:p xmlns:a="http://schemas.openxmlformats.org/drawingml/2006/main">
            <a:pPr algn="ctr">
              <a:defRPr sz="4050" b="1">
                <a:solidFill>
                  <a:srgbClr val="087E78"/>
                </a:solidFill>
                <a:latin typeface="Arial"/>
                <a:ea typeface="Arial"/>
                <a:cs typeface="Arial"/>
              </a:defRPr>
            </a:pPr>
            <a:r>
              <a:rPr sz="4050" b="1">
                <a:solidFill>
                  <a:srgbClr val="087E78"/>
                </a:solidFill>
                <a:latin typeface="Arial"/>
                <a:ea typeface="Arial"/>
                <a:cs typeface="Arial"/>
              </a:rPr>
              <a:t>→</a:t>
            </a:r>
          </a:p>
        </p:txBody>
      </p:sp>
      <p:sp>
        <p:nvSpPr>
          <p:cNvPr id="14" name="vite-mtls-proxy-frame">
            <a:extLst xmlns:a="http://schemas.openxmlformats.org/drawingml/2006/main">
              <a:ext uri="{FF2B5EF4-FFF2-40B4-BE49-F238E27FC236}">
                <a16:creationId xmlns:a16="http://schemas.microsoft.com/office/drawing/2014/main" id="{973FE64A-ECEE-425A-83E2-168B08AC9E13}"/>
              </a:ext>
            </a:extLst>
          </p:cNvPr>
          <p:cNvSpPr>
            <a:spLocks xmlns:a="http://schemas.openxmlformats.org/drawingml/2006/main" noGrp="1"/>
          </p:cNvSpPr>
          <p:nvPr/>
        </p:nvSpPr>
        <p:spPr>
          <a:xfrm xmlns:a="http://schemas.openxmlformats.org/drawingml/2006/main">
            <a:off x="3333750" y="2343150"/>
            <a:ext cx="2381250" cy="2428875"/>
          </a:xfrm>
          <a:prstGeom xmlns:a="http://schemas.openxmlformats.org/drawingml/2006/main" prst="rect">
            <a:avLst/>
          </a:prstGeom>
          <a:solidFill xmlns:a="http://schemas.openxmlformats.org/drawingml/2006/main">
            <a:srgbClr val="FFFFFF"/>
          </a:solidFill>
          <a:ln xmlns:a="http://schemas.openxmlformats.org/drawingml/2006/main" w="19050">
            <a:solidFill>
              <a:srgbClr val="087E78"/>
            </a:solidFill>
            <a:prstDash val="solid"/>
          </a:ln>
        </p:spPr>
      </p:sp>
      <p:sp>
        <p:nvSpPr>
          <p:cNvPr id="15" name="vite-mtls-proxy-title">
            <a:extLst xmlns:a="http://schemas.openxmlformats.org/drawingml/2006/main">
              <a:ext uri="{FF2B5EF4-FFF2-40B4-BE49-F238E27FC236}">
                <a16:creationId xmlns:a16="http://schemas.microsoft.com/office/drawing/2014/main" id="{0B3A64E8-4657-4486-BDED-FA5BDA27DC64}"/>
              </a:ext>
            </a:extLst>
          </p:cNvPr>
          <p:cNvSpPr>
            <a:spLocks xmlns:a="http://schemas.openxmlformats.org/drawingml/2006/main" noGrp="1"/>
          </p:cNvSpPr>
          <p:nvPr/>
        </p:nvSpPr>
        <p:spPr>
          <a:xfrm xmlns:a="http://schemas.openxmlformats.org/drawingml/2006/main">
            <a:off x="3467100" y="2524125"/>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650" b="1">
                <a:solidFill>
                  <a:srgbClr val="087E78"/>
                </a:solidFill>
                <a:latin typeface="Arial"/>
                <a:ea typeface="Arial"/>
                <a:cs typeface="Arial"/>
              </a:defRPr>
            </a:defPPr>
            <a:lvl1pPr algn="ctr">
              <a:defRPr sz="1650" b="1">
                <a:solidFill>
                  <a:srgbClr val="087E78"/>
                </a:solidFill>
                <a:latin typeface="Arial"/>
                <a:ea typeface="Arial"/>
                <a:cs typeface="Arial"/>
              </a:defRPr>
            </a:lvl1pPr>
            <a:lvl2pPr algn="ctr">
              <a:defRPr sz="1650" b="1">
                <a:solidFill>
                  <a:srgbClr val="087E78"/>
                </a:solidFill>
                <a:latin typeface="Arial"/>
                <a:ea typeface="Arial"/>
                <a:cs typeface="Arial"/>
              </a:defRPr>
            </a:lvl2pPr>
            <a:lvl3pPr algn="ctr">
              <a:defRPr sz="1650" b="1">
                <a:solidFill>
                  <a:srgbClr val="087E78"/>
                </a:solidFill>
                <a:latin typeface="Arial"/>
                <a:ea typeface="Arial"/>
                <a:cs typeface="Arial"/>
              </a:defRPr>
            </a:lvl3pPr>
            <a:lvl4pPr algn="ctr">
              <a:defRPr sz="1650" b="1">
                <a:solidFill>
                  <a:srgbClr val="087E78"/>
                </a:solidFill>
                <a:latin typeface="Arial"/>
                <a:ea typeface="Arial"/>
                <a:cs typeface="Arial"/>
              </a:defRPr>
            </a:lvl4pPr>
            <a:lvl5pPr algn="ctr">
              <a:defRPr sz="1650" b="1">
                <a:solidFill>
                  <a:srgbClr val="087E78"/>
                </a:solidFill>
                <a:latin typeface="Arial"/>
                <a:ea typeface="Arial"/>
                <a:cs typeface="Arial"/>
              </a:defRPr>
            </a:lvl5pPr>
            <a:lvl6pPr algn="ctr">
              <a:defRPr sz="1650" b="1">
                <a:solidFill>
                  <a:srgbClr val="087E78"/>
                </a:solidFill>
                <a:latin typeface="Arial"/>
                <a:ea typeface="Arial"/>
                <a:cs typeface="Arial"/>
              </a:defRPr>
            </a:lvl6pPr>
            <a:lvl7pPr algn="ctr">
              <a:defRPr sz="1650" b="1">
                <a:solidFill>
                  <a:srgbClr val="087E78"/>
                </a:solidFill>
                <a:latin typeface="Arial"/>
                <a:ea typeface="Arial"/>
                <a:cs typeface="Arial"/>
              </a:defRPr>
            </a:lvl7pPr>
            <a:lvl8pPr algn="ctr">
              <a:defRPr sz="1650" b="1">
                <a:solidFill>
                  <a:srgbClr val="087E78"/>
                </a:solidFill>
                <a:latin typeface="Arial"/>
                <a:ea typeface="Arial"/>
                <a:cs typeface="Arial"/>
              </a:defRPr>
            </a:lvl8pPr>
            <a:lvl9pPr algn="ctr">
              <a:defRPr sz="1650" b="1">
                <a:solidFill>
                  <a:srgbClr val="087E78"/>
                </a:solidFill>
                <a:latin typeface="Arial"/>
                <a:ea typeface="Arial"/>
                <a:cs typeface="Arial"/>
              </a:defRPr>
            </a:lvl9pPr>
          </a:lstStyle>
          <a:p xmlns:a="http://schemas.openxmlformats.org/drawingml/2006/main">
            <a:pPr algn="ctr">
              <a:defRPr sz="1650" b="1">
                <a:solidFill>
                  <a:srgbClr val="087E78"/>
                </a:solidFill>
                <a:latin typeface="Arial"/>
                <a:ea typeface="Arial"/>
                <a:cs typeface="Arial"/>
              </a:defRPr>
            </a:pPr>
            <a:r>
              <a:rPr sz="1650" b="1">
                <a:solidFill>
                  <a:srgbClr val="087E78"/>
                </a:solidFill>
                <a:latin typeface="Arial"/>
                <a:ea typeface="Arial"/>
                <a:cs typeface="Arial"/>
              </a:rPr>
              <a:t>LOCAL VITE PROXY</a:t>
            </a:r>
          </a:p>
        </p:txBody>
      </p:sp>
      <p:sp>
        <p:nvSpPr>
          <p:cNvPr id="16" name="vite-mtls-proxy-body">
            <a:extLst xmlns:a="http://schemas.openxmlformats.org/drawingml/2006/main">
              <a:ext uri="{FF2B5EF4-FFF2-40B4-BE49-F238E27FC236}">
                <a16:creationId xmlns:a16="http://schemas.microsoft.com/office/drawing/2014/main" id="{18203957-DE4C-4550-A0D4-C3872AB6B8FE}"/>
              </a:ext>
            </a:extLst>
          </p:cNvPr>
          <p:cNvSpPr>
            <a:spLocks xmlns:a="http://schemas.openxmlformats.org/drawingml/2006/main" noGrp="1"/>
          </p:cNvSpPr>
          <p:nvPr/>
        </p:nvSpPr>
        <p:spPr>
          <a:xfrm xmlns:a="http://schemas.openxmlformats.org/drawingml/2006/main">
            <a:off x="3495675" y="3028950"/>
            <a:ext cx="2057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a:solidFill>
                  <a:srgbClr val="0A1420"/>
                </a:solidFill>
                <a:latin typeface="Arial"/>
                <a:ea typeface="Arial"/>
                <a:cs typeface="Arial"/>
              </a:defRPr>
            </a:defPPr>
            <a:lvl1pPr algn="ctr">
              <a:defRPr sz="1575">
                <a:solidFill>
                  <a:srgbClr val="0A1420"/>
                </a:solidFill>
                <a:latin typeface="Arial"/>
                <a:ea typeface="Arial"/>
                <a:cs typeface="Arial"/>
              </a:defRPr>
            </a:lvl1pPr>
            <a:lvl2pPr algn="ctr">
              <a:defRPr sz="1575">
                <a:solidFill>
                  <a:srgbClr val="0A1420"/>
                </a:solidFill>
                <a:latin typeface="Arial"/>
                <a:ea typeface="Arial"/>
                <a:cs typeface="Arial"/>
              </a:defRPr>
            </a:lvl2pPr>
            <a:lvl3pPr algn="ctr">
              <a:defRPr sz="1575">
                <a:solidFill>
                  <a:srgbClr val="0A1420"/>
                </a:solidFill>
                <a:latin typeface="Arial"/>
                <a:ea typeface="Arial"/>
                <a:cs typeface="Arial"/>
              </a:defRPr>
            </a:lvl3pPr>
            <a:lvl4pPr algn="ctr">
              <a:defRPr sz="1575">
                <a:solidFill>
                  <a:srgbClr val="0A1420"/>
                </a:solidFill>
                <a:latin typeface="Arial"/>
                <a:ea typeface="Arial"/>
                <a:cs typeface="Arial"/>
              </a:defRPr>
            </a:lvl4pPr>
            <a:lvl5pPr algn="ctr">
              <a:defRPr sz="1575">
                <a:solidFill>
                  <a:srgbClr val="0A1420"/>
                </a:solidFill>
                <a:latin typeface="Arial"/>
                <a:ea typeface="Arial"/>
                <a:cs typeface="Arial"/>
              </a:defRPr>
            </a:lvl5pPr>
            <a:lvl6pPr algn="ctr">
              <a:defRPr sz="1575">
                <a:solidFill>
                  <a:srgbClr val="0A1420"/>
                </a:solidFill>
                <a:latin typeface="Arial"/>
                <a:ea typeface="Arial"/>
                <a:cs typeface="Arial"/>
              </a:defRPr>
            </a:lvl6pPr>
            <a:lvl7pPr algn="ctr">
              <a:defRPr sz="1575">
                <a:solidFill>
                  <a:srgbClr val="0A1420"/>
                </a:solidFill>
                <a:latin typeface="Arial"/>
                <a:ea typeface="Arial"/>
                <a:cs typeface="Arial"/>
              </a:defRPr>
            </a:lvl7pPr>
            <a:lvl8pPr algn="ctr">
              <a:defRPr sz="1575">
                <a:solidFill>
                  <a:srgbClr val="0A1420"/>
                </a:solidFill>
                <a:latin typeface="Arial"/>
                <a:ea typeface="Arial"/>
                <a:cs typeface="Arial"/>
              </a:defRPr>
            </a:lvl8pPr>
            <a:lvl9pPr algn="ctr">
              <a:defRPr sz="1575">
                <a:solidFill>
                  <a:srgbClr val="0A1420"/>
                </a:solidFill>
                <a:latin typeface="Arial"/>
                <a:ea typeface="Arial"/>
                <a:cs typeface="Arial"/>
              </a:defRPr>
            </a:lvl9pPr>
          </a:lstStyle>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Loopback only</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Selects mTLS</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certificate by role</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Keys stay server-side</a:t>
            </a:r>
          </a:p>
        </p:txBody>
      </p:sp>
      <p:sp>
        <p:nvSpPr>
          <p:cNvPr id="17" name="proxy-to-backend-arrow">
            <a:extLst xmlns:a="http://schemas.openxmlformats.org/drawingml/2006/main">
              <a:ext uri="{FF2B5EF4-FFF2-40B4-BE49-F238E27FC236}">
                <a16:creationId xmlns:a16="http://schemas.microsoft.com/office/drawing/2014/main" id="{D1829B0F-E62D-4F6E-9905-2F1029162EAC}"/>
              </a:ext>
            </a:extLst>
          </p:cNvPr>
          <p:cNvSpPr>
            <a:spLocks xmlns:a="http://schemas.openxmlformats.org/drawingml/2006/main" noGrp="1"/>
          </p:cNvSpPr>
          <p:nvPr/>
        </p:nvSpPr>
        <p:spPr>
          <a:xfrm xmlns:a="http://schemas.openxmlformats.org/drawingml/2006/main">
            <a:off x="5762625" y="3143250"/>
            <a:ext cx="552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4050" b="1">
                <a:solidFill>
                  <a:srgbClr val="087E78"/>
                </a:solidFill>
                <a:latin typeface="Arial"/>
                <a:ea typeface="Arial"/>
                <a:cs typeface="Arial"/>
              </a:defRPr>
            </a:defPPr>
            <a:lvl1pPr algn="ctr">
              <a:defRPr sz="4050" b="1">
                <a:solidFill>
                  <a:srgbClr val="087E78"/>
                </a:solidFill>
                <a:latin typeface="Arial"/>
                <a:ea typeface="Arial"/>
                <a:cs typeface="Arial"/>
              </a:defRPr>
            </a:lvl1pPr>
            <a:lvl2pPr algn="ctr">
              <a:defRPr sz="4050" b="1">
                <a:solidFill>
                  <a:srgbClr val="087E78"/>
                </a:solidFill>
                <a:latin typeface="Arial"/>
                <a:ea typeface="Arial"/>
                <a:cs typeface="Arial"/>
              </a:defRPr>
            </a:lvl2pPr>
            <a:lvl3pPr algn="ctr">
              <a:defRPr sz="4050" b="1">
                <a:solidFill>
                  <a:srgbClr val="087E78"/>
                </a:solidFill>
                <a:latin typeface="Arial"/>
                <a:ea typeface="Arial"/>
                <a:cs typeface="Arial"/>
              </a:defRPr>
            </a:lvl3pPr>
            <a:lvl4pPr algn="ctr">
              <a:defRPr sz="4050" b="1">
                <a:solidFill>
                  <a:srgbClr val="087E78"/>
                </a:solidFill>
                <a:latin typeface="Arial"/>
                <a:ea typeface="Arial"/>
                <a:cs typeface="Arial"/>
              </a:defRPr>
            </a:lvl4pPr>
            <a:lvl5pPr algn="ctr">
              <a:defRPr sz="4050" b="1">
                <a:solidFill>
                  <a:srgbClr val="087E78"/>
                </a:solidFill>
                <a:latin typeface="Arial"/>
                <a:ea typeface="Arial"/>
                <a:cs typeface="Arial"/>
              </a:defRPr>
            </a:lvl5pPr>
            <a:lvl6pPr algn="ctr">
              <a:defRPr sz="4050" b="1">
                <a:solidFill>
                  <a:srgbClr val="087E78"/>
                </a:solidFill>
                <a:latin typeface="Arial"/>
                <a:ea typeface="Arial"/>
                <a:cs typeface="Arial"/>
              </a:defRPr>
            </a:lvl6pPr>
            <a:lvl7pPr algn="ctr">
              <a:defRPr sz="4050" b="1">
                <a:solidFill>
                  <a:srgbClr val="087E78"/>
                </a:solidFill>
                <a:latin typeface="Arial"/>
                <a:ea typeface="Arial"/>
                <a:cs typeface="Arial"/>
              </a:defRPr>
            </a:lvl7pPr>
            <a:lvl8pPr algn="ctr">
              <a:defRPr sz="4050" b="1">
                <a:solidFill>
                  <a:srgbClr val="087E78"/>
                </a:solidFill>
                <a:latin typeface="Arial"/>
                <a:ea typeface="Arial"/>
                <a:cs typeface="Arial"/>
              </a:defRPr>
            </a:lvl8pPr>
            <a:lvl9pPr algn="ctr">
              <a:defRPr sz="4050" b="1">
                <a:solidFill>
                  <a:srgbClr val="087E78"/>
                </a:solidFill>
                <a:latin typeface="Arial"/>
                <a:ea typeface="Arial"/>
                <a:cs typeface="Arial"/>
              </a:defRPr>
            </a:lvl9pPr>
          </a:lstStyle>
          <a:p xmlns:a="http://schemas.openxmlformats.org/drawingml/2006/main">
            <a:pPr algn="ctr">
              <a:defRPr sz="4050" b="1">
                <a:solidFill>
                  <a:srgbClr val="087E78"/>
                </a:solidFill>
                <a:latin typeface="Arial"/>
                <a:ea typeface="Arial"/>
                <a:cs typeface="Arial"/>
              </a:defRPr>
            </a:pPr>
            <a:r>
              <a:rPr sz="4050" b="1">
                <a:solidFill>
                  <a:srgbClr val="087E78"/>
                </a:solidFill>
                <a:latin typeface="Arial"/>
                <a:ea typeface="Arial"/>
                <a:cs typeface="Arial"/>
              </a:rPr>
              <a:t>→</a:t>
            </a:r>
          </a:p>
        </p:txBody>
      </p:sp>
      <p:sp>
        <p:nvSpPr>
          <p:cNvPr id="18" name="python-backend-frame">
            <a:extLst xmlns:a="http://schemas.openxmlformats.org/drawingml/2006/main">
              <a:ext uri="{FF2B5EF4-FFF2-40B4-BE49-F238E27FC236}">
                <a16:creationId xmlns:a16="http://schemas.microsoft.com/office/drawing/2014/main" id="{7777382B-2546-4777-9AC2-B806855C2BE2}"/>
              </a:ext>
            </a:extLst>
          </p:cNvPr>
          <p:cNvSpPr>
            <a:spLocks xmlns:a="http://schemas.openxmlformats.org/drawingml/2006/main" noGrp="1"/>
          </p:cNvSpPr>
          <p:nvPr/>
        </p:nvSpPr>
        <p:spPr>
          <a:xfrm xmlns:a="http://schemas.openxmlformats.org/drawingml/2006/main">
            <a:off x="6429375" y="2343150"/>
            <a:ext cx="2571750" cy="2428875"/>
          </a:xfrm>
          <a:prstGeom xmlns:a="http://schemas.openxmlformats.org/drawingml/2006/main" prst="rect">
            <a:avLst/>
          </a:prstGeom>
          <a:solidFill xmlns:a="http://schemas.openxmlformats.org/drawingml/2006/main">
            <a:srgbClr val="FFFFFF"/>
          </a:solidFill>
          <a:ln xmlns:a="http://schemas.openxmlformats.org/drawingml/2006/main" w="19050">
            <a:solidFill>
              <a:srgbClr val="087E78"/>
            </a:solidFill>
            <a:prstDash val="solid"/>
          </a:ln>
        </p:spPr>
      </p:sp>
      <p:sp>
        <p:nvSpPr>
          <p:cNvPr id="19" name="python-backend-title">
            <a:extLst xmlns:a="http://schemas.openxmlformats.org/drawingml/2006/main">
              <a:ext uri="{FF2B5EF4-FFF2-40B4-BE49-F238E27FC236}">
                <a16:creationId xmlns:a16="http://schemas.microsoft.com/office/drawing/2014/main" id="{1D981B58-B724-48EA-9645-DE7083BB15D0}"/>
              </a:ext>
            </a:extLst>
          </p:cNvPr>
          <p:cNvSpPr>
            <a:spLocks xmlns:a="http://schemas.openxmlformats.org/drawingml/2006/main" noGrp="1"/>
          </p:cNvSpPr>
          <p:nvPr/>
        </p:nvSpPr>
        <p:spPr>
          <a:xfrm xmlns:a="http://schemas.openxmlformats.org/drawingml/2006/main">
            <a:off x="6562725" y="2524125"/>
            <a:ext cx="2305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650" b="1">
                <a:solidFill>
                  <a:srgbClr val="087E78"/>
                </a:solidFill>
                <a:latin typeface="Arial"/>
                <a:ea typeface="Arial"/>
                <a:cs typeface="Arial"/>
              </a:defRPr>
            </a:defPPr>
            <a:lvl1pPr algn="ctr">
              <a:defRPr sz="1650" b="1">
                <a:solidFill>
                  <a:srgbClr val="087E78"/>
                </a:solidFill>
                <a:latin typeface="Arial"/>
                <a:ea typeface="Arial"/>
                <a:cs typeface="Arial"/>
              </a:defRPr>
            </a:lvl1pPr>
            <a:lvl2pPr algn="ctr">
              <a:defRPr sz="1650" b="1">
                <a:solidFill>
                  <a:srgbClr val="087E78"/>
                </a:solidFill>
                <a:latin typeface="Arial"/>
                <a:ea typeface="Arial"/>
                <a:cs typeface="Arial"/>
              </a:defRPr>
            </a:lvl2pPr>
            <a:lvl3pPr algn="ctr">
              <a:defRPr sz="1650" b="1">
                <a:solidFill>
                  <a:srgbClr val="087E78"/>
                </a:solidFill>
                <a:latin typeface="Arial"/>
                <a:ea typeface="Arial"/>
                <a:cs typeface="Arial"/>
              </a:defRPr>
            </a:lvl3pPr>
            <a:lvl4pPr algn="ctr">
              <a:defRPr sz="1650" b="1">
                <a:solidFill>
                  <a:srgbClr val="087E78"/>
                </a:solidFill>
                <a:latin typeface="Arial"/>
                <a:ea typeface="Arial"/>
                <a:cs typeface="Arial"/>
              </a:defRPr>
            </a:lvl4pPr>
            <a:lvl5pPr algn="ctr">
              <a:defRPr sz="1650" b="1">
                <a:solidFill>
                  <a:srgbClr val="087E78"/>
                </a:solidFill>
                <a:latin typeface="Arial"/>
                <a:ea typeface="Arial"/>
                <a:cs typeface="Arial"/>
              </a:defRPr>
            </a:lvl5pPr>
            <a:lvl6pPr algn="ctr">
              <a:defRPr sz="1650" b="1">
                <a:solidFill>
                  <a:srgbClr val="087E78"/>
                </a:solidFill>
                <a:latin typeface="Arial"/>
                <a:ea typeface="Arial"/>
                <a:cs typeface="Arial"/>
              </a:defRPr>
            </a:lvl6pPr>
            <a:lvl7pPr algn="ctr">
              <a:defRPr sz="1650" b="1">
                <a:solidFill>
                  <a:srgbClr val="087E78"/>
                </a:solidFill>
                <a:latin typeface="Arial"/>
                <a:ea typeface="Arial"/>
                <a:cs typeface="Arial"/>
              </a:defRPr>
            </a:lvl7pPr>
            <a:lvl8pPr algn="ctr">
              <a:defRPr sz="1650" b="1">
                <a:solidFill>
                  <a:srgbClr val="087E78"/>
                </a:solidFill>
                <a:latin typeface="Arial"/>
                <a:ea typeface="Arial"/>
                <a:cs typeface="Arial"/>
              </a:defRPr>
            </a:lvl8pPr>
            <a:lvl9pPr algn="ctr">
              <a:defRPr sz="1650" b="1">
                <a:solidFill>
                  <a:srgbClr val="087E78"/>
                </a:solidFill>
                <a:latin typeface="Arial"/>
                <a:ea typeface="Arial"/>
                <a:cs typeface="Arial"/>
              </a:defRPr>
            </a:lvl9pPr>
          </a:lstStyle>
          <a:p xmlns:a="http://schemas.openxmlformats.org/drawingml/2006/main">
            <a:pPr algn="ctr">
              <a:defRPr sz="1650" b="1">
                <a:solidFill>
                  <a:srgbClr val="087E78"/>
                </a:solidFill>
                <a:latin typeface="Arial"/>
                <a:ea typeface="Arial"/>
                <a:cs typeface="Arial"/>
              </a:defRPr>
            </a:pPr>
            <a:r>
              <a:rPr sz="1650" b="1">
                <a:solidFill>
                  <a:srgbClr val="087E78"/>
                </a:solidFill>
                <a:latin typeface="Arial"/>
                <a:ea typeface="Arial"/>
                <a:cs typeface="Arial"/>
              </a:rPr>
              <a:t>PYTHON BACKEND</a:t>
            </a:r>
          </a:p>
        </p:txBody>
      </p:sp>
      <p:sp>
        <p:nvSpPr>
          <p:cNvPr id="20" name="python-backend-body">
            <a:extLst xmlns:a="http://schemas.openxmlformats.org/drawingml/2006/main">
              <a:ext uri="{FF2B5EF4-FFF2-40B4-BE49-F238E27FC236}">
                <a16:creationId xmlns:a16="http://schemas.microsoft.com/office/drawing/2014/main" id="{BEBB0DC4-8432-48E0-B360-3CEF7DEABA84}"/>
              </a:ext>
            </a:extLst>
          </p:cNvPr>
          <p:cNvSpPr>
            <a:spLocks xmlns:a="http://schemas.openxmlformats.org/drawingml/2006/main" noGrp="1"/>
          </p:cNvSpPr>
          <p:nvPr/>
        </p:nvSpPr>
        <p:spPr>
          <a:xfrm xmlns:a="http://schemas.openxmlformats.org/drawingml/2006/main">
            <a:off x="6591300" y="3028950"/>
            <a:ext cx="22479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a:solidFill>
                  <a:srgbClr val="0A1420"/>
                </a:solidFill>
                <a:latin typeface="Arial"/>
                <a:ea typeface="Arial"/>
                <a:cs typeface="Arial"/>
              </a:defRPr>
            </a:defPPr>
            <a:lvl1pPr algn="ctr">
              <a:defRPr sz="1575">
                <a:solidFill>
                  <a:srgbClr val="0A1420"/>
                </a:solidFill>
                <a:latin typeface="Arial"/>
                <a:ea typeface="Arial"/>
                <a:cs typeface="Arial"/>
              </a:defRPr>
            </a:lvl1pPr>
            <a:lvl2pPr algn="ctr">
              <a:defRPr sz="1575">
                <a:solidFill>
                  <a:srgbClr val="0A1420"/>
                </a:solidFill>
                <a:latin typeface="Arial"/>
                <a:ea typeface="Arial"/>
                <a:cs typeface="Arial"/>
              </a:defRPr>
            </a:lvl2pPr>
            <a:lvl3pPr algn="ctr">
              <a:defRPr sz="1575">
                <a:solidFill>
                  <a:srgbClr val="0A1420"/>
                </a:solidFill>
                <a:latin typeface="Arial"/>
                <a:ea typeface="Arial"/>
                <a:cs typeface="Arial"/>
              </a:defRPr>
            </a:lvl3pPr>
            <a:lvl4pPr algn="ctr">
              <a:defRPr sz="1575">
                <a:solidFill>
                  <a:srgbClr val="0A1420"/>
                </a:solidFill>
                <a:latin typeface="Arial"/>
                <a:ea typeface="Arial"/>
                <a:cs typeface="Arial"/>
              </a:defRPr>
            </a:lvl4pPr>
            <a:lvl5pPr algn="ctr">
              <a:defRPr sz="1575">
                <a:solidFill>
                  <a:srgbClr val="0A1420"/>
                </a:solidFill>
                <a:latin typeface="Arial"/>
                <a:ea typeface="Arial"/>
                <a:cs typeface="Arial"/>
              </a:defRPr>
            </a:lvl5pPr>
            <a:lvl6pPr algn="ctr">
              <a:defRPr sz="1575">
                <a:solidFill>
                  <a:srgbClr val="0A1420"/>
                </a:solidFill>
                <a:latin typeface="Arial"/>
                <a:ea typeface="Arial"/>
                <a:cs typeface="Arial"/>
              </a:defRPr>
            </a:lvl6pPr>
            <a:lvl7pPr algn="ctr">
              <a:defRPr sz="1575">
                <a:solidFill>
                  <a:srgbClr val="0A1420"/>
                </a:solidFill>
                <a:latin typeface="Arial"/>
                <a:ea typeface="Arial"/>
                <a:cs typeface="Arial"/>
              </a:defRPr>
            </a:lvl7pPr>
            <a:lvl8pPr algn="ctr">
              <a:defRPr sz="1575">
                <a:solidFill>
                  <a:srgbClr val="0A1420"/>
                </a:solidFill>
                <a:latin typeface="Arial"/>
                <a:ea typeface="Arial"/>
                <a:cs typeface="Arial"/>
              </a:defRPr>
            </a:lvl8pPr>
            <a:lvl9pPr algn="ctr">
              <a:defRPr sz="1575">
                <a:solidFill>
                  <a:srgbClr val="0A1420"/>
                </a:solidFill>
                <a:latin typeface="Arial"/>
                <a:ea typeface="Arial"/>
                <a:cs typeface="Arial"/>
              </a:defRPr>
            </a:lvl9pPr>
          </a:lstStyle>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Verifies client</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certificate</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Enforces role access</a:t>
            </a:r>
          </a:p>
          <a:p xmlns:a="http://schemas.openxmlformats.org/drawingml/2006/main">
            <a:pPr algn="ctr">
              <a:lnSpc>
                <a:spcPct val="105000"/>
              </a:lnSpc>
              <a:buNone/>
              <a:defRPr sz="1575">
                <a:solidFill>
                  <a:srgbClr val="0A1420"/>
                </a:solidFill>
                <a:latin typeface="Arial"/>
                <a:ea typeface="Arial"/>
                <a:cs typeface="Arial"/>
              </a:defRPr>
            </a:pPr>
            <a:r>
              <a:rPr sz="1575">
                <a:solidFill>
                  <a:srgbClr val="0A1420"/>
                </a:solidFill>
                <a:latin typeface="Arial"/>
                <a:ea typeface="Arial"/>
                <a:cs typeface="Arial"/>
              </a:rPr>
              <a:t>Applies embargo</a:t>
            </a:r>
          </a:p>
        </p:txBody>
      </p:sp>
    </p:spTree>
    <p:extLst>
      <p:ext uri="{BB962C8B-B14F-4D97-AF65-F5344CB8AC3E}">
        <p14:creationId xmlns:p14="http://schemas.microsoft.com/office/powerpoint/2010/main" val="178273845"/>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Feedback timing: one measured leakage channel">
            <a:extLst xmlns:a="http://schemas.openxmlformats.org/drawingml/2006/main">
              <a:ext uri="{FF2B5EF4-FFF2-40B4-BE49-F238E27FC236}">
                <a16:creationId xmlns:a16="http://schemas.microsoft.com/office/drawing/2014/main" id="{D450F2F6-EA80-4829-80E8-E0075E9BD1DF}"/>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Feedback timing: one measured leakage channel</a:t>
            </a:r>
          </a:p>
        </p:txBody>
      </p:sp>
      <p:sp>
        <p:nvSpPr>
          <p:cNvPr id="3" name="07">
            <a:extLst xmlns:a="http://schemas.openxmlformats.org/drawingml/2006/main">
              <a:ext uri="{FF2B5EF4-FFF2-40B4-BE49-F238E27FC236}">
                <a16:creationId xmlns:a16="http://schemas.microsoft.com/office/drawing/2014/main" id="{E6FD6B74-C5E0-4658-847B-56C6EF105494}"/>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07</a:t>
            </a:r>
          </a:p>
        </p:txBody>
      </p:sp>
      <p:sp>
        <p:nvSpPr>
          <p:cNvPr id="4" name="144 observations across 12 authorized campaigns">
            <a:extLst xmlns:a="http://schemas.openxmlformats.org/drawingml/2006/main">
              <a:ext uri="{FF2B5EF4-FFF2-40B4-BE49-F238E27FC236}">
                <a16:creationId xmlns:a16="http://schemas.microsoft.com/office/drawing/2014/main" id="{62EB3931-EE93-4BE4-A36B-4E010BCB9B7B}"/>
              </a:ext>
            </a:extLst>
          </p:cNvPr>
          <p:cNvSpPr>
            <a:spLocks xmlns:a="http://schemas.openxmlformats.org/drawingml/2006/main" noGrp="1"/>
          </p:cNvSpPr>
          <p:nvPr/>
        </p:nvSpPr>
        <p:spPr>
          <a:xfrm xmlns:a="http://schemas.openxmlformats.org/drawingml/2006/main">
            <a:off x="619125" y="14478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78"/>
                </a:solidFill>
                <a:latin typeface="Arial"/>
                <a:ea typeface="Arial"/>
                <a:cs typeface="Arial"/>
              </a:defRPr>
            </a:defPPr>
            <a:lvl1pPr algn="l">
              <a:buNone/>
              <a:defRPr sz="2100" b="1">
                <a:solidFill>
                  <a:srgbClr val="087E78"/>
                </a:solidFill>
                <a:latin typeface="Arial"/>
                <a:ea typeface="Arial"/>
                <a:cs typeface="Arial"/>
              </a:defRPr>
            </a:lvl1pPr>
            <a:lvl2pPr algn="l">
              <a:buNone/>
              <a:defRPr sz="2100" b="1">
                <a:solidFill>
                  <a:srgbClr val="087E78"/>
                </a:solidFill>
                <a:latin typeface="Arial"/>
                <a:ea typeface="Arial"/>
                <a:cs typeface="Arial"/>
              </a:defRPr>
            </a:lvl2pPr>
            <a:lvl3pPr algn="l">
              <a:buNone/>
              <a:defRPr sz="2100" b="1">
                <a:solidFill>
                  <a:srgbClr val="087E78"/>
                </a:solidFill>
                <a:latin typeface="Arial"/>
                <a:ea typeface="Arial"/>
                <a:cs typeface="Arial"/>
              </a:defRPr>
            </a:lvl3pPr>
            <a:lvl4pPr algn="l">
              <a:buNone/>
              <a:defRPr sz="2100" b="1">
                <a:solidFill>
                  <a:srgbClr val="087E78"/>
                </a:solidFill>
                <a:latin typeface="Arial"/>
                <a:ea typeface="Arial"/>
                <a:cs typeface="Arial"/>
              </a:defRPr>
            </a:lvl4pPr>
            <a:lvl5pPr algn="l">
              <a:buNone/>
              <a:defRPr sz="2100" b="1">
                <a:solidFill>
                  <a:srgbClr val="087E78"/>
                </a:solidFill>
                <a:latin typeface="Arial"/>
                <a:ea typeface="Arial"/>
                <a:cs typeface="Arial"/>
              </a:defRPr>
            </a:lvl5pPr>
            <a:lvl6pPr algn="l">
              <a:buNone/>
              <a:defRPr sz="2100" b="1">
                <a:solidFill>
                  <a:srgbClr val="087E78"/>
                </a:solidFill>
                <a:latin typeface="Arial"/>
                <a:ea typeface="Arial"/>
                <a:cs typeface="Arial"/>
              </a:defRPr>
            </a:lvl6pPr>
            <a:lvl7pPr algn="l">
              <a:buNone/>
              <a:defRPr sz="2100" b="1">
                <a:solidFill>
                  <a:srgbClr val="087E78"/>
                </a:solidFill>
                <a:latin typeface="Arial"/>
                <a:ea typeface="Arial"/>
                <a:cs typeface="Arial"/>
              </a:defRPr>
            </a:lvl7pPr>
            <a:lvl8pPr algn="l">
              <a:buNone/>
              <a:defRPr sz="2100" b="1">
                <a:solidFill>
                  <a:srgbClr val="087E78"/>
                </a:solidFill>
                <a:latin typeface="Arial"/>
                <a:ea typeface="Arial"/>
                <a:cs typeface="Arial"/>
              </a:defRPr>
            </a:lvl8pPr>
            <a:lvl9pPr algn="l">
              <a:buNone/>
              <a:defRPr sz="2100" b="1">
                <a:solidFill>
                  <a:srgbClr val="087E78"/>
                </a:solidFill>
                <a:latin typeface="Arial"/>
                <a:ea typeface="Arial"/>
                <a:cs typeface="Arial"/>
              </a:defRPr>
            </a:lvl9pPr>
          </a:lstStyle>
          <a:p xmlns:a="http://schemas.openxmlformats.org/drawingml/2006/main">
            <a:pPr algn="l">
              <a:buNone/>
              <a:defRPr sz="2100" b="1">
                <a:solidFill>
                  <a:srgbClr val="087E78"/>
                </a:solidFill>
                <a:latin typeface="Arial"/>
                <a:ea typeface="Arial"/>
                <a:cs typeface="Arial"/>
              </a:defRPr>
            </a:pPr>
            <a:r>
              <a:rPr sz="2100" b="1">
                <a:solidFill>
                  <a:srgbClr val="087E78"/>
                </a:solidFill>
                <a:latin typeface="Arial"/>
                <a:ea typeface="Arial"/>
                <a:cs typeface="Arial"/>
              </a:rPr>
              <a:t>144 observations across 12 authorized campaigns</a:t>
            </a:r>
          </a:p>
        </p:txBody>
      </p:sp>
      <p:graphicFrame>
        <p:nvGraphicFramePr>
          <p:cNvPr id="5" name="Chart">
            <a:extLst xmlns:a="http://schemas.openxmlformats.org/drawingml/2006/main">
              <a:ext uri="{FF2B5EF4-FFF2-40B4-BE49-F238E27FC236}">
                <a16:creationId xmlns:a16="http://schemas.microsoft.com/office/drawing/2014/main" id="{3A5A3CA9-D450-4BC3-8F6C-C023C86AF5DF}"/>
              </a:ext>
            </a:extLst>
          </p:cNvPr>
          <p:cNvGraphicFramePr/>
          <p:nvPr/>
        </p:nvGraphicFramePr>
        <p:xfrm>
          <a:off xmlns:a="http://schemas.openxmlformats.org/drawingml/2006/main" x="619125" y="2381250"/>
          <a:ext xmlns:a="http://schemas.openxmlformats.org/drawingml/2006/main" cx="7524750" cy="2952750"/>
        </p:xfrm>
        <a:graphic xmlns:a="http://schemas.openxmlformats.org/drawingml/2006/main">
          <a:graphicData uri="http://schemas.openxmlformats.org/drawingml/2006/chart">
            <c:chart xmlns:r="http://schemas.openxmlformats.org/officeDocument/2006/relationships" xmlns:c="http://schemas.openxmlformats.org/drawingml/2006/chart" r:id="Re986a7f58bbc4c9d"/>
          </a:graphicData>
        </a:graphic>
      </p:graphicFrame>
      <p:sp>
        <p:nvSpPr>
          <p:cNvPr id="6" name="0.527">
            <a:extLst xmlns:a="http://schemas.openxmlformats.org/drawingml/2006/main">
              <a:ext uri="{FF2B5EF4-FFF2-40B4-BE49-F238E27FC236}">
                <a16:creationId xmlns:a16="http://schemas.microsoft.com/office/drawing/2014/main" id="{C644F0D7-CCCD-4722-B370-85CCD084F5B5}"/>
              </a:ext>
            </a:extLst>
          </p:cNvPr>
          <p:cNvSpPr>
            <a:spLocks xmlns:a="http://schemas.openxmlformats.org/drawingml/2006/main" noGrp="1"/>
          </p:cNvSpPr>
          <p:nvPr/>
        </p:nvSpPr>
        <p:spPr>
          <a:xfrm xmlns:a="http://schemas.openxmlformats.org/drawingml/2006/main">
            <a:off x="8772525" y="25336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87E78"/>
                </a:solidFill>
                <a:latin typeface="Arial"/>
                <a:ea typeface="Arial"/>
                <a:cs typeface="Arial"/>
              </a:defRPr>
            </a:defPPr>
            <a:lvl1pPr algn="l">
              <a:buNone/>
              <a:defRPr sz="5250" b="1">
                <a:solidFill>
                  <a:srgbClr val="087E78"/>
                </a:solidFill>
                <a:latin typeface="Arial"/>
                <a:ea typeface="Arial"/>
                <a:cs typeface="Arial"/>
              </a:defRPr>
            </a:lvl1pPr>
            <a:lvl2pPr algn="l">
              <a:buNone/>
              <a:defRPr sz="5250" b="1">
                <a:solidFill>
                  <a:srgbClr val="087E78"/>
                </a:solidFill>
                <a:latin typeface="Arial"/>
                <a:ea typeface="Arial"/>
                <a:cs typeface="Arial"/>
              </a:defRPr>
            </a:lvl2pPr>
            <a:lvl3pPr algn="l">
              <a:buNone/>
              <a:defRPr sz="5250" b="1">
                <a:solidFill>
                  <a:srgbClr val="087E78"/>
                </a:solidFill>
                <a:latin typeface="Arial"/>
                <a:ea typeface="Arial"/>
                <a:cs typeface="Arial"/>
              </a:defRPr>
            </a:lvl3pPr>
            <a:lvl4pPr algn="l">
              <a:buNone/>
              <a:defRPr sz="5250" b="1">
                <a:solidFill>
                  <a:srgbClr val="087E78"/>
                </a:solidFill>
                <a:latin typeface="Arial"/>
                <a:ea typeface="Arial"/>
                <a:cs typeface="Arial"/>
              </a:defRPr>
            </a:lvl4pPr>
            <a:lvl5pPr algn="l">
              <a:buNone/>
              <a:defRPr sz="5250" b="1">
                <a:solidFill>
                  <a:srgbClr val="087E78"/>
                </a:solidFill>
                <a:latin typeface="Arial"/>
                <a:ea typeface="Arial"/>
                <a:cs typeface="Arial"/>
              </a:defRPr>
            </a:lvl5pPr>
            <a:lvl6pPr algn="l">
              <a:buNone/>
              <a:defRPr sz="5250" b="1">
                <a:solidFill>
                  <a:srgbClr val="087E78"/>
                </a:solidFill>
                <a:latin typeface="Arial"/>
                <a:ea typeface="Arial"/>
                <a:cs typeface="Arial"/>
              </a:defRPr>
            </a:lvl6pPr>
            <a:lvl7pPr algn="l">
              <a:buNone/>
              <a:defRPr sz="5250" b="1">
                <a:solidFill>
                  <a:srgbClr val="087E78"/>
                </a:solidFill>
                <a:latin typeface="Arial"/>
                <a:ea typeface="Arial"/>
                <a:cs typeface="Arial"/>
              </a:defRPr>
            </a:lvl7pPr>
            <a:lvl8pPr algn="l">
              <a:buNone/>
              <a:defRPr sz="5250" b="1">
                <a:solidFill>
                  <a:srgbClr val="087E78"/>
                </a:solidFill>
                <a:latin typeface="Arial"/>
                <a:ea typeface="Arial"/>
                <a:cs typeface="Arial"/>
              </a:defRPr>
            </a:lvl8pPr>
            <a:lvl9pPr algn="l">
              <a:buNone/>
              <a:defRPr sz="5250" b="1">
                <a:solidFill>
                  <a:srgbClr val="087E78"/>
                </a:solidFill>
                <a:latin typeface="Arial"/>
                <a:ea typeface="Arial"/>
                <a:cs typeface="Arial"/>
              </a:defRPr>
            </a:lvl9pPr>
          </a:lstStyle>
          <a:p xmlns:a="http://schemas.openxmlformats.org/drawingml/2006/main">
            <a:pPr algn="l">
              <a:buNone/>
              <a:defRPr sz="5250" b="1">
                <a:solidFill>
                  <a:srgbClr val="087E78"/>
                </a:solidFill>
                <a:latin typeface="Arial"/>
                <a:ea typeface="Arial"/>
                <a:cs typeface="Arial"/>
              </a:defRPr>
            </a:pPr>
            <a:r>
              <a:rPr sz="5250" b="1">
                <a:solidFill>
                  <a:srgbClr val="087E78"/>
                </a:solidFill>
                <a:latin typeface="Arial"/>
                <a:ea typeface="Arial"/>
                <a:cs typeface="Arial"/>
              </a:rPr>
              <a:t>0.527</a:t>
            </a:r>
          </a:p>
        </p:txBody>
      </p:sp>
      <p:sp>
        <p:nvSpPr>
          <p:cNvPr id="7" name="Shaped AUC&#10;95% interval&#10;0.358 to 0.696">
            <a:extLst xmlns:a="http://schemas.openxmlformats.org/drawingml/2006/main">
              <a:ext uri="{FF2B5EF4-FFF2-40B4-BE49-F238E27FC236}">
                <a16:creationId xmlns:a16="http://schemas.microsoft.com/office/drawing/2014/main" id="{D6D1837A-6965-418D-B6F5-282E1403236D}"/>
              </a:ext>
            </a:extLst>
          </p:cNvPr>
          <p:cNvSpPr>
            <a:spLocks xmlns:a="http://schemas.openxmlformats.org/drawingml/2006/main" noGrp="1"/>
          </p:cNvSpPr>
          <p:nvPr/>
        </p:nvSpPr>
        <p:spPr>
          <a:xfrm xmlns:a="http://schemas.openxmlformats.org/drawingml/2006/main">
            <a:off x="8772525" y="3590925"/>
            <a:ext cx="2714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buNone/>
              <a:defRPr sz="1875" b="0">
                <a:solidFill>
                  <a:srgbClr val="52616F"/>
                </a:solidFill>
                <a:latin typeface="Arial"/>
                <a:ea typeface="Arial"/>
                <a:cs typeface="Arial"/>
              </a:defRPr>
            </a:lvl1pPr>
            <a:lvl2pPr algn="l">
              <a:buNone/>
              <a:defRPr sz="1875" b="0">
                <a:solidFill>
                  <a:srgbClr val="52616F"/>
                </a:solidFill>
                <a:latin typeface="Arial"/>
                <a:ea typeface="Arial"/>
                <a:cs typeface="Arial"/>
              </a:defRPr>
            </a:lvl2pPr>
            <a:lvl3pPr algn="l">
              <a:buNone/>
              <a:defRPr sz="1875" b="0">
                <a:solidFill>
                  <a:srgbClr val="52616F"/>
                </a:solidFill>
                <a:latin typeface="Arial"/>
                <a:ea typeface="Arial"/>
                <a:cs typeface="Arial"/>
              </a:defRPr>
            </a:lvl3pPr>
            <a:lvl4pPr algn="l">
              <a:buNone/>
              <a:defRPr sz="1875" b="0">
                <a:solidFill>
                  <a:srgbClr val="52616F"/>
                </a:solidFill>
                <a:latin typeface="Arial"/>
                <a:ea typeface="Arial"/>
                <a:cs typeface="Arial"/>
              </a:defRPr>
            </a:lvl4pPr>
            <a:lvl5pPr algn="l">
              <a:buNone/>
              <a:defRPr sz="1875" b="0">
                <a:solidFill>
                  <a:srgbClr val="52616F"/>
                </a:solidFill>
                <a:latin typeface="Arial"/>
                <a:ea typeface="Arial"/>
                <a:cs typeface="Arial"/>
              </a:defRPr>
            </a:lvl5pPr>
            <a:lvl6pPr algn="l">
              <a:buNone/>
              <a:defRPr sz="1875" b="0">
                <a:solidFill>
                  <a:srgbClr val="52616F"/>
                </a:solidFill>
                <a:latin typeface="Arial"/>
                <a:ea typeface="Arial"/>
                <a:cs typeface="Arial"/>
              </a:defRPr>
            </a:lvl6pPr>
            <a:lvl7pPr algn="l">
              <a:buNone/>
              <a:defRPr sz="1875" b="0">
                <a:solidFill>
                  <a:srgbClr val="52616F"/>
                </a:solidFill>
                <a:latin typeface="Arial"/>
                <a:ea typeface="Arial"/>
                <a:cs typeface="Arial"/>
              </a:defRPr>
            </a:lvl7pPr>
            <a:lvl8pPr algn="l">
              <a:buNone/>
              <a:defRPr sz="1875" b="0">
                <a:solidFill>
                  <a:srgbClr val="52616F"/>
                </a:solidFill>
                <a:latin typeface="Arial"/>
                <a:ea typeface="Arial"/>
                <a:cs typeface="Arial"/>
              </a:defRPr>
            </a:lvl8pPr>
            <a:lvl9pPr algn="l">
              <a:buNone/>
              <a:defRPr sz="1875" b="0">
                <a:solidFill>
                  <a:srgbClr val="52616F"/>
                </a:solidFill>
                <a:latin typeface="Arial"/>
                <a:ea typeface="Arial"/>
                <a:cs typeface="Arial"/>
              </a:defRPr>
            </a:lvl9pPr>
          </a:lstStyle>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Shaped AUC</a:t>
            </a:r>
          </a:p>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95% interval</a:t>
            </a:r>
          </a:p>
          <a:p xmlns:a="http://schemas.openxmlformats.org/drawingml/2006/main">
            <a:pPr algn="l">
              <a:buNone/>
              <a:defRPr sz="1875" b="0">
                <a:solidFill>
                  <a:srgbClr val="52616F"/>
                </a:solidFill>
                <a:latin typeface="Arial"/>
                <a:ea typeface="Arial"/>
                <a:cs typeface="Arial"/>
              </a:defRPr>
            </a:pPr>
            <a:r>
              <a:rPr sz="1875" b="0">
                <a:solidFill>
                  <a:srgbClr val="52616F"/>
                </a:solidFill>
                <a:latin typeface="Arial"/>
                <a:ea typeface="Arial"/>
                <a:cs typeface="Arial"/>
              </a:rPr>
              <a:t>0.358 to 0.696</a:t>
            </a:r>
          </a:p>
        </p:txBody>
      </p:sp>
      <p:sp>
        <p:nvSpPr>
          <p:cNvPr id="8" name="0.5 indicates chance-level classification.&#10;This exploratory result doe">
            <a:extLst xmlns:a="http://schemas.openxmlformats.org/drawingml/2006/main">
              <a:ext uri="{FF2B5EF4-FFF2-40B4-BE49-F238E27FC236}">
                <a16:creationId xmlns:a16="http://schemas.microsoft.com/office/drawing/2014/main" id="{85BF110C-BB07-4FBF-8D16-A68E336FEB74}"/>
              </a:ext>
            </a:extLst>
          </p:cNvPr>
          <p:cNvSpPr>
            <a:spLocks xmlns:a="http://schemas.openxmlformats.org/drawingml/2006/main" noGrp="1"/>
          </p:cNvSpPr>
          <p:nvPr/>
        </p:nvSpPr>
        <p:spPr>
          <a:xfrm xmlns:a="http://schemas.openxmlformats.org/drawingml/2006/main">
            <a:off x="619125" y="55054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A1420"/>
                </a:solidFill>
                <a:latin typeface="Arial"/>
                <a:ea typeface="Arial"/>
                <a:cs typeface="Arial"/>
              </a:defRPr>
            </a:defPPr>
            <a:lvl1pPr algn="l">
              <a:buNone/>
              <a:defRPr sz="1950" b="1">
                <a:solidFill>
                  <a:srgbClr val="0A1420"/>
                </a:solidFill>
                <a:latin typeface="Arial"/>
                <a:ea typeface="Arial"/>
                <a:cs typeface="Arial"/>
              </a:defRPr>
            </a:lvl1pPr>
            <a:lvl2pPr algn="l">
              <a:buNone/>
              <a:defRPr sz="1950" b="1">
                <a:solidFill>
                  <a:srgbClr val="0A1420"/>
                </a:solidFill>
                <a:latin typeface="Arial"/>
                <a:ea typeface="Arial"/>
                <a:cs typeface="Arial"/>
              </a:defRPr>
            </a:lvl2pPr>
            <a:lvl3pPr algn="l">
              <a:buNone/>
              <a:defRPr sz="1950" b="1">
                <a:solidFill>
                  <a:srgbClr val="0A1420"/>
                </a:solidFill>
                <a:latin typeface="Arial"/>
                <a:ea typeface="Arial"/>
                <a:cs typeface="Arial"/>
              </a:defRPr>
            </a:lvl3pPr>
            <a:lvl4pPr algn="l">
              <a:buNone/>
              <a:defRPr sz="1950" b="1">
                <a:solidFill>
                  <a:srgbClr val="0A1420"/>
                </a:solidFill>
                <a:latin typeface="Arial"/>
                <a:ea typeface="Arial"/>
                <a:cs typeface="Arial"/>
              </a:defRPr>
            </a:lvl4pPr>
            <a:lvl5pPr algn="l">
              <a:buNone/>
              <a:defRPr sz="1950" b="1">
                <a:solidFill>
                  <a:srgbClr val="0A1420"/>
                </a:solidFill>
                <a:latin typeface="Arial"/>
                <a:ea typeface="Arial"/>
                <a:cs typeface="Arial"/>
              </a:defRPr>
            </a:lvl5pPr>
            <a:lvl6pPr algn="l">
              <a:buNone/>
              <a:defRPr sz="1950" b="1">
                <a:solidFill>
                  <a:srgbClr val="0A1420"/>
                </a:solidFill>
                <a:latin typeface="Arial"/>
                <a:ea typeface="Arial"/>
                <a:cs typeface="Arial"/>
              </a:defRPr>
            </a:lvl6pPr>
            <a:lvl7pPr algn="l">
              <a:buNone/>
              <a:defRPr sz="1950" b="1">
                <a:solidFill>
                  <a:srgbClr val="0A1420"/>
                </a:solidFill>
                <a:latin typeface="Arial"/>
                <a:ea typeface="Arial"/>
                <a:cs typeface="Arial"/>
              </a:defRPr>
            </a:lvl7pPr>
            <a:lvl8pPr algn="l">
              <a:buNone/>
              <a:defRPr sz="1950" b="1">
                <a:solidFill>
                  <a:srgbClr val="0A1420"/>
                </a:solidFill>
                <a:latin typeface="Arial"/>
                <a:ea typeface="Arial"/>
                <a:cs typeface="Arial"/>
              </a:defRPr>
            </a:lvl8pPr>
            <a:lvl9pPr algn="l">
              <a:buNone/>
              <a:defRPr sz="1950" b="1">
                <a:solidFill>
                  <a:srgbClr val="0A1420"/>
                </a:solidFill>
                <a:latin typeface="Arial"/>
                <a:ea typeface="Arial"/>
                <a:cs typeface="Arial"/>
              </a:defRPr>
            </a:lvl9pPr>
          </a:lstStyle>
          <a:p xmlns:a="http://schemas.openxmlformats.org/drawingml/2006/main">
            <a:pPr algn="l">
              <a:buNone/>
              <a:defRPr sz="1950" b="1">
                <a:solidFill>
                  <a:srgbClr val="0A1420"/>
                </a:solidFill>
                <a:latin typeface="Arial"/>
                <a:ea typeface="Arial"/>
                <a:cs typeface="Arial"/>
              </a:defRPr>
            </a:pPr>
            <a:r>
              <a:rPr sz="1950" b="1">
                <a:solidFill>
                  <a:srgbClr val="0A1420"/>
                </a:solidFill>
                <a:latin typeface="Arial"/>
                <a:ea typeface="Arial"/>
                <a:cs typeface="Arial"/>
              </a:rPr>
              <a:t>0.5 indicates chance-level classification.</a:t>
            </a:r>
          </a:p>
          <a:p xmlns:a="http://schemas.openxmlformats.org/drawingml/2006/main">
            <a:pPr algn="l">
              <a:buNone/>
              <a:defRPr sz="1950" b="1">
                <a:solidFill>
                  <a:srgbClr val="0A1420"/>
                </a:solidFill>
                <a:latin typeface="Arial"/>
                <a:ea typeface="Arial"/>
                <a:cs typeface="Arial"/>
              </a:defRPr>
            </a:pPr>
            <a:r>
              <a:rPr sz="1950" b="1">
                <a:solidFill>
                  <a:srgbClr val="0A1420"/>
                </a:solidFill>
                <a:latin typeface="Arial"/>
                <a:ea typeface="Arial"/>
                <a:cs typeface="Arial"/>
              </a:rPr>
              <a:t>This exploratory result does not establish zero leakage.</a:t>
            </a:r>
          </a:p>
        </p:txBody>
      </p:sp>
      <p:sp>
        <p:nvSpPr>
          <p:cNvPr id="9" name="Frozen controls: 61-second release floor, 60-second execution deadline">
            <a:extLst xmlns:a="http://schemas.openxmlformats.org/drawingml/2006/main">
              <a:ext uri="{FF2B5EF4-FFF2-40B4-BE49-F238E27FC236}">
                <a16:creationId xmlns:a16="http://schemas.microsoft.com/office/drawing/2014/main" id="{1DA0C747-F324-4B02-A80A-4727039DC891}"/>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buNone/>
              <a:defRPr sz="1350" b="0">
                <a:solidFill>
                  <a:srgbClr val="52616F"/>
                </a:solidFill>
                <a:latin typeface="Arial"/>
                <a:ea typeface="Arial"/>
                <a:cs typeface="Arial"/>
              </a:defRPr>
            </a:lvl1pPr>
            <a:lvl2pPr algn="l">
              <a:buNone/>
              <a:defRPr sz="1350" b="0">
                <a:solidFill>
                  <a:srgbClr val="52616F"/>
                </a:solidFill>
                <a:latin typeface="Arial"/>
                <a:ea typeface="Arial"/>
                <a:cs typeface="Arial"/>
              </a:defRPr>
            </a:lvl2pPr>
            <a:lvl3pPr algn="l">
              <a:buNone/>
              <a:defRPr sz="1350" b="0">
                <a:solidFill>
                  <a:srgbClr val="52616F"/>
                </a:solidFill>
                <a:latin typeface="Arial"/>
                <a:ea typeface="Arial"/>
                <a:cs typeface="Arial"/>
              </a:defRPr>
            </a:lvl3pPr>
            <a:lvl4pPr algn="l">
              <a:buNone/>
              <a:defRPr sz="1350" b="0">
                <a:solidFill>
                  <a:srgbClr val="52616F"/>
                </a:solidFill>
                <a:latin typeface="Arial"/>
                <a:ea typeface="Arial"/>
                <a:cs typeface="Arial"/>
              </a:defRPr>
            </a:lvl4pPr>
            <a:lvl5pPr algn="l">
              <a:buNone/>
              <a:defRPr sz="1350" b="0">
                <a:solidFill>
                  <a:srgbClr val="52616F"/>
                </a:solidFill>
                <a:latin typeface="Arial"/>
                <a:ea typeface="Arial"/>
                <a:cs typeface="Arial"/>
              </a:defRPr>
            </a:lvl5pPr>
            <a:lvl6pPr algn="l">
              <a:buNone/>
              <a:defRPr sz="1350" b="0">
                <a:solidFill>
                  <a:srgbClr val="52616F"/>
                </a:solidFill>
                <a:latin typeface="Arial"/>
                <a:ea typeface="Arial"/>
                <a:cs typeface="Arial"/>
              </a:defRPr>
            </a:lvl6pPr>
            <a:lvl7pPr algn="l">
              <a:buNone/>
              <a:defRPr sz="1350" b="0">
                <a:solidFill>
                  <a:srgbClr val="52616F"/>
                </a:solidFill>
                <a:latin typeface="Arial"/>
                <a:ea typeface="Arial"/>
                <a:cs typeface="Arial"/>
              </a:defRPr>
            </a:lvl7pPr>
            <a:lvl8pPr algn="l">
              <a:buNone/>
              <a:defRPr sz="1350" b="0">
                <a:solidFill>
                  <a:srgbClr val="52616F"/>
                </a:solidFill>
                <a:latin typeface="Arial"/>
                <a:ea typeface="Arial"/>
                <a:cs typeface="Arial"/>
              </a:defRPr>
            </a:lvl8pPr>
            <a:lvl9pPr algn="l">
              <a:buNone/>
              <a:defRPr sz="1350" b="0">
                <a:solidFill>
                  <a:srgbClr val="52616F"/>
                </a:solidFill>
                <a:latin typeface="Arial"/>
                <a:ea typeface="Arial"/>
                <a:cs typeface="Arial"/>
              </a:defRPr>
            </a:lvl9pPr>
          </a:lstStyle>
          <a:p xmlns:a="http://schemas.openxmlformats.org/drawingml/2006/main">
            <a:pPr algn="l">
              <a:buNone/>
              <a:defRPr sz="1350" b="0">
                <a:solidFill>
                  <a:srgbClr val="52616F"/>
                </a:solidFill>
                <a:latin typeface="Arial"/>
                <a:ea typeface="Arial"/>
                <a:cs typeface="Arial"/>
              </a:defRPr>
            </a:pPr>
            <a:r>
              <a:rPr sz="1350" b="0">
                <a:solidFill>
                  <a:srgbClr val="52616F"/>
                </a:solidFill>
                <a:latin typeface="Arial"/>
                <a:ea typeface="Arial"/>
                <a:cs typeface="Arial"/>
              </a:rPr>
              <a:t>Frozen controls: 61-second release floor, 60-second execution deadline and 16,384-byte response bodies.</a:t>
            </a:r>
          </a:p>
        </p:txBody>
      </p:sp>
    </p:spTree>
    <p:extLst>
      <p:ext uri="{BB962C8B-B14F-4D97-AF65-F5344CB8AC3E}">
        <p14:creationId xmlns:p14="http://schemas.microsoft.com/office/powerpoint/2010/main" val="1882804100"/>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Validation of the public source snapshot">
            <a:extLst xmlns:a="http://schemas.openxmlformats.org/drawingml/2006/main">
              <a:ext uri="{FF2B5EF4-FFF2-40B4-BE49-F238E27FC236}">
                <a16:creationId xmlns:a16="http://schemas.microsoft.com/office/drawing/2014/main" id="{328333D1-D062-4C6E-90C6-6680839BC005}"/>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Validation of the public source snapshot</a:t>
            </a:r>
          </a:p>
        </p:txBody>
      </p:sp>
      <p:sp>
        <p:nvSpPr>
          <p:cNvPr id="3" name="08">
            <a:extLst xmlns:a="http://schemas.openxmlformats.org/drawingml/2006/main">
              <a:ext uri="{FF2B5EF4-FFF2-40B4-BE49-F238E27FC236}">
                <a16:creationId xmlns:a16="http://schemas.microsoft.com/office/drawing/2014/main" id="{7515279D-C915-4425-B84C-41820A1C1C8B}"/>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08</a:t>
            </a:r>
          </a:p>
        </p:txBody>
      </p:sp>
      <p:sp>
        <p:nvSpPr>
          <p:cNvPr id="4" name="12">
            <a:extLst xmlns:a="http://schemas.openxmlformats.org/drawingml/2006/main">
              <a:ext uri="{FF2B5EF4-FFF2-40B4-BE49-F238E27FC236}">
                <a16:creationId xmlns:a16="http://schemas.microsoft.com/office/drawing/2014/main" id="{2629376A-AF56-4A0B-973F-DE2408859B23}"/>
              </a:ext>
            </a:extLst>
          </p:cNvPr>
          <p:cNvSpPr>
            <a:spLocks xmlns:a="http://schemas.openxmlformats.org/drawingml/2006/main" noGrp="1"/>
          </p:cNvSpPr>
          <p:nvPr/>
        </p:nvSpPr>
        <p:spPr>
          <a:xfrm xmlns:a="http://schemas.openxmlformats.org/drawingml/2006/main">
            <a:off x="619125" y="1809750"/>
            <a:ext cx="276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87E78"/>
                </a:solidFill>
                <a:latin typeface="Arial"/>
                <a:ea typeface="Arial"/>
                <a:cs typeface="Arial"/>
              </a:defRPr>
            </a:defPPr>
            <a:lvl1pPr algn="l">
              <a:buNone/>
              <a:defRPr sz="6900" b="1">
                <a:solidFill>
                  <a:srgbClr val="087E78"/>
                </a:solidFill>
                <a:latin typeface="Arial"/>
                <a:ea typeface="Arial"/>
                <a:cs typeface="Arial"/>
              </a:defRPr>
            </a:lvl1pPr>
            <a:lvl2pPr algn="l">
              <a:buNone/>
              <a:defRPr sz="6900" b="1">
                <a:solidFill>
                  <a:srgbClr val="087E78"/>
                </a:solidFill>
                <a:latin typeface="Arial"/>
                <a:ea typeface="Arial"/>
                <a:cs typeface="Arial"/>
              </a:defRPr>
            </a:lvl2pPr>
            <a:lvl3pPr algn="l">
              <a:buNone/>
              <a:defRPr sz="6900" b="1">
                <a:solidFill>
                  <a:srgbClr val="087E78"/>
                </a:solidFill>
                <a:latin typeface="Arial"/>
                <a:ea typeface="Arial"/>
                <a:cs typeface="Arial"/>
              </a:defRPr>
            </a:lvl3pPr>
            <a:lvl4pPr algn="l">
              <a:buNone/>
              <a:defRPr sz="6900" b="1">
                <a:solidFill>
                  <a:srgbClr val="087E78"/>
                </a:solidFill>
                <a:latin typeface="Arial"/>
                <a:ea typeface="Arial"/>
                <a:cs typeface="Arial"/>
              </a:defRPr>
            </a:lvl4pPr>
            <a:lvl5pPr algn="l">
              <a:buNone/>
              <a:defRPr sz="6900" b="1">
                <a:solidFill>
                  <a:srgbClr val="087E78"/>
                </a:solidFill>
                <a:latin typeface="Arial"/>
                <a:ea typeface="Arial"/>
                <a:cs typeface="Arial"/>
              </a:defRPr>
            </a:lvl5pPr>
            <a:lvl6pPr algn="l">
              <a:buNone/>
              <a:defRPr sz="6900" b="1">
                <a:solidFill>
                  <a:srgbClr val="087E78"/>
                </a:solidFill>
                <a:latin typeface="Arial"/>
                <a:ea typeface="Arial"/>
                <a:cs typeface="Arial"/>
              </a:defRPr>
            </a:lvl6pPr>
            <a:lvl7pPr algn="l">
              <a:buNone/>
              <a:defRPr sz="6900" b="1">
                <a:solidFill>
                  <a:srgbClr val="087E78"/>
                </a:solidFill>
                <a:latin typeface="Arial"/>
                <a:ea typeface="Arial"/>
                <a:cs typeface="Arial"/>
              </a:defRPr>
            </a:lvl7pPr>
            <a:lvl8pPr algn="l">
              <a:buNone/>
              <a:defRPr sz="6900" b="1">
                <a:solidFill>
                  <a:srgbClr val="087E78"/>
                </a:solidFill>
                <a:latin typeface="Arial"/>
                <a:ea typeface="Arial"/>
                <a:cs typeface="Arial"/>
              </a:defRPr>
            </a:lvl8pPr>
            <a:lvl9pPr algn="l">
              <a:buNone/>
              <a:defRPr sz="6900" b="1">
                <a:solidFill>
                  <a:srgbClr val="087E78"/>
                </a:solidFill>
                <a:latin typeface="Arial"/>
                <a:ea typeface="Arial"/>
                <a:cs typeface="Arial"/>
              </a:defRPr>
            </a:lvl9pPr>
          </a:lstStyle>
          <a:p xmlns:a="http://schemas.openxmlformats.org/drawingml/2006/main">
            <a:pPr algn="l">
              <a:buNone/>
              <a:defRPr sz="6900" b="1">
                <a:solidFill>
                  <a:srgbClr val="087E78"/>
                </a:solidFill>
                <a:latin typeface="Arial"/>
                <a:ea typeface="Arial"/>
                <a:cs typeface="Arial"/>
              </a:defRPr>
            </a:pPr>
            <a:r>
              <a:rPr sz="6900" b="1">
                <a:solidFill>
                  <a:srgbClr val="087E78"/>
                </a:solidFill>
                <a:latin typeface="Arial"/>
                <a:ea typeface="Arial"/>
                <a:cs typeface="Arial"/>
              </a:rPr>
              <a:t>12</a:t>
            </a:r>
          </a:p>
        </p:txBody>
      </p:sp>
      <p:sp>
        <p:nvSpPr>
          <p:cNvPr id="5" name="real model calls">
            <a:extLst xmlns:a="http://schemas.openxmlformats.org/drawingml/2006/main">
              <a:ext uri="{FF2B5EF4-FFF2-40B4-BE49-F238E27FC236}">
                <a16:creationId xmlns:a16="http://schemas.microsoft.com/office/drawing/2014/main" id="{F1FBE9EB-8663-4A6C-8F8F-A5CB6D5FA52C}"/>
              </a:ext>
            </a:extLst>
          </p:cNvPr>
          <p:cNvSpPr>
            <a:spLocks xmlns:a="http://schemas.openxmlformats.org/drawingml/2006/main" noGrp="1"/>
          </p:cNvSpPr>
          <p:nvPr/>
        </p:nvSpPr>
        <p:spPr>
          <a:xfrm xmlns:a="http://schemas.openxmlformats.org/drawingml/2006/main">
            <a:off x="619125" y="30956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real model calls</a:t>
            </a:r>
          </a:p>
        </p:txBody>
      </p:sp>
      <p:sp>
        <p:nvSpPr>
          <p:cNvPr id="6" name="6 calibration + 6 demo">
            <a:extLst xmlns:a="http://schemas.openxmlformats.org/drawingml/2006/main">
              <a:ext uri="{FF2B5EF4-FFF2-40B4-BE49-F238E27FC236}">
                <a16:creationId xmlns:a16="http://schemas.microsoft.com/office/drawing/2014/main" id="{EC8029D1-4130-44F5-AB57-8F286F528751}"/>
              </a:ext>
            </a:extLst>
          </p:cNvPr>
          <p:cNvSpPr>
            <a:spLocks xmlns:a="http://schemas.openxmlformats.org/drawingml/2006/main" noGrp="1"/>
          </p:cNvSpPr>
          <p:nvPr/>
        </p:nvSpPr>
        <p:spPr>
          <a:xfrm xmlns:a="http://schemas.openxmlformats.org/drawingml/2006/main">
            <a:off x="619125" y="3638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6 calibration + 6 demo</a:t>
            </a:r>
          </a:p>
        </p:txBody>
      </p:sp>
      <p:sp>
        <p:nvSpPr>
          <p:cNvPr id="7" name="548">
            <a:extLst xmlns:a="http://schemas.openxmlformats.org/drawingml/2006/main">
              <a:ext uri="{FF2B5EF4-FFF2-40B4-BE49-F238E27FC236}">
                <a16:creationId xmlns:a16="http://schemas.microsoft.com/office/drawing/2014/main" id="{1B480EA8-7700-48AD-9DD4-726F22BE7D6E}"/>
              </a:ext>
            </a:extLst>
          </p:cNvPr>
          <p:cNvSpPr>
            <a:spLocks xmlns:a="http://schemas.openxmlformats.org/drawingml/2006/main" noGrp="1"/>
          </p:cNvSpPr>
          <p:nvPr/>
        </p:nvSpPr>
        <p:spPr>
          <a:xfrm xmlns:a="http://schemas.openxmlformats.org/drawingml/2006/main">
            <a:off x="4476750" y="18097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87E78"/>
                </a:solidFill>
                <a:latin typeface="Arial"/>
                <a:ea typeface="Arial"/>
                <a:cs typeface="Arial"/>
              </a:defRPr>
            </a:defPPr>
            <a:lvl1pPr algn="l">
              <a:buNone/>
              <a:defRPr sz="6900" b="1">
                <a:solidFill>
                  <a:srgbClr val="087E78"/>
                </a:solidFill>
                <a:latin typeface="Arial"/>
                <a:ea typeface="Arial"/>
                <a:cs typeface="Arial"/>
              </a:defRPr>
            </a:lvl1pPr>
            <a:lvl2pPr algn="l">
              <a:buNone/>
              <a:defRPr sz="6900" b="1">
                <a:solidFill>
                  <a:srgbClr val="087E78"/>
                </a:solidFill>
                <a:latin typeface="Arial"/>
                <a:ea typeface="Arial"/>
                <a:cs typeface="Arial"/>
              </a:defRPr>
            </a:lvl2pPr>
            <a:lvl3pPr algn="l">
              <a:buNone/>
              <a:defRPr sz="6900" b="1">
                <a:solidFill>
                  <a:srgbClr val="087E78"/>
                </a:solidFill>
                <a:latin typeface="Arial"/>
                <a:ea typeface="Arial"/>
                <a:cs typeface="Arial"/>
              </a:defRPr>
            </a:lvl3pPr>
            <a:lvl4pPr algn="l">
              <a:buNone/>
              <a:defRPr sz="6900" b="1">
                <a:solidFill>
                  <a:srgbClr val="087E78"/>
                </a:solidFill>
                <a:latin typeface="Arial"/>
                <a:ea typeface="Arial"/>
                <a:cs typeface="Arial"/>
              </a:defRPr>
            </a:lvl4pPr>
            <a:lvl5pPr algn="l">
              <a:buNone/>
              <a:defRPr sz="6900" b="1">
                <a:solidFill>
                  <a:srgbClr val="087E78"/>
                </a:solidFill>
                <a:latin typeface="Arial"/>
                <a:ea typeface="Arial"/>
                <a:cs typeface="Arial"/>
              </a:defRPr>
            </a:lvl5pPr>
            <a:lvl6pPr algn="l">
              <a:buNone/>
              <a:defRPr sz="6900" b="1">
                <a:solidFill>
                  <a:srgbClr val="087E78"/>
                </a:solidFill>
                <a:latin typeface="Arial"/>
                <a:ea typeface="Arial"/>
                <a:cs typeface="Arial"/>
              </a:defRPr>
            </a:lvl6pPr>
            <a:lvl7pPr algn="l">
              <a:buNone/>
              <a:defRPr sz="6900" b="1">
                <a:solidFill>
                  <a:srgbClr val="087E78"/>
                </a:solidFill>
                <a:latin typeface="Arial"/>
                <a:ea typeface="Arial"/>
                <a:cs typeface="Arial"/>
              </a:defRPr>
            </a:lvl7pPr>
            <a:lvl8pPr algn="l">
              <a:buNone/>
              <a:defRPr sz="6900" b="1">
                <a:solidFill>
                  <a:srgbClr val="087E78"/>
                </a:solidFill>
                <a:latin typeface="Arial"/>
                <a:ea typeface="Arial"/>
                <a:cs typeface="Arial"/>
              </a:defRPr>
            </a:lvl8pPr>
            <a:lvl9pPr algn="l">
              <a:buNone/>
              <a:defRPr sz="6900" b="1">
                <a:solidFill>
                  <a:srgbClr val="087E78"/>
                </a:solidFill>
                <a:latin typeface="Arial"/>
                <a:ea typeface="Arial"/>
                <a:cs typeface="Arial"/>
              </a:defRPr>
            </a:lvl9pPr>
          </a:lstStyle>
          <a:p xmlns:a="http://schemas.openxmlformats.org/drawingml/2006/main">
            <a:pPr algn="l">
              <a:buNone/>
              <a:defRPr sz="6900" b="1">
                <a:solidFill>
                  <a:srgbClr val="087E78"/>
                </a:solidFill>
                <a:latin typeface="Arial"/>
                <a:ea typeface="Arial"/>
                <a:cs typeface="Arial"/>
              </a:defRPr>
            </a:pPr>
            <a:r>
              <a:rPr sz="6900" b="1">
                <a:solidFill>
                  <a:srgbClr val="087E78"/>
                </a:solidFill>
                <a:latin typeface="Arial"/>
                <a:ea typeface="Arial"/>
                <a:cs typeface="Arial"/>
              </a:rPr>
              <a:t>548</a:t>
            </a:r>
          </a:p>
        </p:txBody>
      </p:sp>
      <p:sp>
        <p:nvSpPr>
          <p:cNvPr id="8" name="application tests passed">
            <a:extLst xmlns:a="http://schemas.openxmlformats.org/drawingml/2006/main">
              <a:ext uri="{FF2B5EF4-FFF2-40B4-BE49-F238E27FC236}">
                <a16:creationId xmlns:a16="http://schemas.microsoft.com/office/drawing/2014/main" id="{CD0200D6-D194-455F-81AD-2DFACE440F2D}"/>
              </a:ext>
            </a:extLst>
          </p:cNvPr>
          <p:cNvSpPr>
            <a:spLocks xmlns:a="http://schemas.openxmlformats.org/drawingml/2006/main" noGrp="1"/>
          </p:cNvSpPr>
          <p:nvPr/>
        </p:nvSpPr>
        <p:spPr>
          <a:xfrm xmlns:a="http://schemas.openxmlformats.org/drawingml/2006/main">
            <a:off x="4476750" y="309562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application tests passed</a:t>
            </a:r>
          </a:p>
        </p:txBody>
      </p:sp>
      <p:sp>
        <p:nvSpPr>
          <p:cNvPr id="9" name="14 subtests passed">
            <a:extLst xmlns:a="http://schemas.openxmlformats.org/drawingml/2006/main">
              <a:ext uri="{FF2B5EF4-FFF2-40B4-BE49-F238E27FC236}">
                <a16:creationId xmlns:a16="http://schemas.microsoft.com/office/drawing/2014/main" id="{654F23AA-C4B7-4150-9116-5BD1148C3D50}"/>
              </a:ext>
            </a:extLst>
          </p:cNvPr>
          <p:cNvSpPr>
            <a:spLocks xmlns:a="http://schemas.openxmlformats.org/drawingml/2006/main" noGrp="1"/>
          </p:cNvSpPr>
          <p:nvPr/>
        </p:nvSpPr>
        <p:spPr>
          <a:xfrm xmlns:a="http://schemas.openxmlformats.org/drawingml/2006/main">
            <a:off x="4476750" y="40195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14 subtests passed</a:t>
            </a:r>
          </a:p>
        </p:txBody>
      </p:sp>
      <p:sp>
        <p:nvSpPr>
          <p:cNvPr id="10" name="PASS">
            <a:extLst xmlns:a="http://schemas.openxmlformats.org/drawingml/2006/main">
              <a:ext uri="{FF2B5EF4-FFF2-40B4-BE49-F238E27FC236}">
                <a16:creationId xmlns:a16="http://schemas.microsoft.com/office/drawing/2014/main" id="{F3D261A4-602C-465D-A5BF-3AF48D0A3E44}"/>
              </a:ext>
            </a:extLst>
          </p:cNvPr>
          <p:cNvSpPr>
            <a:spLocks xmlns:a="http://schemas.openxmlformats.org/drawingml/2006/main" noGrp="1"/>
          </p:cNvSpPr>
          <p:nvPr/>
        </p:nvSpPr>
        <p:spPr>
          <a:xfrm xmlns:a="http://schemas.openxmlformats.org/drawingml/2006/main">
            <a:off x="8715375" y="19716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087E78"/>
                </a:solidFill>
                <a:latin typeface="Arial"/>
                <a:ea typeface="Arial"/>
                <a:cs typeface="Arial"/>
              </a:defRPr>
            </a:defPPr>
            <a:lvl1pPr algn="l">
              <a:buNone/>
              <a:defRPr sz="5025" b="1">
                <a:solidFill>
                  <a:srgbClr val="087E78"/>
                </a:solidFill>
                <a:latin typeface="Arial"/>
                <a:ea typeface="Arial"/>
                <a:cs typeface="Arial"/>
              </a:defRPr>
            </a:lvl1pPr>
            <a:lvl2pPr algn="l">
              <a:buNone/>
              <a:defRPr sz="5025" b="1">
                <a:solidFill>
                  <a:srgbClr val="087E78"/>
                </a:solidFill>
                <a:latin typeface="Arial"/>
                <a:ea typeface="Arial"/>
                <a:cs typeface="Arial"/>
              </a:defRPr>
            </a:lvl2pPr>
            <a:lvl3pPr algn="l">
              <a:buNone/>
              <a:defRPr sz="5025" b="1">
                <a:solidFill>
                  <a:srgbClr val="087E78"/>
                </a:solidFill>
                <a:latin typeface="Arial"/>
                <a:ea typeface="Arial"/>
                <a:cs typeface="Arial"/>
              </a:defRPr>
            </a:lvl3pPr>
            <a:lvl4pPr algn="l">
              <a:buNone/>
              <a:defRPr sz="5025" b="1">
                <a:solidFill>
                  <a:srgbClr val="087E78"/>
                </a:solidFill>
                <a:latin typeface="Arial"/>
                <a:ea typeface="Arial"/>
                <a:cs typeface="Arial"/>
              </a:defRPr>
            </a:lvl4pPr>
            <a:lvl5pPr algn="l">
              <a:buNone/>
              <a:defRPr sz="5025" b="1">
                <a:solidFill>
                  <a:srgbClr val="087E78"/>
                </a:solidFill>
                <a:latin typeface="Arial"/>
                <a:ea typeface="Arial"/>
                <a:cs typeface="Arial"/>
              </a:defRPr>
            </a:lvl5pPr>
            <a:lvl6pPr algn="l">
              <a:buNone/>
              <a:defRPr sz="5025" b="1">
                <a:solidFill>
                  <a:srgbClr val="087E78"/>
                </a:solidFill>
                <a:latin typeface="Arial"/>
                <a:ea typeface="Arial"/>
                <a:cs typeface="Arial"/>
              </a:defRPr>
            </a:lvl6pPr>
            <a:lvl7pPr algn="l">
              <a:buNone/>
              <a:defRPr sz="5025" b="1">
                <a:solidFill>
                  <a:srgbClr val="087E78"/>
                </a:solidFill>
                <a:latin typeface="Arial"/>
                <a:ea typeface="Arial"/>
                <a:cs typeface="Arial"/>
              </a:defRPr>
            </a:lvl7pPr>
            <a:lvl8pPr algn="l">
              <a:buNone/>
              <a:defRPr sz="5025" b="1">
                <a:solidFill>
                  <a:srgbClr val="087E78"/>
                </a:solidFill>
                <a:latin typeface="Arial"/>
                <a:ea typeface="Arial"/>
                <a:cs typeface="Arial"/>
              </a:defRPr>
            </a:lvl8pPr>
            <a:lvl9pPr algn="l">
              <a:buNone/>
              <a:defRPr sz="5025" b="1">
                <a:solidFill>
                  <a:srgbClr val="087E78"/>
                </a:solidFill>
                <a:latin typeface="Arial"/>
                <a:ea typeface="Arial"/>
                <a:cs typeface="Arial"/>
              </a:defRPr>
            </a:lvl9pPr>
          </a:lstStyle>
          <a:p xmlns:a="http://schemas.openxmlformats.org/drawingml/2006/main">
            <a:pPr algn="l">
              <a:buNone/>
              <a:defRPr sz="5025" b="1">
                <a:solidFill>
                  <a:srgbClr val="087E78"/>
                </a:solidFill>
                <a:latin typeface="Arial"/>
                <a:ea typeface="Arial"/>
                <a:cs typeface="Arial"/>
              </a:defRPr>
            </a:pPr>
            <a:r>
              <a:rPr sz="5025" b="1">
                <a:solidFill>
                  <a:srgbClr val="087E78"/>
                </a:solidFill>
                <a:latin typeface="Arial"/>
                <a:ea typeface="Arial"/>
                <a:cs typeface="Arial"/>
              </a:rPr>
              <a:t>PASS</a:t>
            </a:r>
          </a:p>
        </p:txBody>
      </p:sp>
      <p:sp>
        <p:nvSpPr>
          <p:cNvPr id="11" name="offline verification">
            <a:extLst xmlns:a="http://schemas.openxmlformats.org/drawingml/2006/main">
              <a:ext uri="{FF2B5EF4-FFF2-40B4-BE49-F238E27FC236}">
                <a16:creationId xmlns:a16="http://schemas.microsoft.com/office/drawing/2014/main" id="{B3D6EBDD-57A1-44B8-8A33-957F7F44AC2B}"/>
              </a:ext>
            </a:extLst>
          </p:cNvPr>
          <p:cNvSpPr>
            <a:spLocks xmlns:a="http://schemas.openxmlformats.org/drawingml/2006/main" noGrp="1"/>
          </p:cNvSpPr>
          <p:nvPr/>
        </p:nvSpPr>
        <p:spPr>
          <a:xfrm xmlns:a="http://schemas.openxmlformats.org/drawingml/2006/main">
            <a:off x="8715375" y="3095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buNone/>
              <a:defRPr sz="2175" b="1">
                <a:solidFill>
                  <a:srgbClr val="0A1420"/>
                </a:solidFill>
                <a:latin typeface="Arial"/>
                <a:ea typeface="Arial"/>
                <a:cs typeface="Arial"/>
              </a:defRPr>
            </a:lvl1pPr>
            <a:lvl2pPr algn="l">
              <a:buNone/>
              <a:defRPr sz="2175" b="1">
                <a:solidFill>
                  <a:srgbClr val="0A1420"/>
                </a:solidFill>
                <a:latin typeface="Arial"/>
                <a:ea typeface="Arial"/>
                <a:cs typeface="Arial"/>
              </a:defRPr>
            </a:lvl2pPr>
            <a:lvl3pPr algn="l">
              <a:buNone/>
              <a:defRPr sz="2175" b="1">
                <a:solidFill>
                  <a:srgbClr val="0A1420"/>
                </a:solidFill>
                <a:latin typeface="Arial"/>
                <a:ea typeface="Arial"/>
                <a:cs typeface="Arial"/>
              </a:defRPr>
            </a:lvl3pPr>
            <a:lvl4pPr algn="l">
              <a:buNone/>
              <a:defRPr sz="2175" b="1">
                <a:solidFill>
                  <a:srgbClr val="0A1420"/>
                </a:solidFill>
                <a:latin typeface="Arial"/>
                <a:ea typeface="Arial"/>
                <a:cs typeface="Arial"/>
              </a:defRPr>
            </a:lvl4pPr>
            <a:lvl5pPr algn="l">
              <a:buNone/>
              <a:defRPr sz="2175" b="1">
                <a:solidFill>
                  <a:srgbClr val="0A1420"/>
                </a:solidFill>
                <a:latin typeface="Arial"/>
                <a:ea typeface="Arial"/>
                <a:cs typeface="Arial"/>
              </a:defRPr>
            </a:lvl5pPr>
            <a:lvl6pPr algn="l">
              <a:buNone/>
              <a:defRPr sz="2175" b="1">
                <a:solidFill>
                  <a:srgbClr val="0A1420"/>
                </a:solidFill>
                <a:latin typeface="Arial"/>
                <a:ea typeface="Arial"/>
                <a:cs typeface="Arial"/>
              </a:defRPr>
            </a:lvl6pPr>
            <a:lvl7pPr algn="l">
              <a:buNone/>
              <a:defRPr sz="2175" b="1">
                <a:solidFill>
                  <a:srgbClr val="0A1420"/>
                </a:solidFill>
                <a:latin typeface="Arial"/>
                <a:ea typeface="Arial"/>
                <a:cs typeface="Arial"/>
              </a:defRPr>
            </a:lvl7pPr>
            <a:lvl8pPr algn="l">
              <a:buNone/>
              <a:defRPr sz="2175" b="1">
                <a:solidFill>
                  <a:srgbClr val="0A1420"/>
                </a:solidFill>
                <a:latin typeface="Arial"/>
                <a:ea typeface="Arial"/>
                <a:cs typeface="Arial"/>
              </a:defRPr>
            </a:lvl8pPr>
            <a:lvl9pPr algn="l">
              <a:buNone/>
              <a:defRPr sz="2175" b="1">
                <a:solidFill>
                  <a:srgbClr val="0A1420"/>
                </a:solidFill>
                <a:latin typeface="Arial"/>
                <a:ea typeface="Arial"/>
                <a:cs typeface="Arial"/>
              </a:defRPr>
            </a:lvl9pPr>
          </a:lstStyle>
          <a:p xmlns:a="http://schemas.openxmlformats.org/drawingml/2006/main">
            <a:pPr algn="l">
              <a:buNone/>
              <a:defRPr sz="2175" b="1">
                <a:solidFill>
                  <a:srgbClr val="0A1420"/>
                </a:solidFill>
                <a:latin typeface="Arial"/>
                <a:ea typeface="Arial"/>
                <a:cs typeface="Arial"/>
              </a:defRPr>
            </a:pPr>
            <a:r>
              <a:rPr sz="2175" b="1">
                <a:solidFill>
                  <a:srgbClr val="0A1420"/>
                </a:solidFill>
                <a:latin typeface="Arial"/>
                <a:ea typeface="Arial"/>
                <a:cs typeface="Arial"/>
              </a:rPr>
              <a:t>offline verification</a:t>
            </a:r>
          </a:p>
        </p:txBody>
      </p:sp>
      <p:sp>
        <p:nvSpPr>
          <p:cNvPr id="12" name="Exit code 0">
            <a:extLst xmlns:a="http://schemas.openxmlformats.org/drawingml/2006/main">
              <a:ext uri="{FF2B5EF4-FFF2-40B4-BE49-F238E27FC236}">
                <a16:creationId xmlns:a16="http://schemas.microsoft.com/office/drawing/2014/main" id="{4E1F9749-9CE8-4CD8-B971-F129190AE047}"/>
              </a:ext>
            </a:extLst>
          </p:cNvPr>
          <p:cNvSpPr>
            <a:spLocks xmlns:a="http://schemas.openxmlformats.org/drawingml/2006/main" noGrp="1"/>
          </p:cNvSpPr>
          <p:nvPr/>
        </p:nvSpPr>
        <p:spPr>
          <a:xfrm xmlns:a="http://schemas.openxmlformats.org/drawingml/2006/main">
            <a:off x="8715375" y="4019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buNone/>
              <a:defRPr sz="1800" b="0">
                <a:solidFill>
                  <a:srgbClr val="52616F"/>
                </a:solidFill>
                <a:latin typeface="Arial"/>
                <a:ea typeface="Arial"/>
                <a:cs typeface="Arial"/>
              </a:defRPr>
            </a:lvl1pPr>
            <a:lvl2pPr algn="l">
              <a:buNone/>
              <a:defRPr sz="1800" b="0">
                <a:solidFill>
                  <a:srgbClr val="52616F"/>
                </a:solidFill>
                <a:latin typeface="Arial"/>
                <a:ea typeface="Arial"/>
                <a:cs typeface="Arial"/>
              </a:defRPr>
            </a:lvl2pPr>
            <a:lvl3pPr algn="l">
              <a:buNone/>
              <a:defRPr sz="1800" b="0">
                <a:solidFill>
                  <a:srgbClr val="52616F"/>
                </a:solidFill>
                <a:latin typeface="Arial"/>
                <a:ea typeface="Arial"/>
                <a:cs typeface="Arial"/>
              </a:defRPr>
            </a:lvl3pPr>
            <a:lvl4pPr algn="l">
              <a:buNone/>
              <a:defRPr sz="1800" b="0">
                <a:solidFill>
                  <a:srgbClr val="52616F"/>
                </a:solidFill>
                <a:latin typeface="Arial"/>
                <a:ea typeface="Arial"/>
                <a:cs typeface="Arial"/>
              </a:defRPr>
            </a:lvl4pPr>
            <a:lvl5pPr algn="l">
              <a:buNone/>
              <a:defRPr sz="1800" b="0">
                <a:solidFill>
                  <a:srgbClr val="52616F"/>
                </a:solidFill>
                <a:latin typeface="Arial"/>
                <a:ea typeface="Arial"/>
                <a:cs typeface="Arial"/>
              </a:defRPr>
            </a:lvl5pPr>
            <a:lvl6pPr algn="l">
              <a:buNone/>
              <a:defRPr sz="1800" b="0">
                <a:solidFill>
                  <a:srgbClr val="52616F"/>
                </a:solidFill>
                <a:latin typeface="Arial"/>
                <a:ea typeface="Arial"/>
                <a:cs typeface="Arial"/>
              </a:defRPr>
            </a:lvl6pPr>
            <a:lvl7pPr algn="l">
              <a:buNone/>
              <a:defRPr sz="1800" b="0">
                <a:solidFill>
                  <a:srgbClr val="52616F"/>
                </a:solidFill>
                <a:latin typeface="Arial"/>
                <a:ea typeface="Arial"/>
                <a:cs typeface="Arial"/>
              </a:defRPr>
            </a:lvl7pPr>
            <a:lvl8pPr algn="l">
              <a:buNone/>
              <a:defRPr sz="1800" b="0">
                <a:solidFill>
                  <a:srgbClr val="52616F"/>
                </a:solidFill>
                <a:latin typeface="Arial"/>
                <a:ea typeface="Arial"/>
                <a:cs typeface="Arial"/>
              </a:defRPr>
            </a:lvl8pPr>
            <a:lvl9pPr algn="l">
              <a:buNone/>
              <a:defRPr sz="1800" b="0">
                <a:solidFill>
                  <a:srgbClr val="52616F"/>
                </a:solidFill>
                <a:latin typeface="Arial"/>
                <a:ea typeface="Arial"/>
                <a:cs typeface="Arial"/>
              </a:defRPr>
            </a:lvl9pPr>
          </a:lstStyle>
          <a:p xmlns:a="http://schemas.openxmlformats.org/drawingml/2006/main">
            <a:pPr algn="l">
              <a:buNone/>
              <a:defRPr sz="1800" b="0">
                <a:solidFill>
                  <a:srgbClr val="52616F"/>
                </a:solidFill>
                <a:latin typeface="Arial"/>
                <a:ea typeface="Arial"/>
                <a:cs typeface="Arial"/>
              </a:defRPr>
            </a:pPr>
            <a:r>
              <a:rPr sz="1800" b="0">
                <a:solidFill>
                  <a:srgbClr val="52616F"/>
                </a:solidFill>
                <a:latin typeface="Arial"/>
                <a:ea typeface="Arial"/>
                <a:cs typeface="Arial"/>
              </a:rPr>
              <a:t>Exit code 0</a:t>
            </a:r>
          </a:p>
        </p:txBody>
      </p:sp>
      <p:sp>
        <p:nvSpPr>
          <p:cNvPr id="13" name="Three-lane overlap observed. Authenticated demo checks passed. Owned c">
            <a:extLst xmlns:a="http://schemas.openxmlformats.org/drawingml/2006/main">
              <a:ext uri="{FF2B5EF4-FFF2-40B4-BE49-F238E27FC236}">
                <a16:creationId xmlns:a16="http://schemas.microsoft.com/office/drawing/2014/main" id="{86A689B4-29E1-4756-B474-625E971F19F4}"/>
              </a:ext>
            </a:extLst>
          </p:cNvPr>
          <p:cNvSpPr>
            <a:spLocks xmlns:a="http://schemas.openxmlformats.org/drawingml/2006/main" noGrp="1"/>
          </p:cNvSpPr>
          <p:nvPr/>
        </p:nvSpPr>
        <p:spPr>
          <a:xfrm xmlns:a="http://schemas.openxmlformats.org/drawingml/2006/main">
            <a:off x="619125" y="50863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1420"/>
                </a:solidFill>
                <a:latin typeface="Arial"/>
                <a:ea typeface="Arial"/>
                <a:cs typeface="Arial"/>
              </a:defRPr>
            </a:defPPr>
            <a:lvl1pPr algn="l">
              <a:buNone/>
              <a:defRPr sz="2100" b="1">
                <a:solidFill>
                  <a:srgbClr val="0A1420"/>
                </a:solidFill>
                <a:latin typeface="Arial"/>
                <a:ea typeface="Arial"/>
                <a:cs typeface="Arial"/>
              </a:defRPr>
            </a:lvl1pPr>
            <a:lvl2pPr algn="l">
              <a:buNone/>
              <a:defRPr sz="2100" b="1">
                <a:solidFill>
                  <a:srgbClr val="0A1420"/>
                </a:solidFill>
                <a:latin typeface="Arial"/>
                <a:ea typeface="Arial"/>
                <a:cs typeface="Arial"/>
              </a:defRPr>
            </a:lvl2pPr>
            <a:lvl3pPr algn="l">
              <a:buNone/>
              <a:defRPr sz="2100" b="1">
                <a:solidFill>
                  <a:srgbClr val="0A1420"/>
                </a:solidFill>
                <a:latin typeface="Arial"/>
                <a:ea typeface="Arial"/>
                <a:cs typeface="Arial"/>
              </a:defRPr>
            </a:lvl3pPr>
            <a:lvl4pPr algn="l">
              <a:buNone/>
              <a:defRPr sz="2100" b="1">
                <a:solidFill>
                  <a:srgbClr val="0A1420"/>
                </a:solidFill>
                <a:latin typeface="Arial"/>
                <a:ea typeface="Arial"/>
                <a:cs typeface="Arial"/>
              </a:defRPr>
            </a:lvl4pPr>
            <a:lvl5pPr algn="l">
              <a:buNone/>
              <a:defRPr sz="2100" b="1">
                <a:solidFill>
                  <a:srgbClr val="0A1420"/>
                </a:solidFill>
                <a:latin typeface="Arial"/>
                <a:ea typeface="Arial"/>
                <a:cs typeface="Arial"/>
              </a:defRPr>
            </a:lvl5pPr>
            <a:lvl6pPr algn="l">
              <a:buNone/>
              <a:defRPr sz="2100" b="1">
                <a:solidFill>
                  <a:srgbClr val="0A1420"/>
                </a:solidFill>
                <a:latin typeface="Arial"/>
                <a:ea typeface="Arial"/>
                <a:cs typeface="Arial"/>
              </a:defRPr>
            </a:lvl6pPr>
            <a:lvl7pPr algn="l">
              <a:buNone/>
              <a:defRPr sz="2100" b="1">
                <a:solidFill>
                  <a:srgbClr val="0A1420"/>
                </a:solidFill>
                <a:latin typeface="Arial"/>
                <a:ea typeface="Arial"/>
                <a:cs typeface="Arial"/>
              </a:defRPr>
            </a:lvl7pPr>
            <a:lvl8pPr algn="l">
              <a:buNone/>
              <a:defRPr sz="2100" b="1">
                <a:solidFill>
                  <a:srgbClr val="0A1420"/>
                </a:solidFill>
                <a:latin typeface="Arial"/>
                <a:ea typeface="Arial"/>
                <a:cs typeface="Arial"/>
              </a:defRPr>
            </a:lvl8pPr>
            <a:lvl9pPr algn="l">
              <a:buNone/>
              <a:defRPr sz="2100" b="1">
                <a:solidFill>
                  <a:srgbClr val="0A1420"/>
                </a:solidFill>
                <a:latin typeface="Arial"/>
                <a:ea typeface="Arial"/>
                <a:cs typeface="Arial"/>
              </a:defRPr>
            </a:lvl9pPr>
          </a:lstStyle>
          <a:p xmlns:a="http://schemas.openxmlformats.org/drawingml/2006/main">
            <a:pPr algn="l">
              <a:buNone/>
              <a:defRPr sz="2100" b="1">
                <a:solidFill>
                  <a:srgbClr val="0A1420"/>
                </a:solidFill>
                <a:latin typeface="Arial"/>
                <a:ea typeface="Arial"/>
                <a:cs typeface="Arial"/>
              </a:defRPr>
            </a:pPr>
            <a:r>
              <a:rPr sz="2100" b="1">
                <a:solidFill>
                  <a:srgbClr val="0A1420"/>
                </a:solidFill>
                <a:latin typeface="Arial"/>
                <a:ea typeface="Arial"/>
                <a:cs typeface="Arial"/>
              </a:rPr>
              <a:t>Three-lane overlap observed. Authenticated demo checks passed. Owned containers cleaned up.</a:t>
            </a:r>
          </a:p>
        </p:txBody>
      </p:sp>
      <p:sp>
        <p:nvSpPr>
          <p:cNvPr id="14" name="Source 2f73df8. Same laptop with native Linux/WSL admission. Windows p">
            <a:extLst xmlns:a="http://schemas.openxmlformats.org/drawingml/2006/main">
              <a:ext uri="{FF2B5EF4-FFF2-40B4-BE49-F238E27FC236}">
                <a16:creationId xmlns:a16="http://schemas.microsoft.com/office/drawing/2014/main" id="{3E0CBD8A-44A2-460D-84EA-6A47E61562AC}"/>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buNone/>
              <a:defRPr sz="1350" b="0">
                <a:solidFill>
                  <a:srgbClr val="52616F"/>
                </a:solidFill>
                <a:latin typeface="Arial"/>
                <a:ea typeface="Arial"/>
                <a:cs typeface="Arial"/>
              </a:defRPr>
            </a:lvl1pPr>
            <a:lvl2pPr algn="l">
              <a:buNone/>
              <a:defRPr sz="1350" b="0">
                <a:solidFill>
                  <a:srgbClr val="52616F"/>
                </a:solidFill>
                <a:latin typeface="Arial"/>
                <a:ea typeface="Arial"/>
                <a:cs typeface="Arial"/>
              </a:defRPr>
            </a:lvl2pPr>
            <a:lvl3pPr algn="l">
              <a:buNone/>
              <a:defRPr sz="1350" b="0">
                <a:solidFill>
                  <a:srgbClr val="52616F"/>
                </a:solidFill>
                <a:latin typeface="Arial"/>
                <a:ea typeface="Arial"/>
                <a:cs typeface="Arial"/>
              </a:defRPr>
            </a:lvl3pPr>
            <a:lvl4pPr algn="l">
              <a:buNone/>
              <a:defRPr sz="1350" b="0">
                <a:solidFill>
                  <a:srgbClr val="52616F"/>
                </a:solidFill>
                <a:latin typeface="Arial"/>
                <a:ea typeface="Arial"/>
                <a:cs typeface="Arial"/>
              </a:defRPr>
            </a:lvl4pPr>
            <a:lvl5pPr algn="l">
              <a:buNone/>
              <a:defRPr sz="1350" b="0">
                <a:solidFill>
                  <a:srgbClr val="52616F"/>
                </a:solidFill>
                <a:latin typeface="Arial"/>
                <a:ea typeface="Arial"/>
                <a:cs typeface="Arial"/>
              </a:defRPr>
            </a:lvl5pPr>
            <a:lvl6pPr algn="l">
              <a:buNone/>
              <a:defRPr sz="1350" b="0">
                <a:solidFill>
                  <a:srgbClr val="52616F"/>
                </a:solidFill>
                <a:latin typeface="Arial"/>
                <a:ea typeface="Arial"/>
                <a:cs typeface="Arial"/>
              </a:defRPr>
            </a:lvl6pPr>
            <a:lvl7pPr algn="l">
              <a:buNone/>
              <a:defRPr sz="1350" b="0">
                <a:solidFill>
                  <a:srgbClr val="52616F"/>
                </a:solidFill>
                <a:latin typeface="Arial"/>
                <a:ea typeface="Arial"/>
                <a:cs typeface="Arial"/>
              </a:defRPr>
            </a:lvl7pPr>
            <a:lvl8pPr algn="l">
              <a:buNone/>
              <a:defRPr sz="1350" b="0">
                <a:solidFill>
                  <a:srgbClr val="52616F"/>
                </a:solidFill>
                <a:latin typeface="Arial"/>
                <a:ea typeface="Arial"/>
                <a:cs typeface="Arial"/>
              </a:defRPr>
            </a:lvl8pPr>
            <a:lvl9pPr algn="l">
              <a:buNone/>
              <a:defRPr sz="1350" b="0">
                <a:solidFill>
                  <a:srgbClr val="52616F"/>
                </a:solidFill>
                <a:latin typeface="Arial"/>
                <a:ea typeface="Arial"/>
                <a:cs typeface="Arial"/>
              </a:defRPr>
            </a:lvl9pPr>
          </a:lstStyle>
          <a:p xmlns:a="http://schemas.openxmlformats.org/drawingml/2006/main">
            <a:pPr algn="l">
              <a:buNone/>
              <a:defRPr sz="1350" b="0">
                <a:solidFill>
                  <a:srgbClr val="52616F"/>
                </a:solidFill>
                <a:latin typeface="Arial"/>
                <a:ea typeface="Arial"/>
                <a:cs typeface="Arial"/>
              </a:defRPr>
            </a:pPr>
            <a:r>
              <a:rPr sz="1350" b="0">
                <a:solidFill>
                  <a:srgbClr val="52616F"/>
                </a:solidFill>
                <a:latin typeface="Arial"/>
                <a:ea typeface="Arial"/>
                <a:cs typeface="Arial"/>
              </a:rPr>
              <a:t>Source 2f73df8. Same laptop with native Linux/WSL admission. Windows public test subset includes one documented skip.</a:t>
            </a:r>
          </a:p>
        </p:txBody>
      </p:sp>
    </p:spTree>
    <p:extLst>
      <p:ext uri="{BB962C8B-B14F-4D97-AF65-F5344CB8AC3E}">
        <p14:creationId xmlns:p14="http://schemas.microsoft.com/office/powerpoint/2010/main" val="1553128267"/>
      </p:ext>
    </p:extLst>
  </p:cSld>
</p:sld>
</file>

<file path=ppt/slides/slide9.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Broader acceptance remains mixed">
            <a:extLst xmlns:a="http://schemas.openxmlformats.org/drawingml/2006/main">
              <a:ext uri="{FF2B5EF4-FFF2-40B4-BE49-F238E27FC236}">
                <a16:creationId xmlns:a16="http://schemas.microsoft.com/office/drawing/2014/main" id="{564EE5C0-117B-4D24-8AA8-57DD5D8DA83B}"/>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buNone/>
              <a:defRPr sz="3300" b="1">
                <a:solidFill>
                  <a:srgbClr val="0A1420"/>
                </a:solidFill>
                <a:latin typeface="Arial"/>
                <a:ea typeface="Arial"/>
                <a:cs typeface="Arial"/>
              </a:defRPr>
            </a:lvl1pPr>
            <a:lvl2pPr algn="l">
              <a:buNone/>
              <a:defRPr sz="3300" b="1">
                <a:solidFill>
                  <a:srgbClr val="0A1420"/>
                </a:solidFill>
                <a:latin typeface="Arial"/>
                <a:ea typeface="Arial"/>
                <a:cs typeface="Arial"/>
              </a:defRPr>
            </a:lvl2pPr>
            <a:lvl3pPr algn="l">
              <a:buNone/>
              <a:defRPr sz="3300" b="1">
                <a:solidFill>
                  <a:srgbClr val="0A1420"/>
                </a:solidFill>
                <a:latin typeface="Arial"/>
                <a:ea typeface="Arial"/>
                <a:cs typeface="Arial"/>
              </a:defRPr>
            </a:lvl3pPr>
            <a:lvl4pPr algn="l">
              <a:buNone/>
              <a:defRPr sz="3300" b="1">
                <a:solidFill>
                  <a:srgbClr val="0A1420"/>
                </a:solidFill>
                <a:latin typeface="Arial"/>
                <a:ea typeface="Arial"/>
                <a:cs typeface="Arial"/>
              </a:defRPr>
            </a:lvl4pPr>
            <a:lvl5pPr algn="l">
              <a:buNone/>
              <a:defRPr sz="3300" b="1">
                <a:solidFill>
                  <a:srgbClr val="0A1420"/>
                </a:solidFill>
                <a:latin typeface="Arial"/>
                <a:ea typeface="Arial"/>
                <a:cs typeface="Arial"/>
              </a:defRPr>
            </a:lvl5pPr>
            <a:lvl6pPr algn="l">
              <a:buNone/>
              <a:defRPr sz="3300" b="1">
                <a:solidFill>
                  <a:srgbClr val="0A1420"/>
                </a:solidFill>
                <a:latin typeface="Arial"/>
                <a:ea typeface="Arial"/>
                <a:cs typeface="Arial"/>
              </a:defRPr>
            </a:lvl6pPr>
            <a:lvl7pPr algn="l">
              <a:buNone/>
              <a:defRPr sz="3300" b="1">
                <a:solidFill>
                  <a:srgbClr val="0A1420"/>
                </a:solidFill>
                <a:latin typeface="Arial"/>
                <a:ea typeface="Arial"/>
                <a:cs typeface="Arial"/>
              </a:defRPr>
            </a:lvl7pPr>
            <a:lvl8pPr algn="l">
              <a:buNone/>
              <a:defRPr sz="3300" b="1">
                <a:solidFill>
                  <a:srgbClr val="0A1420"/>
                </a:solidFill>
                <a:latin typeface="Arial"/>
                <a:ea typeface="Arial"/>
                <a:cs typeface="Arial"/>
              </a:defRPr>
            </a:lvl8pPr>
            <a:lvl9pPr algn="l">
              <a:buNone/>
              <a:defRPr sz="3300" b="1">
                <a:solidFill>
                  <a:srgbClr val="0A1420"/>
                </a:solidFill>
                <a:latin typeface="Arial"/>
                <a:ea typeface="Arial"/>
                <a:cs typeface="Arial"/>
              </a:defRPr>
            </a:lvl9pPr>
          </a:lstStyle>
          <a:p xmlns:a="http://schemas.openxmlformats.org/drawingml/2006/main">
            <a:pPr algn="l">
              <a:buNone/>
              <a:defRPr sz="3300" b="1">
                <a:solidFill>
                  <a:srgbClr val="0A1420"/>
                </a:solidFill>
                <a:latin typeface="Arial"/>
                <a:ea typeface="Arial"/>
                <a:cs typeface="Arial"/>
              </a:defRPr>
            </a:pPr>
            <a:r>
              <a:rPr sz="3300" b="1">
                <a:solidFill>
                  <a:srgbClr val="0A1420"/>
                </a:solidFill>
                <a:latin typeface="Arial"/>
                <a:ea typeface="Arial"/>
                <a:cs typeface="Arial"/>
              </a:rPr>
              <a:t>Broader acceptance remains mixed</a:t>
            </a:r>
          </a:p>
        </p:txBody>
      </p:sp>
      <p:sp>
        <p:nvSpPr>
          <p:cNvPr id="3" name="09">
            <a:extLst xmlns:a="http://schemas.openxmlformats.org/drawingml/2006/main">
              <a:ext uri="{FF2B5EF4-FFF2-40B4-BE49-F238E27FC236}">
                <a16:creationId xmlns:a16="http://schemas.microsoft.com/office/drawing/2014/main" id="{8E1350F9-85C2-404D-915C-8300A95E62A4}"/>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buNone/>
              <a:defRPr sz="1350" b="0">
                <a:solidFill>
                  <a:srgbClr val="52616F"/>
                </a:solidFill>
                <a:latin typeface="Arial"/>
                <a:ea typeface="Arial"/>
                <a:cs typeface="Arial"/>
              </a:defRPr>
            </a:lvl1pPr>
            <a:lvl2pPr algn="r">
              <a:buNone/>
              <a:defRPr sz="1350" b="0">
                <a:solidFill>
                  <a:srgbClr val="52616F"/>
                </a:solidFill>
                <a:latin typeface="Arial"/>
                <a:ea typeface="Arial"/>
                <a:cs typeface="Arial"/>
              </a:defRPr>
            </a:lvl2pPr>
            <a:lvl3pPr algn="r">
              <a:buNone/>
              <a:defRPr sz="1350" b="0">
                <a:solidFill>
                  <a:srgbClr val="52616F"/>
                </a:solidFill>
                <a:latin typeface="Arial"/>
                <a:ea typeface="Arial"/>
                <a:cs typeface="Arial"/>
              </a:defRPr>
            </a:lvl3pPr>
            <a:lvl4pPr algn="r">
              <a:buNone/>
              <a:defRPr sz="1350" b="0">
                <a:solidFill>
                  <a:srgbClr val="52616F"/>
                </a:solidFill>
                <a:latin typeface="Arial"/>
                <a:ea typeface="Arial"/>
                <a:cs typeface="Arial"/>
              </a:defRPr>
            </a:lvl4pPr>
            <a:lvl5pPr algn="r">
              <a:buNone/>
              <a:defRPr sz="1350" b="0">
                <a:solidFill>
                  <a:srgbClr val="52616F"/>
                </a:solidFill>
                <a:latin typeface="Arial"/>
                <a:ea typeface="Arial"/>
                <a:cs typeface="Arial"/>
              </a:defRPr>
            </a:lvl5pPr>
            <a:lvl6pPr algn="r">
              <a:buNone/>
              <a:defRPr sz="1350" b="0">
                <a:solidFill>
                  <a:srgbClr val="52616F"/>
                </a:solidFill>
                <a:latin typeface="Arial"/>
                <a:ea typeface="Arial"/>
                <a:cs typeface="Arial"/>
              </a:defRPr>
            </a:lvl6pPr>
            <a:lvl7pPr algn="r">
              <a:buNone/>
              <a:defRPr sz="1350" b="0">
                <a:solidFill>
                  <a:srgbClr val="52616F"/>
                </a:solidFill>
                <a:latin typeface="Arial"/>
                <a:ea typeface="Arial"/>
                <a:cs typeface="Arial"/>
              </a:defRPr>
            </a:lvl7pPr>
            <a:lvl8pPr algn="r">
              <a:buNone/>
              <a:defRPr sz="1350" b="0">
                <a:solidFill>
                  <a:srgbClr val="52616F"/>
                </a:solidFill>
                <a:latin typeface="Arial"/>
                <a:ea typeface="Arial"/>
                <a:cs typeface="Arial"/>
              </a:defRPr>
            </a:lvl8pPr>
            <a:lvl9pPr algn="r">
              <a:buNone/>
              <a:defRPr sz="1350" b="0">
                <a:solidFill>
                  <a:srgbClr val="52616F"/>
                </a:solidFill>
                <a:latin typeface="Arial"/>
                <a:ea typeface="Arial"/>
                <a:cs typeface="Arial"/>
              </a:defRPr>
            </a:lvl9pPr>
          </a:lstStyle>
          <a:p xmlns:a="http://schemas.openxmlformats.org/drawingml/2006/main">
            <a:pPr algn="r">
              <a:buNone/>
              <a:defRPr sz="1350" b="0">
                <a:solidFill>
                  <a:srgbClr val="52616F"/>
                </a:solidFill>
                <a:latin typeface="Arial"/>
                <a:ea typeface="Arial"/>
                <a:cs typeface="Arial"/>
              </a:defRPr>
            </a:pPr>
            <a:r>
              <a:rPr sz="1350" b="0">
                <a:solidFill>
                  <a:srgbClr val="52616F"/>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12F448ED-EFB7-413C-A75F-A140E83517E0}"/>
              </a:ext>
            </a:extLst>
          </p:cNvPr>
          <p:cNvGraphicFramePr/>
          <p:nvPr/>
        </p:nvGraphicFramePr>
        <p:xfrm>
          <a:off xmlns:a="http://schemas.openxmlformats.org/drawingml/2006/main" x="619125" y="1933575"/>
          <a:ext xmlns:a="http://schemas.openxmlformats.org/drawingml/2006/main" cx="6286500" cy="3209925"/>
        </p:xfrm>
        <a:graphic xmlns:a="http://schemas.openxmlformats.org/drawingml/2006/main">
          <a:graphicData uri="http://schemas.openxmlformats.org/drawingml/2006/chart">
            <c:chart xmlns:r="http://schemas.openxmlformats.org/officeDocument/2006/relationships" xmlns:c="http://schemas.openxmlformats.org/drawingml/2006/chart" r:id="Rfcabfdd8694f4d1e"/>
          </a:graphicData>
        </a:graphic>
      </p:graphicFrame>
      <p:sp>
        <p:nvSpPr>
          <p:cNvPr id="5" name="35 procedures evaluated">
            <a:extLst xmlns:a="http://schemas.openxmlformats.org/drawingml/2006/main">
              <a:ext uri="{FF2B5EF4-FFF2-40B4-BE49-F238E27FC236}">
                <a16:creationId xmlns:a16="http://schemas.microsoft.com/office/drawing/2014/main" id="{90ABF939-4B54-4CCF-AE73-8900CE9C302F}"/>
              </a:ext>
            </a:extLst>
          </p:cNvPr>
          <p:cNvSpPr>
            <a:spLocks xmlns:a="http://schemas.openxmlformats.org/drawingml/2006/main" noGrp="1"/>
          </p:cNvSpPr>
          <p:nvPr/>
        </p:nvSpPr>
        <p:spPr>
          <a:xfrm xmlns:a="http://schemas.openxmlformats.org/drawingml/2006/main">
            <a:off x="7524750" y="1838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A1420"/>
                </a:solidFill>
                <a:latin typeface="Arial"/>
                <a:ea typeface="Arial"/>
                <a:cs typeface="Arial"/>
              </a:defRPr>
            </a:defPPr>
            <a:lvl1pPr algn="l">
              <a:buNone/>
              <a:defRPr sz="2625" b="1">
                <a:solidFill>
                  <a:srgbClr val="0A1420"/>
                </a:solidFill>
                <a:latin typeface="Arial"/>
                <a:ea typeface="Arial"/>
                <a:cs typeface="Arial"/>
              </a:defRPr>
            </a:lvl1pPr>
            <a:lvl2pPr algn="l">
              <a:buNone/>
              <a:defRPr sz="2625" b="1">
                <a:solidFill>
                  <a:srgbClr val="0A1420"/>
                </a:solidFill>
                <a:latin typeface="Arial"/>
                <a:ea typeface="Arial"/>
                <a:cs typeface="Arial"/>
              </a:defRPr>
            </a:lvl2pPr>
            <a:lvl3pPr algn="l">
              <a:buNone/>
              <a:defRPr sz="2625" b="1">
                <a:solidFill>
                  <a:srgbClr val="0A1420"/>
                </a:solidFill>
                <a:latin typeface="Arial"/>
                <a:ea typeface="Arial"/>
                <a:cs typeface="Arial"/>
              </a:defRPr>
            </a:lvl3pPr>
            <a:lvl4pPr algn="l">
              <a:buNone/>
              <a:defRPr sz="2625" b="1">
                <a:solidFill>
                  <a:srgbClr val="0A1420"/>
                </a:solidFill>
                <a:latin typeface="Arial"/>
                <a:ea typeface="Arial"/>
                <a:cs typeface="Arial"/>
              </a:defRPr>
            </a:lvl4pPr>
            <a:lvl5pPr algn="l">
              <a:buNone/>
              <a:defRPr sz="2625" b="1">
                <a:solidFill>
                  <a:srgbClr val="0A1420"/>
                </a:solidFill>
                <a:latin typeface="Arial"/>
                <a:ea typeface="Arial"/>
                <a:cs typeface="Arial"/>
              </a:defRPr>
            </a:lvl5pPr>
            <a:lvl6pPr algn="l">
              <a:buNone/>
              <a:defRPr sz="2625" b="1">
                <a:solidFill>
                  <a:srgbClr val="0A1420"/>
                </a:solidFill>
                <a:latin typeface="Arial"/>
                <a:ea typeface="Arial"/>
                <a:cs typeface="Arial"/>
              </a:defRPr>
            </a:lvl6pPr>
            <a:lvl7pPr algn="l">
              <a:buNone/>
              <a:defRPr sz="2625" b="1">
                <a:solidFill>
                  <a:srgbClr val="0A1420"/>
                </a:solidFill>
                <a:latin typeface="Arial"/>
                <a:ea typeface="Arial"/>
                <a:cs typeface="Arial"/>
              </a:defRPr>
            </a:lvl7pPr>
            <a:lvl8pPr algn="l">
              <a:buNone/>
              <a:defRPr sz="2625" b="1">
                <a:solidFill>
                  <a:srgbClr val="0A1420"/>
                </a:solidFill>
                <a:latin typeface="Arial"/>
                <a:ea typeface="Arial"/>
                <a:cs typeface="Arial"/>
              </a:defRPr>
            </a:lvl8pPr>
            <a:lvl9pPr algn="l">
              <a:buNone/>
              <a:defRPr sz="2625" b="1">
                <a:solidFill>
                  <a:srgbClr val="0A1420"/>
                </a:solidFill>
                <a:latin typeface="Arial"/>
                <a:ea typeface="Arial"/>
                <a:cs typeface="Arial"/>
              </a:defRPr>
            </a:lvl9pPr>
          </a:lstStyle>
          <a:p xmlns:a="http://schemas.openxmlformats.org/drawingml/2006/main">
            <a:pPr algn="l">
              <a:buNone/>
              <a:defRPr sz="2625" b="1">
                <a:solidFill>
                  <a:srgbClr val="0A1420"/>
                </a:solidFill>
                <a:latin typeface="Arial"/>
                <a:ea typeface="Arial"/>
                <a:cs typeface="Arial"/>
              </a:defRPr>
            </a:pPr>
            <a:r>
              <a:rPr sz="2625" b="1">
                <a:solidFill>
                  <a:srgbClr val="0A1420"/>
                </a:solidFill>
                <a:latin typeface="Arial"/>
                <a:ea typeface="Arial"/>
                <a:cs typeface="Arial"/>
              </a:rPr>
              <a:t>35 procedures evaluated</a:t>
            </a:r>
          </a:p>
        </p:txBody>
      </p:sp>
      <p:sp>
        <p:nvSpPr>
          <p:cNvPr id="6" name="Remaining coverage">
            <a:extLst xmlns:a="http://schemas.openxmlformats.org/drawingml/2006/main">
              <a:ext uri="{FF2B5EF4-FFF2-40B4-BE49-F238E27FC236}">
                <a16:creationId xmlns:a16="http://schemas.microsoft.com/office/drawing/2014/main" id="{CEE4B16A-9663-40B5-97A7-ABEA4457128B}"/>
              </a:ext>
            </a:extLst>
          </p:cNvPr>
          <p:cNvSpPr>
            <a:spLocks xmlns:a="http://schemas.openxmlformats.org/drawingml/2006/main" noGrp="1"/>
          </p:cNvSpPr>
          <p:nvPr/>
        </p:nvSpPr>
        <p:spPr>
          <a:xfrm xmlns:a="http://schemas.openxmlformats.org/drawingml/2006/main">
            <a:off x="7524750" y="28765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A782C"/>
                </a:solidFill>
                <a:latin typeface="Arial"/>
                <a:ea typeface="Arial"/>
                <a:cs typeface="Arial"/>
              </a:defRPr>
            </a:defPPr>
            <a:lvl1pPr algn="l">
              <a:buNone/>
              <a:defRPr sz="2025" b="1">
                <a:solidFill>
                  <a:srgbClr val="BA782C"/>
                </a:solidFill>
                <a:latin typeface="Arial"/>
                <a:ea typeface="Arial"/>
                <a:cs typeface="Arial"/>
              </a:defRPr>
            </a:lvl1pPr>
            <a:lvl2pPr algn="l">
              <a:buNone/>
              <a:defRPr sz="2025" b="1">
                <a:solidFill>
                  <a:srgbClr val="BA782C"/>
                </a:solidFill>
                <a:latin typeface="Arial"/>
                <a:ea typeface="Arial"/>
                <a:cs typeface="Arial"/>
              </a:defRPr>
            </a:lvl2pPr>
            <a:lvl3pPr algn="l">
              <a:buNone/>
              <a:defRPr sz="2025" b="1">
                <a:solidFill>
                  <a:srgbClr val="BA782C"/>
                </a:solidFill>
                <a:latin typeface="Arial"/>
                <a:ea typeface="Arial"/>
                <a:cs typeface="Arial"/>
              </a:defRPr>
            </a:lvl3pPr>
            <a:lvl4pPr algn="l">
              <a:buNone/>
              <a:defRPr sz="2025" b="1">
                <a:solidFill>
                  <a:srgbClr val="BA782C"/>
                </a:solidFill>
                <a:latin typeface="Arial"/>
                <a:ea typeface="Arial"/>
                <a:cs typeface="Arial"/>
              </a:defRPr>
            </a:lvl4pPr>
            <a:lvl5pPr algn="l">
              <a:buNone/>
              <a:defRPr sz="2025" b="1">
                <a:solidFill>
                  <a:srgbClr val="BA782C"/>
                </a:solidFill>
                <a:latin typeface="Arial"/>
                <a:ea typeface="Arial"/>
                <a:cs typeface="Arial"/>
              </a:defRPr>
            </a:lvl5pPr>
            <a:lvl6pPr algn="l">
              <a:buNone/>
              <a:defRPr sz="2025" b="1">
                <a:solidFill>
                  <a:srgbClr val="BA782C"/>
                </a:solidFill>
                <a:latin typeface="Arial"/>
                <a:ea typeface="Arial"/>
                <a:cs typeface="Arial"/>
              </a:defRPr>
            </a:lvl6pPr>
            <a:lvl7pPr algn="l">
              <a:buNone/>
              <a:defRPr sz="2025" b="1">
                <a:solidFill>
                  <a:srgbClr val="BA782C"/>
                </a:solidFill>
                <a:latin typeface="Arial"/>
                <a:ea typeface="Arial"/>
                <a:cs typeface="Arial"/>
              </a:defRPr>
            </a:lvl7pPr>
            <a:lvl8pPr algn="l">
              <a:buNone/>
              <a:defRPr sz="2025" b="1">
                <a:solidFill>
                  <a:srgbClr val="BA782C"/>
                </a:solidFill>
                <a:latin typeface="Arial"/>
                <a:ea typeface="Arial"/>
                <a:cs typeface="Arial"/>
              </a:defRPr>
            </a:lvl8pPr>
            <a:lvl9pPr algn="l">
              <a:buNone/>
              <a:defRPr sz="2025" b="1">
                <a:solidFill>
                  <a:srgbClr val="BA782C"/>
                </a:solidFill>
                <a:latin typeface="Arial"/>
                <a:ea typeface="Arial"/>
                <a:cs typeface="Arial"/>
              </a:defRPr>
            </a:lvl9pPr>
          </a:lstStyle>
          <a:p xmlns:a="http://schemas.openxmlformats.org/drawingml/2006/main">
            <a:pPr algn="l">
              <a:buNone/>
              <a:defRPr sz="2025" b="1">
                <a:solidFill>
                  <a:srgbClr val="BA782C"/>
                </a:solidFill>
                <a:latin typeface="Arial"/>
                <a:ea typeface="Arial"/>
                <a:cs typeface="Arial"/>
              </a:defRPr>
            </a:pPr>
            <a:r>
              <a:rPr sz="2025" b="1">
                <a:solidFill>
                  <a:srgbClr val="BA782C"/>
                </a:solidFill>
                <a:latin typeface="Arial"/>
                <a:ea typeface="Arial"/>
                <a:cs typeface="Arial"/>
              </a:rPr>
              <a:t>Remaining coverage</a:t>
            </a:r>
          </a:p>
        </p:txBody>
      </p:sp>
      <p:sp>
        <p:nvSpPr>
          <p:cNvPr id="7" name="Network route matrix&#10;Resource fairness and physical I/O&#10;Browser/backen">
            <a:extLst xmlns:a="http://schemas.openxmlformats.org/drawingml/2006/main">
              <a:ext uri="{FF2B5EF4-FFF2-40B4-BE49-F238E27FC236}">
                <a16:creationId xmlns:a16="http://schemas.microsoft.com/office/drawing/2014/main" id="{7515A4B4-39E5-4264-BAF2-4DF0C2B74CF8}"/>
              </a:ext>
            </a:extLst>
          </p:cNvPr>
          <p:cNvSpPr>
            <a:spLocks xmlns:a="http://schemas.openxmlformats.org/drawingml/2006/main" noGrp="1"/>
          </p:cNvSpPr>
          <p:nvPr/>
        </p:nvSpPr>
        <p:spPr>
          <a:xfrm xmlns:a="http://schemas.openxmlformats.org/drawingml/2006/main">
            <a:off x="7524750" y="34004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6F"/>
                </a:solidFill>
                <a:latin typeface="Arial"/>
                <a:ea typeface="Arial"/>
                <a:cs typeface="Arial"/>
              </a:defRPr>
            </a:defPPr>
            <a:lvl1pPr algn="l">
              <a:buNone/>
              <a:defRPr sz="1725" b="0">
                <a:solidFill>
                  <a:srgbClr val="52616F"/>
                </a:solidFill>
                <a:latin typeface="Arial"/>
                <a:ea typeface="Arial"/>
                <a:cs typeface="Arial"/>
              </a:defRPr>
            </a:lvl1pPr>
            <a:lvl2pPr algn="l">
              <a:buNone/>
              <a:defRPr sz="1725" b="0">
                <a:solidFill>
                  <a:srgbClr val="52616F"/>
                </a:solidFill>
                <a:latin typeface="Arial"/>
                <a:ea typeface="Arial"/>
                <a:cs typeface="Arial"/>
              </a:defRPr>
            </a:lvl2pPr>
            <a:lvl3pPr algn="l">
              <a:buNone/>
              <a:defRPr sz="1725" b="0">
                <a:solidFill>
                  <a:srgbClr val="52616F"/>
                </a:solidFill>
                <a:latin typeface="Arial"/>
                <a:ea typeface="Arial"/>
                <a:cs typeface="Arial"/>
              </a:defRPr>
            </a:lvl3pPr>
            <a:lvl4pPr algn="l">
              <a:buNone/>
              <a:defRPr sz="1725" b="0">
                <a:solidFill>
                  <a:srgbClr val="52616F"/>
                </a:solidFill>
                <a:latin typeface="Arial"/>
                <a:ea typeface="Arial"/>
                <a:cs typeface="Arial"/>
              </a:defRPr>
            </a:lvl4pPr>
            <a:lvl5pPr algn="l">
              <a:buNone/>
              <a:defRPr sz="1725" b="0">
                <a:solidFill>
                  <a:srgbClr val="52616F"/>
                </a:solidFill>
                <a:latin typeface="Arial"/>
                <a:ea typeface="Arial"/>
                <a:cs typeface="Arial"/>
              </a:defRPr>
            </a:lvl5pPr>
            <a:lvl6pPr algn="l">
              <a:buNone/>
              <a:defRPr sz="1725" b="0">
                <a:solidFill>
                  <a:srgbClr val="52616F"/>
                </a:solidFill>
                <a:latin typeface="Arial"/>
                <a:ea typeface="Arial"/>
                <a:cs typeface="Arial"/>
              </a:defRPr>
            </a:lvl6pPr>
            <a:lvl7pPr algn="l">
              <a:buNone/>
              <a:defRPr sz="1725" b="0">
                <a:solidFill>
                  <a:srgbClr val="52616F"/>
                </a:solidFill>
                <a:latin typeface="Arial"/>
                <a:ea typeface="Arial"/>
                <a:cs typeface="Arial"/>
              </a:defRPr>
            </a:lvl7pPr>
            <a:lvl8pPr algn="l">
              <a:buNone/>
              <a:defRPr sz="1725" b="0">
                <a:solidFill>
                  <a:srgbClr val="52616F"/>
                </a:solidFill>
                <a:latin typeface="Arial"/>
                <a:ea typeface="Arial"/>
                <a:cs typeface="Arial"/>
              </a:defRPr>
            </a:lvl8pPr>
            <a:lvl9pPr algn="l">
              <a:buNone/>
              <a:defRPr sz="1725" b="0">
                <a:solidFill>
                  <a:srgbClr val="52616F"/>
                </a:solidFill>
                <a:latin typeface="Arial"/>
                <a:ea typeface="Arial"/>
                <a:cs typeface="Arial"/>
              </a:defRPr>
            </a:lvl9pPr>
          </a:lstStyle>
          <a:p xmlns:a="http://schemas.openxmlformats.org/drawingml/2006/main">
            <a:pPr algn="l">
              <a:buNone/>
              <a:defRPr sz="1725" b="0">
                <a:solidFill>
                  <a:srgbClr val="52616F"/>
                </a:solidFill>
                <a:latin typeface="Arial"/>
                <a:ea typeface="Arial"/>
                <a:cs typeface="Arial"/>
              </a:defRPr>
            </a:pPr>
            <a:r>
              <a:rPr sz="1725" b="0">
                <a:solidFill>
                  <a:srgbClr val="52616F"/>
                </a:solidFill>
                <a:latin typeface="Arial"/>
                <a:ea typeface="Arial"/>
                <a:cs typeface="Arial"/>
              </a:rPr>
              <a:t>Network route matrix</a:t>
            </a:r>
          </a:p>
          <a:p xmlns:a="http://schemas.openxmlformats.org/drawingml/2006/main">
            <a:pPr algn="l">
              <a:buNone/>
              <a:defRPr sz="1725" b="0">
                <a:solidFill>
                  <a:srgbClr val="52616F"/>
                </a:solidFill>
                <a:latin typeface="Arial"/>
                <a:ea typeface="Arial"/>
                <a:cs typeface="Arial"/>
              </a:defRPr>
            </a:pPr>
            <a:r>
              <a:rPr sz="1725" b="0">
                <a:solidFill>
                  <a:srgbClr val="52616F"/>
                </a:solidFill>
                <a:latin typeface="Arial"/>
                <a:ea typeface="Arial"/>
                <a:cs typeface="Arial"/>
              </a:rPr>
              <a:t>Resource fairness and physical I/O</a:t>
            </a:r>
          </a:p>
          <a:p xmlns:a="http://schemas.openxmlformats.org/drawingml/2006/main">
            <a:pPr algn="l">
              <a:buNone/>
              <a:defRPr sz="1725" b="0">
                <a:solidFill>
                  <a:srgbClr val="52616F"/>
                </a:solidFill>
                <a:latin typeface="Arial"/>
                <a:ea typeface="Arial"/>
                <a:cs typeface="Arial"/>
              </a:defRPr>
            </a:pPr>
            <a:r>
              <a:rPr sz="1725" b="0">
                <a:solidFill>
                  <a:srgbClr val="52616F"/>
                </a:solidFill>
                <a:latin typeface="Arial"/>
                <a:ea typeface="Arial"/>
                <a:cs typeface="Arial"/>
              </a:rPr>
              <a:t>N04 browser sessions</a:t>
            </a:r>
          </a:p>
          <a:p xmlns:a="http://schemas.openxmlformats.org/drawingml/2006/main">
            <a:pPr algn="l">
              <a:buNone/>
              <a:defRPr sz="1725" b="0">
                <a:solidFill>
                  <a:srgbClr val="52616F"/>
                </a:solidFill>
                <a:latin typeface="Arial"/>
                <a:ea typeface="Arial"/>
                <a:cs typeface="Arial"/>
              </a:defRPr>
            </a:pPr>
            <a:r>
              <a:rPr sz="1725" b="0">
                <a:solidFill>
                  <a:srgbClr val="52616F"/>
                </a:solidFill>
                <a:latin typeface="Arial"/>
                <a:ea typeface="Arial"/>
                <a:cs typeface="Arial"/>
              </a:rPr>
              <a:t>and inference</a:t>
            </a:r>
          </a:p>
        </p:txBody>
      </p:sp>
      <p:sp>
        <p:nvSpPr>
          <p:cNvPr id="8" name="Inconclusive: isolated cache timing">
            <a:extLst xmlns:a="http://schemas.openxmlformats.org/drawingml/2006/main">
              <a:ext uri="{FF2B5EF4-FFF2-40B4-BE49-F238E27FC236}">
                <a16:creationId xmlns:a16="http://schemas.microsoft.com/office/drawing/2014/main" id="{53E9AEC8-3555-45C9-B0D3-C7479B5719BD}"/>
              </a:ext>
            </a:extLst>
          </p:cNvPr>
          <p:cNvSpPr>
            <a:spLocks xmlns:a="http://schemas.openxmlformats.org/drawingml/2006/main" noGrp="1"/>
          </p:cNvSpPr>
          <p:nvPr/>
        </p:nvSpPr>
        <p:spPr>
          <a:xfrm xmlns:a="http://schemas.openxmlformats.org/drawingml/2006/main">
            <a:off x="619125" y="54578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C95045"/>
                </a:solidFill>
                <a:latin typeface="Arial"/>
                <a:ea typeface="Arial"/>
                <a:cs typeface="Arial"/>
              </a:defRPr>
            </a:defPPr>
            <a:lvl1pPr algn="l">
              <a:buNone/>
              <a:defRPr sz="2100" b="1">
                <a:solidFill>
                  <a:srgbClr val="C95045"/>
                </a:solidFill>
                <a:latin typeface="Arial"/>
                <a:ea typeface="Arial"/>
                <a:cs typeface="Arial"/>
              </a:defRPr>
            </a:lvl1pPr>
            <a:lvl2pPr algn="l">
              <a:buNone/>
              <a:defRPr sz="2100" b="1">
                <a:solidFill>
                  <a:srgbClr val="C95045"/>
                </a:solidFill>
                <a:latin typeface="Arial"/>
                <a:ea typeface="Arial"/>
                <a:cs typeface="Arial"/>
              </a:defRPr>
            </a:lvl2pPr>
            <a:lvl3pPr algn="l">
              <a:buNone/>
              <a:defRPr sz="2100" b="1">
                <a:solidFill>
                  <a:srgbClr val="C95045"/>
                </a:solidFill>
                <a:latin typeface="Arial"/>
                <a:ea typeface="Arial"/>
                <a:cs typeface="Arial"/>
              </a:defRPr>
            </a:lvl3pPr>
            <a:lvl4pPr algn="l">
              <a:buNone/>
              <a:defRPr sz="2100" b="1">
                <a:solidFill>
                  <a:srgbClr val="C95045"/>
                </a:solidFill>
                <a:latin typeface="Arial"/>
                <a:ea typeface="Arial"/>
                <a:cs typeface="Arial"/>
              </a:defRPr>
            </a:lvl4pPr>
            <a:lvl5pPr algn="l">
              <a:buNone/>
              <a:defRPr sz="2100" b="1">
                <a:solidFill>
                  <a:srgbClr val="C95045"/>
                </a:solidFill>
                <a:latin typeface="Arial"/>
                <a:ea typeface="Arial"/>
                <a:cs typeface="Arial"/>
              </a:defRPr>
            </a:lvl5pPr>
            <a:lvl6pPr algn="l">
              <a:buNone/>
              <a:defRPr sz="2100" b="1">
                <a:solidFill>
                  <a:srgbClr val="C95045"/>
                </a:solidFill>
                <a:latin typeface="Arial"/>
                <a:ea typeface="Arial"/>
                <a:cs typeface="Arial"/>
              </a:defRPr>
            </a:lvl6pPr>
            <a:lvl7pPr algn="l">
              <a:buNone/>
              <a:defRPr sz="2100" b="1">
                <a:solidFill>
                  <a:srgbClr val="C95045"/>
                </a:solidFill>
                <a:latin typeface="Arial"/>
                <a:ea typeface="Arial"/>
                <a:cs typeface="Arial"/>
              </a:defRPr>
            </a:lvl7pPr>
            <a:lvl8pPr algn="l">
              <a:buNone/>
              <a:defRPr sz="2100" b="1">
                <a:solidFill>
                  <a:srgbClr val="C95045"/>
                </a:solidFill>
                <a:latin typeface="Arial"/>
                <a:ea typeface="Arial"/>
                <a:cs typeface="Arial"/>
              </a:defRPr>
            </a:lvl8pPr>
            <a:lvl9pPr algn="l">
              <a:buNone/>
              <a:defRPr sz="2100" b="1">
                <a:solidFill>
                  <a:srgbClr val="C95045"/>
                </a:solidFill>
                <a:latin typeface="Arial"/>
                <a:ea typeface="Arial"/>
                <a:cs typeface="Arial"/>
              </a:defRPr>
            </a:lvl9pPr>
          </a:lstStyle>
          <a:p xmlns:a="http://schemas.openxmlformats.org/drawingml/2006/main">
            <a:pPr algn="l">
              <a:buNone/>
              <a:defRPr sz="2100" b="1">
                <a:solidFill>
                  <a:srgbClr val="C95045"/>
                </a:solidFill>
                <a:latin typeface="Arial"/>
                <a:ea typeface="Arial"/>
                <a:cs typeface="Arial"/>
              </a:defRPr>
            </a:pPr>
            <a:r>
              <a:rPr sz="2100" b="1">
                <a:solidFill>
                  <a:srgbClr val="C95045"/>
                </a:solidFill>
                <a:latin typeface="Arial"/>
                <a:ea typeface="Arial"/>
                <a:cs typeface="Arial"/>
              </a:rPr>
              <a:t>Inconclusive: isolated cache timing</a:t>
            </a:r>
          </a:p>
        </p:txBody>
      </p:sp>
      <p:sp>
        <p:nvSpPr>
          <p:cNvPr id="9" name="Step 6 reported procedure outcomes. Counts are not defense accuracy, a">
            <a:extLst xmlns:a="http://schemas.openxmlformats.org/drawingml/2006/main">
              <a:ext uri="{FF2B5EF4-FFF2-40B4-BE49-F238E27FC236}">
                <a16:creationId xmlns:a16="http://schemas.microsoft.com/office/drawing/2014/main" id="{CA52F573-95DC-484A-BD62-3766CC3E91F5}"/>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buNone/>
              <a:defRPr sz="1350" b="0">
                <a:solidFill>
                  <a:srgbClr val="52616F"/>
                </a:solidFill>
                <a:latin typeface="Arial"/>
                <a:ea typeface="Arial"/>
                <a:cs typeface="Arial"/>
              </a:defRPr>
            </a:lvl1pPr>
            <a:lvl2pPr algn="l">
              <a:buNone/>
              <a:defRPr sz="1350" b="0">
                <a:solidFill>
                  <a:srgbClr val="52616F"/>
                </a:solidFill>
                <a:latin typeface="Arial"/>
                <a:ea typeface="Arial"/>
                <a:cs typeface="Arial"/>
              </a:defRPr>
            </a:lvl2pPr>
            <a:lvl3pPr algn="l">
              <a:buNone/>
              <a:defRPr sz="1350" b="0">
                <a:solidFill>
                  <a:srgbClr val="52616F"/>
                </a:solidFill>
                <a:latin typeface="Arial"/>
                <a:ea typeface="Arial"/>
                <a:cs typeface="Arial"/>
              </a:defRPr>
            </a:lvl3pPr>
            <a:lvl4pPr algn="l">
              <a:buNone/>
              <a:defRPr sz="1350" b="0">
                <a:solidFill>
                  <a:srgbClr val="52616F"/>
                </a:solidFill>
                <a:latin typeface="Arial"/>
                <a:ea typeface="Arial"/>
                <a:cs typeface="Arial"/>
              </a:defRPr>
            </a:lvl4pPr>
            <a:lvl5pPr algn="l">
              <a:buNone/>
              <a:defRPr sz="1350" b="0">
                <a:solidFill>
                  <a:srgbClr val="52616F"/>
                </a:solidFill>
                <a:latin typeface="Arial"/>
                <a:ea typeface="Arial"/>
                <a:cs typeface="Arial"/>
              </a:defRPr>
            </a:lvl5pPr>
            <a:lvl6pPr algn="l">
              <a:buNone/>
              <a:defRPr sz="1350" b="0">
                <a:solidFill>
                  <a:srgbClr val="52616F"/>
                </a:solidFill>
                <a:latin typeface="Arial"/>
                <a:ea typeface="Arial"/>
                <a:cs typeface="Arial"/>
              </a:defRPr>
            </a:lvl6pPr>
            <a:lvl7pPr algn="l">
              <a:buNone/>
              <a:defRPr sz="1350" b="0">
                <a:solidFill>
                  <a:srgbClr val="52616F"/>
                </a:solidFill>
                <a:latin typeface="Arial"/>
                <a:ea typeface="Arial"/>
                <a:cs typeface="Arial"/>
              </a:defRPr>
            </a:lvl7pPr>
            <a:lvl8pPr algn="l">
              <a:buNone/>
              <a:defRPr sz="1350" b="0">
                <a:solidFill>
                  <a:srgbClr val="52616F"/>
                </a:solidFill>
                <a:latin typeface="Arial"/>
                <a:ea typeface="Arial"/>
                <a:cs typeface="Arial"/>
              </a:defRPr>
            </a:lvl8pPr>
            <a:lvl9pPr algn="l">
              <a:buNone/>
              <a:defRPr sz="1350" b="0">
                <a:solidFill>
                  <a:srgbClr val="52616F"/>
                </a:solidFill>
                <a:latin typeface="Arial"/>
                <a:ea typeface="Arial"/>
                <a:cs typeface="Arial"/>
              </a:defRPr>
            </a:lvl9pPr>
          </a:lstStyle>
          <a:p xmlns:a="http://schemas.openxmlformats.org/drawingml/2006/main">
            <a:pPr algn="l">
              <a:buNone/>
              <a:defRPr sz="1350" b="0">
                <a:solidFill>
                  <a:srgbClr val="52616F"/>
                </a:solidFill>
                <a:latin typeface="Arial"/>
                <a:ea typeface="Arial"/>
                <a:cs typeface="Arial"/>
              </a:defRPr>
            </a:pPr>
            <a:r>
              <a:rPr sz="1350" b="0">
                <a:solidFill>
                  <a:srgbClr val="52616F"/>
                </a:solidFill>
                <a:latin typeface="Arial"/>
                <a:ea typeface="Arial"/>
                <a:cs typeface="Arial"/>
              </a:rPr>
              <a:t>Step 6 reported procedure outcomes. Counts are not defense accuracy, a security score or a production-readiness rating.</a:t>
            </a:r>
          </a:p>
        </p:txBody>
      </p:sp>
    </p:spTree>
    <p:extLst>
      <p:ext uri="{BB962C8B-B14F-4D97-AF65-F5344CB8AC3E}">
        <p14:creationId xmlns:p14="http://schemas.microsoft.com/office/powerpoint/2010/main" val="1386491387"/>
      </p:ext>
    </p:extLst>
  </p:cSld>
</p:sld>
</file>

<file path=ppt/slides/slide10.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 name="Next milestone: an integrated console">
            <a:extLst xmlns:a="http://schemas.openxmlformats.org/drawingml/2006/main">
              <a:ext uri="{FF2B5EF4-FFF2-40B4-BE49-F238E27FC236}">
                <a16:creationId xmlns:a16="http://schemas.microsoft.com/office/drawing/2014/main" id="{40585103-030D-45DA-BD92-65449BEDD5E3}"/>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buNone/>
              <a:defRPr sz="3300" b="1">
                <a:solidFill>
                  <a:srgbClr val="FFFFFF"/>
                </a:solidFill>
                <a:latin typeface="Arial"/>
                <a:ea typeface="Arial"/>
                <a:cs typeface="Arial"/>
              </a:defRPr>
            </a:lvl1pPr>
            <a:lvl2pPr algn="l">
              <a:buNone/>
              <a:defRPr sz="3300" b="1">
                <a:solidFill>
                  <a:srgbClr val="FFFFFF"/>
                </a:solidFill>
                <a:latin typeface="Arial"/>
                <a:ea typeface="Arial"/>
                <a:cs typeface="Arial"/>
              </a:defRPr>
            </a:lvl2pPr>
            <a:lvl3pPr algn="l">
              <a:buNone/>
              <a:defRPr sz="3300" b="1">
                <a:solidFill>
                  <a:srgbClr val="FFFFFF"/>
                </a:solidFill>
                <a:latin typeface="Arial"/>
                <a:ea typeface="Arial"/>
                <a:cs typeface="Arial"/>
              </a:defRPr>
            </a:lvl3pPr>
            <a:lvl4pPr algn="l">
              <a:buNone/>
              <a:defRPr sz="3300" b="1">
                <a:solidFill>
                  <a:srgbClr val="FFFFFF"/>
                </a:solidFill>
                <a:latin typeface="Arial"/>
                <a:ea typeface="Arial"/>
                <a:cs typeface="Arial"/>
              </a:defRPr>
            </a:lvl4pPr>
            <a:lvl5pPr algn="l">
              <a:buNone/>
              <a:defRPr sz="3300" b="1">
                <a:solidFill>
                  <a:srgbClr val="FFFFFF"/>
                </a:solidFill>
                <a:latin typeface="Arial"/>
                <a:ea typeface="Arial"/>
                <a:cs typeface="Arial"/>
              </a:defRPr>
            </a:lvl5pPr>
            <a:lvl6pPr algn="l">
              <a:buNone/>
              <a:defRPr sz="3300" b="1">
                <a:solidFill>
                  <a:srgbClr val="FFFFFF"/>
                </a:solidFill>
                <a:latin typeface="Arial"/>
                <a:ea typeface="Arial"/>
                <a:cs typeface="Arial"/>
              </a:defRPr>
            </a:lvl6pPr>
            <a:lvl7pPr algn="l">
              <a:buNone/>
              <a:defRPr sz="3300" b="1">
                <a:solidFill>
                  <a:srgbClr val="FFFFFF"/>
                </a:solidFill>
                <a:latin typeface="Arial"/>
                <a:ea typeface="Arial"/>
                <a:cs typeface="Arial"/>
              </a:defRPr>
            </a:lvl7pPr>
            <a:lvl8pPr algn="l">
              <a:buNone/>
              <a:defRPr sz="3300" b="1">
                <a:solidFill>
                  <a:srgbClr val="FFFFFF"/>
                </a:solidFill>
                <a:latin typeface="Arial"/>
                <a:ea typeface="Arial"/>
                <a:cs typeface="Arial"/>
              </a:defRPr>
            </a:lvl8pPr>
            <a:lvl9pPr algn="l">
              <a:buNone/>
              <a:defRPr sz="3300" b="1">
                <a:solidFill>
                  <a:srgbClr val="FFFFFF"/>
                </a:solidFill>
                <a:latin typeface="Arial"/>
                <a:ea typeface="Arial"/>
                <a:cs typeface="Arial"/>
              </a:defRPr>
            </a:lvl9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Next validation milestones</a:t>
            </a:r>
          </a:p>
        </p:txBody>
      </p:sp>
      <p:sp>
        <p:nvSpPr>
          <p:cNvPr id="3" name="10">
            <a:extLst xmlns:a="http://schemas.openxmlformats.org/drawingml/2006/main">
              <a:ext uri="{FF2B5EF4-FFF2-40B4-BE49-F238E27FC236}">
                <a16:creationId xmlns:a16="http://schemas.microsoft.com/office/drawing/2014/main" id="{026A8F41-47E2-4CB2-94C4-05A1D13FFBD3}"/>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8BBC8"/>
                </a:solidFill>
                <a:latin typeface="Arial"/>
                <a:ea typeface="Arial"/>
                <a:cs typeface="Arial"/>
              </a:defRPr>
            </a:defPPr>
            <a:lvl1pPr algn="r">
              <a:buNone/>
              <a:defRPr sz="1350" b="0">
                <a:solidFill>
                  <a:srgbClr val="A8BBC8"/>
                </a:solidFill>
                <a:latin typeface="Arial"/>
                <a:ea typeface="Arial"/>
                <a:cs typeface="Arial"/>
              </a:defRPr>
            </a:lvl1pPr>
            <a:lvl2pPr algn="r">
              <a:buNone/>
              <a:defRPr sz="1350" b="0">
                <a:solidFill>
                  <a:srgbClr val="A8BBC8"/>
                </a:solidFill>
                <a:latin typeface="Arial"/>
                <a:ea typeface="Arial"/>
                <a:cs typeface="Arial"/>
              </a:defRPr>
            </a:lvl2pPr>
            <a:lvl3pPr algn="r">
              <a:buNone/>
              <a:defRPr sz="1350" b="0">
                <a:solidFill>
                  <a:srgbClr val="A8BBC8"/>
                </a:solidFill>
                <a:latin typeface="Arial"/>
                <a:ea typeface="Arial"/>
                <a:cs typeface="Arial"/>
              </a:defRPr>
            </a:lvl3pPr>
            <a:lvl4pPr algn="r">
              <a:buNone/>
              <a:defRPr sz="1350" b="0">
                <a:solidFill>
                  <a:srgbClr val="A8BBC8"/>
                </a:solidFill>
                <a:latin typeface="Arial"/>
                <a:ea typeface="Arial"/>
                <a:cs typeface="Arial"/>
              </a:defRPr>
            </a:lvl4pPr>
            <a:lvl5pPr algn="r">
              <a:buNone/>
              <a:defRPr sz="1350" b="0">
                <a:solidFill>
                  <a:srgbClr val="A8BBC8"/>
                </a:solidFill>
                <a:latin typeface="Arial"/>
                <a:ea typeface="Arial"/>
                <a:cs typeface="Arial"/>
              </a:defRPr>
            </a:lvl5pPr>
            <a:lvl6pPr algn="r">
              <a:buNone/>
              <a:defRPr sz="1350" b="0">
                <a:solidFill>
                  <a:srgbClr val="A8BBC8"/>
                </a:solidFill>
                <a:latin typeface="Arial"/>
                <a:ea typeface="Arial"/>
                <a:cs typeface="Arial"/>
              </a:defRPr>
            </a:lvl6pPr>
            <a:lvl7pPr algn="r">
              <a:buNone/>
              <a:defRPr sz="1350" b="0">
                <a:solidFill>
                  <a:srgbClr val="A8BBC8"/>
                </a:solidFill>
                <a:latin typeface="Arial"/>
                <a:ea typeface="Arial"/>
                <a:cs typeface="Arial"/>
              </a:defRPr>
            </a:lvl7pPr>
            <a:lvl8pPr algn="r">
              <a:buNone/>
              <a:defRPr sz="1350" b="0">
                <a:solidFill>
                  <a:srgbClr val="A8BBC8"/>
                </a:solidFill>
                <a:latin typeface="Arial"/>
                <a:ea typeface="Arial"/>
                <a:cs typeface="Arial"/>
              </a:defRPr>
            </a:lvl8pPr>
            <a:lvl9pPr algn="r">
              <a:buNone/>
              <a:defRPr sz="1350" b="0">
                <a:solidFill>
                  <a:srgbClr val="A8BBC8"/>
                </a:solidFill>
                <a:latin typeface="Arial"/>
                <a:ea typeface="Arial"/>
                <a:cs typeface="Arial"/>
              </a:defRPr>
            </a:lvl9pPr>
          </a:lstStyle>
          <a:p xmlns:a="http://schemas.openxmlformats.org/drawingml/2006/main">
            <a:pPr algn="r">
              <a:buNone/>
              <a:defRPr sz="1350" b="0">
                <a:solidFill>
                  <a:srgbClr val="A8BBC8"/>
                </a:solidFill>
                <a:latin typeface="Arial"/>
                <a:ea typeface="Arial"/>
                <a:cs typeface="Arial"/>
              </a:defRPr>
            </a:pPr>
            <a:r>
              <a:rPr sz="1350" b="0">
                <a:solidFill>
                  <a:srgbClr val="A8BBC8"/>
                </a:solidFill>
                <a:latin typeface="Arial"/>
                <a:ea typeface="Arial"/>
                <a:cs typeface="Arial"/>
              </a:rPr>
              <a:t>10</a:t>
            </a:r>
          </a:p>
        </p:txBody>
      </p:sp>
      <p:sp>
        <p:nvSpPr>
          <p:cNvPr id="4" name="Next build steps">
            <a:extLst xmlns:a="http://schemas.openxmlformats.org/drawingml/2006/main">
              <a:ext uri="{FF2B5EF4-FFF2-40B4-BE49-F238E27FC236}">
                <a16:creationId xmlns:a16="http://schemas.microsoft.com/office/drawing/2014/main" id="{9A725A71-06B7-4578-9A30-089BB60C83AC}"/>
              </a:ext>
            </a:extLst>
          </p:cNvPr>
          <p:cNvSpPr>
            <a:spLocks xmlns:a="http://schemas.openxmlformats.org/drawingml/2006/main" noGrp="1"/>
          </p:cNvSpPr>
          <p:nvPr/>
        </p:nvSpPr>
        <p:spPr>
          <a:xfrm xmlns:a="http://schemas.openxmlformats.org/drawingml/2006/main">
            <a:off x="619125" y="16859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B9C8"/>
                </a:solidFill>
                <a:latin typeface="Arial"/>
                <a:ea typeface="Arial"/>
                <a:cs typeface="Arial"/>
              </a:defRPr>
            </a:defPPr>
            <a:lvl1pPr algn="l">
              <a:buNone/>
              <a:defRPr sz="2250" b="1">
                <a:solidFill>
                  <a:srgbClr val="00B9C8"/>
                </a:solidFill>
                <a:latin typeface="Arial"/>
                <a:ea typeface="Arial"/>
                <a:cs typeface="Arial"/>
              </a:defRPr>
            </a:lvl1pPr>
            <a:lvl2pPr algn="l">
              <a:buNone/>
              <a:defRPr sz="2250" b="1">
                <a:solidFill>
                  <a:srgbClr val="00B9C8"/>
                </a:solidFill>
                <a:latin typeface="Arial"/>
                <a:ea typeface="Arial"/>
                <a:cs typeface="Arial"/>
              </a:defRPr>
            </a:lvl2pPr>
            <a:lvl3pPr algn="l">
              <a:buNone/>
              <a:defRPr sz="2250" b="1">
                <a:solidFill>
                  <a:srgbClr val="00B9C8"/>
                </a:solidFill>
                <a:latin typeface="Arial"/>
                <a:ea typeface="Arial"/>
                <a:cs typeface="Arial"/>
              </a:defRPr>
            </a:lvl3pPr>
            <a:lvl4pPr algn="l">
              <a:buNone/>
              <a:defRPr sz="2250" b="1">
                <a:solidFill>
                  <a:srgbClr val="00B9C8"/>
                </a:solidFill>
                <a:latin typeface="Arial"/>
                <a:ea typeface="Arial"/>
                <a:cs typeface="Arial"/>
              </a:defRPr>
            </a:lvl4pPr>
            <a:lvl5pPr algn="l">
              <a:buNone/>
              <a:defRPr sz="2250" b="1">
                <a:solidFill>
                  <a:srgbClr val="00B9C8"/>
                </a:solidFill>
                <a:latin typeface="Arial"/>
                <a:ea typeface="Arial"/>
                <a:cs typeface="Arial"/>
              </a:defRPr>
            </a:lvl5pPr>
            <a:lvl6pPr algn="l">
              <a:buNone/>
              <a:defRPr sz="2250" b="1">
                <a:solidFill>
                  <a:srgbClr val="00B9C8"/>
                </a:solidFill>
                <a:latin typeface="Arial"/>
                <a:ea typeface="Arial"/>
                <a:cs typeface="Arial"/>
              </a:defRPr>
            </a:lvl6pPr>
            <a:lvl7pPr algn="l">
              <a:buNone/>
              <a:defRPr sz="2250" b="1">
                <a:solidFill>
                  <a:srgbClr val="00B9C8"/>
                </a:solidFill>
                <a:latin typeface="Arial"/>
                <a:ea typeface="Arial"/>
                <a:cs typeface="Arial"/>
              </a:defRPr>
            </a:lvl7pPr>
            <a:lvl8pPr algn="l">
              <a:buNone/>
              <a:defRPr sz="2250" b="1">
                <a:solidFill>
                  <a:srgbClr val="00B9C8"/>
                </a:solidFill>
                <a:latin typeface="Arial"/>
                <a:ea typeface="Arial"/>
                <a:cs typeface="Arial"/>
              </a:defRPr>
            </a:lvl8pPr>
            <a:lvl9pPr algn="l">
              <a:buNone/>
              <a:defRPr sz="2250" b="1">
                <a:solidFill>
                  <a:srgbClr val="00B9C8"/>
                </a:solidFill>
                <a:latin typeface="Arial"/>
                <a:ea typeface="Arial"/>
                <a:cs typeface="Arial"/>
              </a:defRPr>
            </a:lvl9pPr>
          </a:lstStyle>
          <a:p xmlns:a="http://schemas.openxmlformats.org/drawingml/2006/main">
            <a:pPr algn="l">
              <a:buNone/>
              <a:defRPr sz="2250" b="1">
                <a:solidFill>
                  <a:srgbClr val="00B9C8"/>
                </a:solidFill>
                <a:latin typeface="Arial"/>
                <a:ea typeface="Arial"/>
                <a:cs typeface="Arial"/>
              </a:defRPr>
            </a:pPr>
            <a:r>
              <a:rPr sz="2250" b="1">
                <a:solidFill>
                  <a:srgbClr val="00B9C8"/>
                </a:solidFill>
                <a:latin typeface="Arial"/>
                <a:ea typeface="Arial"/>
                <a:cs typeface="Arial"/>
              </a:rPr>
              <a:t>Next build steps</a:t>
            </a:r>
          </a:p>
        </p:txBody>
      </p:sp>
      <p:sp>
        <p:nvSpPr>
          <p:cNvPr id="5" name="01">
            <a:extLst xmlns:a="http://schemas.openxmlformats.org/drawingml/2006/main">
              <a:ext uri="{FF2B5EF4-FFF2-40B4-BE49-F238E27FC236}">
                <a16:creationId xmlns:a16="http://schemas.microsoft.com/office/drawing/2014/main" id="{62864239-09F4-4CF6-BF6C-5B71F7E7436C}"/>
              </a:ext>
            </a:extLst>
          </p:cNvPr>
          <p:cNvSpPr>
            <a:spLocks xmlns:a="http://schemas.openxmlformats.org/drawingml/2006/main" noGrp="1"/>
          </p:cNvSpPr>
          <p:nvPr/>
        </p:nvSpPr>
        <p:spPr>
          <a:xfrm xmlns:a="http://schemas.openxmlformats.org/drawingml/2006/main">
            <a:off x="619125" y="24479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B9C8"/>
                </a:solidFill>
                <a:latin typeface="Arial"/>
                <a:ea typeface="Arial"/>
                <a:cs typeface="Arial"/>
              </a:defRPr>
            </a:defPPr>
            <a:lvl1pPr algn="l">
              <a:buNone/>
              <a:defRPr sz="2550" b="1">
                <a:solidFill>
                  <a:srgbClr val="00B9C8"/>
                </a:solidFill>
                <a:latin typeface="Arial"/>
                <a:ea typeface="Arial"/>
                <a:cs typeface="Arial"/>
              </a:defRPr>
            </a:lvl1pPr>
            <a:lvl2pPr algn="l">
              <a:buNone/>
              <a:defRPr sz="2550" b="1">
                <a:solidFill>
                  <a:srgbClr val="00B9C8"/>
                </a:solidFill>
                <a:latin typeface="Arial"/>
                <a:ea typeface="Arial"/>
                <a:cs typeface="Arial"/>
              </a:defRPr>
            </a:lvl2pPr>
            <a:lvl3pPr algn="l">
              <a:buNone/>
              <a:defRPr sz="2550" b="1">
                <a:solidFill>
                  <a:srgbClr val="00B9C8"/>
                </a:solidFill>
                <a:latin typeface="Arial"/>
                <a:ea typeface="Arial"/>
                <a:cs typeface="Arial"/>
              </a:defRPr>
            </a:lvl3pPr>
            <a:lvl4pPr algn="l">
              <a:buNone/>
              <a:defRPr sz="2550" b="1">
                <a:solidFill>
                  <a:srgbClr val="00B9C8"/>
                </a:solidFill>
                <a:latin typeface="Arial"/>
                <a:ea typeface="Arial"/>
                <a:cs typeface="Arial"/>
              </a:defRPr>
            </a:lvl4pPr>
            <a:lvl5pPr algn="l">
              <a:buNone/>
              <a:defRPr sz="2550" b="1">
                <a:solidFill>
                  <a:srgbClr val="00B9C8"/>
                </a:solidFill>
                <a:latin typeface="Arial"/>
                <a:ea typeface="Arial"/>
                <a:cs typeface="Arial"/>
              </a:defRPr>
            </a:lvl5pPr>
            <a:lvl6pPr algn="l">
              <a:buNone/>
              <a:defRPr sz="2550" b="1">
                <a:solidFill>
                  <a:srgbClr val="00B9C8"/>
                </a:solidFill>
                <a:latin typeface="Arial"/>
                <a:ea typeface="Arial"/>
                <a:cs typeface="Arial"/>
              </a:defRPr>
            </a:lvl6pPr>
            <a:lvl7pPr algn="l">
              <a:buNone/>
              <a:defRPr sz="2550" b="1">
                <a:solidFill>
                  <a:srgbClr val="00B9C8"/>
                </a:solidFill>
                <a:latin typeface="Arial"/>
                <a:ea typeface="Arial"/>
                <a:cs typeface="Arial"/>
              </a:defRPr>
            </a:lvl7pPr>
            <a:lvl8pPr algn="l">
              <a:buNone/>
              <a:defRPr sz="2550" b="1">
                <a:solidFill>
                  <a:srgbClr val="00B9C8"/>
                </a:solidFill>
                <a:latin typeface="Arial"/>
                <a:ea typeface="Arial"/>
                <a:cs typeface="Arial"/>
              </a:defRPr>
            </a:lvl8pPr>
            <a:lvl9pPr algn="l">
              <a:buNone/>
              <a:defRPr sz="2550" b="1">
                <a:solidFill>
                  <a:srgbClr val="00B9C8"/>
                </a:solidFill>
                <a:latin typeface="Arial"/>
                <a:ea typeface="Arial"/>
                <a:cs typeface="Arial"/>
              </a:defRPr>
            </a:lvl9pPr>
          </a:lstStyle>
          <a:p xmlns:a="http://schemas.openxmlformats.org/drawingml/2006/main">
            <a:pPr algn="l">
              <a:buNone/>
              <a:defRPr sz="2550" b="1">
                <a:solidFill>
                  <a:srgbClr val="00B9C8"/>
                </a:solidFill>
                <a:latin typeface="Arial"/>
                <a:ea typeface="Arial"/>
                <a:cs typeface="Arial"/>
              </a:defRPr>
            </a:pPr>
            <a:r>
              <a:rPr sz="2550" b="1">
                <a:solidFill>
                  <a:srgbClr val="00B9C8"/>
                </a:solidFill>
                <a:latin typeface="Arial"/>
                <a:ea typeface="Arial"/>
                <a:cs typeface="Arial"/>
              </a:rPr>
              <a:t>01</a:t>
            </a:r>
          </a:p>
        </p:txBody>
      </p:sp>
      <p:sp>
        <p:nvSpPr>
          <p:cNvPr id="6" name="Connect the React console">
            <a:extLst xmlns:a="http://schemas.openxmlformats.org/drawingml/2006/main">
              <a:ext uri="{FF2B5EF4-FFF2-40B4-BE49-F238E27FC236}">
                <a16:creationId xmlns:a16="http://schemas.microsoft.com/office/drawing/2014/main" id="{C1950CE7-A1AD-41BA-9006-651820DE3E28}"/>
              </a:ext>
            </a:extLst>
          </p:cNvPr>
          <p:cNvSpPr>
            <a:spLocks xmlns:a="http://schemas.openxmlformats.org/drawingml/2006/main" noGrp="1"/>
          </p:cNvSpPr>
          <p:nvPr/>
        </p:nvSpPr>
        <p:spPr>
          <a:xfrm xmlns:a="http://schemas.openxmlformats.org/drawingml/2006/main">
            <a:off x="1476375" y="24479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buNone/>
              <a:defRPr sz="2025" b="1">
                <a:solidFill>
                  <a:srgbClr val="FFFFFF"/>
                </a:solidFill>
                <a:latin typeface="Arial"/>
                <a:ea typeface="Arial"/>
                <a:cs typeface="Arial"/>
              </a:defRPr>
            </a:lvl1pPr>
            <a:lvl2pPr algn="l">
              <a:buNone/>
              <a:defRPr sz="2025" b="1">
                <a:solidFill>
                  <a:srgbClr val="FFFFFF"/>
                </a:solidFill>
                <a:latin typeface="Arial"/>
                <a:ea typeface="Arial"/>
                <a:cs typeface="Arial"/>
              </a:defRPr>
            </a:lvl2pPr>
            <a:lvl3pPr algn="l">
              <a:buNone/>
              <a:defRPr sz="2025" b="1">
                <a:solidFill>
                  <a:srgbClr val="FFFFFF"/>
                </a:solidFill>
                <a:latin typeface="Arial"/>
                <a:ea typeface="Arial"/>
                <a:cs typeface="Arial"/>
              </a:defRPr>
            </a:lvl3pPr>
            <a:lvl4pPr algn="l">
              <a:buNone/>
              <a:defRPr sz="2025" b="1">
                <a:solidFill>
                  <a:srgbClr val="FFFFFF"/>
                </a:solidFill>
                <a:latin typeface="Arial"/>
                <a:ea typeface="Arial"/>
                <a:cs typeface="Arial"/>
              </a:defRPr>
            </a:lvl4pPr>
            <a:lvl5pPr algn="l">
              <a:buNone/>
              <a:defRPr sz="2025" b="1">
                <a:solidFill>
                  <a:srgbClr val="FFFFFF"/>
                </a:solidFill>
                <a:latin typeface="Arial"/>
                <a:ea typeface="Arial"/>
                <a:cs typeface="Arial"/>
              </a:defRPr>
            </a:lvl5pPr>
            <a:lvl6pPr algn="l">
              <a:buNone/>
              <a:defRPr sz="2025" b="1">
                <a:solidFill>
                  <a:srgbClr val="FFFFFF"/>
                </a:solidFill>
                <a:latin typeface="Arial"/>
                <a:ea typeface="Arial"/>
                <a:cs typeface="Arial"/>
              </a:defRPr>
            </a:lvl6pPr>
            <a:lvl7pPr algn="l">
              <a:buNone/>
              <a:defRPr sz="2025" b="1">
                <a:solidFill>
                  <a:srgbClr val="FFFFFF"/>
                </a:solidFill>
                <a:latin typeface="Arial"/>
                <a:ea typeface="Arial"/>
                <a:cs typeface="Arial"/>
              </a:defRPr>
            </a:lvl7pPr>
            <a:lvl8pPr algn="l">
              <a:buNone/>
              <a:defRPr sz="2025" b="1">
                <a:solidFill>
                  <a:srgbClr val="FFFFFF"/>
                </a:solidFill>
                <a:latin typeface="Arial"/>
                <a:ea typeface="Arial"/>
                <a:cs typeface="Arial"/>
              </a:defRPr>
            </a:lvl8pPr>
            <a:lvl9pPr algn="l">
              <a:buNone/>
              <a:defRPr sz="2025" b="1">
                <a:solidFill>
                  <a:srgbClr val="FFFFFF"/>
                </a:solidFill>
                <a:latin typeface="Arial"/>
                <a:ea typeface="Arial"/>
                <a:cs typeface="Arial"/>
              </a:defRPr>
            </a:lvl9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Validate the full N04 workflow</a:t>
            </a:r>
          </a:p>
        </p:txBody>
      </p:sp>
      <p:sp>
        <p:nvSpPr>
          <p:cNvPr id="7" name="Use the backend’s authenticated roles and lifecycle">
            <a:extLst xmlns:a="http://schemas.openxmlformats.org/drawingml/2006/main">
              <a:ext uri="{FF2B5EF4-FFF2-40B4-BE49-F238E27FC236}">
                <a16:creationId xmlns:a16="http://schemas.microsoft.com/office/drawing/2014/main" id="{86F85523-D8BA-4647-BFB6-CAF687372C8C}"/>
              </a:ext>
            </a:extLst>
          </p:cNvPr>
          <p:cNvSpPr>
            <a:spLocks xmlns:a="http://schemas.openxmlformats.org/drawingml/2006/main" noGrp="1"/>
          </p:cNvSpPr>
          <p:nvPr/>
        </p:nvSpPr>
        <p:spPr>
          <a:xfrm xmlns:a="http://schemas.openxmlformats.org/drawingml/2006/main">
            <a:off x="1476375" y="28765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8BBC8"/>
                </a:solidFill>
                <a:latin typeface="Arial"/>
                <a:ea typeface="Arial"/>
                <a:cs typeface="Arial"/>
              </a:defRPr>
            </a:defPPr>
            <a:lvl1pPr algn="l">
              <a:buNone/>
              <a:defRPr sz="1725" b="0">
                <a:solidFill>
                  <a:srgbClr val="A8BBC8"/>
                </a:solidFill>
                <a:latin typeface="Arial"/>
                <a:ea typeface="Arial"/>
                <a:cs typeface="Arial"/>
              </a:defRPr>
            </a:lvl1pPr>
            <a:lvl2pPr algn="l">
              <a:buNone/>
              <a:defRPr sz="1725" b="0">
                <a:solidFill>
                  <a:srgbClr val="A8BBC8"/>
                </a:solidFill>
                <a:latin typeface="Arial"/>
                <a:ea typeface="Arial"/>
                <a:cs typeface="Arial"/>
              </a:defRPr>
            </a:lvl2pPr>
            <a:lvl3pPr algn="l">
              <a:buNone/>
              <a:defRPr sz="1725" b="0">
                <a:solidFill>
                  <a:srgbClr val="A8BBC8"/>
                </a:solidFill>
                <a:latin typeface="Arial"/>
                <a:ea typeface="Arial"/>
                <a:cs typeface="Arial"/>
              </a:defRPr>
            </a:lvl3pPr>
            <a:lvl4pPr algn="l">
              <a:buNone/>
              <a:defRPr sz="1725" b="0">
                <a:solidFill>
                  <a:srgbClr val="A8BBC8"/>
                </a:solidFill>
                <a:latin typeface="Arial"/>
                <a:ea typeface="Arial"/>
                <a:cs typeface="Arial"/>
              </a:defRPr>
            </a:lvl4pPr>
            <a:lvl5pPr algn="l">
              <a:buNone/>
              <a:defRPr sz="1725" b="0">
                <a:solidFill>
                  <a:srgbClr val="A8BBC8"/>
                </a:solidFill>
                <a:latin typeface="Arial"/>
                <a:ea typeface="Arial"/>
                <a:cs typeface="Arial"/>
              </a:defRPr>
            </a:lvl5pPr>
            <a:lvl6pPr algn="l">
              <a:buNone/>
              <a:defRPr sz="1725" b="0">
                <a:solidFill>
                  <a:srgbClr val="A8BBC8"/>
                </a:solidFill>
                <a:latin typeface="Arial"/>
                <a:ea typeface="Arial"/>
                <a:cs typeface="Arial"/>
              </a:defRPr>
            </a:lvl6pPr>
            <a:lvl7pPr algn="l">
              <a:buNone/>
              <a:defRPr sz="1725" b="0">
                <a:solidFill>
                  <a:srgbClr val="A8BBC8"/>
                </a:solidFill>
                <a:latin typeface="Arial"/>
                <a:ea typeface="Arial"/>
                <a:cs typeface="Arial"/>
              </a:defRPr>
            </a:lvl7pPr>
            <a:lvl8pPr algn="l">
              <a:buNone/>
              <a:defRPr sz="1725" b="0">
                <a:solidFill>
                  <a:srgbClr val="A8BBC8"/>
                </a:solidFill>
                <a:latin typeface="Arial"/>
                <a:ea typeface="Arial"/>
                <a:cs typeface="Arial"/>
              </a:defRPr>
            </a:lvl8pPr>
            <a:lvl9pPr algn="l">
              <a:buNone/>
              <a:defRPr sz="1725" b="0">
                <a:solidFill>
                  <a:srgbClr val="A8BBC8"/>
                </a:solidFill>
                <a:latin typeface="Arial"/>
                <a:ea typeface="Arial"/>
                <a:cs typeface="Arial"/>
              </a:defRPr>
            </a:lvl9pPr>
          </a:lstStyle>
          <a:p xmlns:a="http://schemas.openxmlformats.org/drawingml/2006/main">
            <a:pPr algn="l">
              <a:buNone/>
              <a:defRPr sz="1725" b="0">
                <a:solidFill>
                  <a:srgbClr val="A8BBC8"/>
                </a:solidFill>
                <a:latin typeface="Arial"/>
                <a:ea typeface="Arial"/>
                <a:cs typeface="Arial"/>
              </a:defRPr>
            </a:pPr>
            <a:r>
              <a:rPr sz="1725" b="0">
                <a:solidFill>
                  <a:srgbClr val="A8BBC8"/>
                </a:solidFill>
                <a:latin typeface="Arial"/>
                <a:ea typeface="Arial"/>
                <a:cs typeface="Arial"/>
              </a:rPr>
              <a:t>Owner-admit service; verify browser sessions, inference and evidence export</a:t>
            </a:r>
          </a:p>
        </p:txBody>
      </p:sp>
      <p:sp>
        <p:nvSpPr>
          <p:cNvPr id="8" name="02">
            <a:extLst xmlns:a="http://schemas.openxmlformats.org/drawingml/2006/main">
              <a:ext uri="{FF2B5EF4-FFF2-40B4-BE49-F238E27FC236}">
                <a16:creationId xmlns:a16="http://schemas.microsoft.com/office/drawing/2014/main" id="{101B9EE7-1FFB-46D5-B8A4-F981E9B3FFF2}"/>
              </a:ext>
            </a:extLst>
          </p:cNvPr>
          <p:cNvSpPr>
            <a:spLocks xmlns:a="http://schemas.openxmlformats.org/drawingml/2006/main" noGrp="1"/>
          </p:cNvSpPr>
          <p:nvPr/>
        </p:nvSpPr>
        <p:spPr>
          <a:xfrm xmlns:a="http://schemas.openxmlformats.org/drawingml/2006/main">
            <a:off x="619125" y="35528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B9C8"/>
                </a:solidFill>
                <a:latin typeface="Arial"/>
                <a:ea typeface="Arial"/>
                <a:cs typeface="Arial"/>
              </a:defRPr>
            </a:defPPr>
            <a:lvl1pPr algn="l">
              <a:buNone/>
              <a:defRPr sz="2550" b="1">
                <a:solidFill>
                  <a:srgbClr val="00B9C8"/>
                </a:solidFill>
                <a:latin typeface="Arial"/>
                <a:ea typeface="Arial"/>
                <a:cs typeface="Arial"/>
              </a:defRPr>
            </a:lvl1pPr>
            <a:lvl2pPr algn="l">
              <a:buNone/>
              <a:defRPr sz="2550" b="1">
                <a:solidFill>
                  <a:srgbClr val="00B9C8"/>
                </a:solidFill>
                <a:latin typeface="Arial"/>
                <a:ea typeface="Arial"/>
                <a:cs typeface="Arial"/>
              </a:defRPr>
            </a:lvl2pPr>
            <a:lvl3pPr algn="l">
              <a:buNone/>
              <a:defRPr sz="2550" b="1">
                <a:solidFill>
                  <a:srgbClr val="00B9C8"/>
                </a:solidFill>
                <a:latin typeface="Arial"/>
                <a:ea typeface="Arial"/>
                <a:cs typeface="Arial"/>
              </a:defRPr>
            </a:lvl3pPr>
            <a:lvl4pPr algn="l">
              <a:buNone/>
              <a:defRPr sz="2550" b="1">
                <a:solidFill>
                  <a:srgbClr val="00B9C8"/>
                </a:solidFill>
                <a:latin typeface="Arial"/>
                <a:ea typeface="Arial"/>
                <a:cs typeface="Arial"/>
              </a:defRPr>
            </a:lvl4pPr>
            <a:lvl5pPr algn="l">
              <a:buNone/>
              <a:defRPr sz="2550" b="1">
                <a:solidFill>
                  <a:srgbClr val="00B9C8"/>
                </a:solidFill>
                <a:latin typeface="Arial"/>
                <a:ea typeface="Arial"/>
                <a:cs typeface="Arial"/>
              </a:defRPr>
            </a:lvl5pPr>
            <a:lvl6pPr algn="l">
              <a:buNone/>
              <a:defRPr sz="2550" b="1">
                <a:solidFill>
                  <a:srgbClr val="00B9C8"/>
                </a:solidFill>
                <a:latin typeface="Arial"/>
                <a:ea typeface="Arial"/>
                <a:cs typeface="Arial"/>
              </a:defRPr>
            </a:lvl6pPr>
            <a:lvl7pPr algn="l">
              <a:buNone/>
              <a:defRPr sz="2550" b="1">
                <a:solidFill>
                  <a:srgbClr val="00B9C8"/>
                </a:solidFill>
                <a:latin typeface="Arial"/>
                <a:ea typeface="Arial"/>
                <a:cs typeface="Arial"/>
              </a:defRPr>
            </a:lvl7pPr>
            <a:lvl8pPr algn="l">
              <a:buNone/>
              <a:defRPr sz="2550" b="1">
                <a:solidFill>
                  <a:srgbClr val="00B9C8"/>
                </a:solidFill>
                <a:latin typeface="Arial"/>
                <a:ea typeface="Arial"/>
                <a:cs typeface="Arial"/>
              </a:defRPr>
            </a:lvl8pPr>
            <a:lvl9pPr algn="l">
              <a:buNone/>
              <a:defRPr sz="2550" b="1">
                <a:solidFill>
                  <a:srgbClr val="00B9C8"/>
                </a:solidFill>
                <a:latin typeface="Arial"/>
                <a:ea typeface="Arial"/>
                <a:cs typeface="Arial"/>
              </a:defRPr>
            </a:lvl9pPr>
          </a:lstStyle>
          <a:p xmlns:a="http://schemas.openxmlformats.org/drawingml/2006/main">
            <a:pPr algn="l">
              <a:buNone/>
              <a:defRPr sz="2550" b="1">
                <a:solidFill>
                  <a:srgbClr val="00B9C8"/>
                </a:solidFill>
                <a:latin typeface="Arial"/>
                <a:ea typeface="Arial"/>
                <a:cs typeface="Arial"/>
              </a:defRPr>
            </a:pPr>
            <a:r>
              <a:rPr sz="2550" b="1">
                <a:solidFill>
                  <a:srgbClr val="00B9C8"/>
                </a:solidFill>
                <a:latin typeface="Arial"/>
                <a:ea typeface="Arial"/>
                <a:cs typeface="Arial"/>
              </a:rPr>
              <a:t>02</a:t>
            </a:r>
          </a:p>
        </p:txBody>
      </p:sp>
      <p:sp>
        <p:nvSpPr>
          <p:cNvPr id="9" name="Validate on independent hardware">
            <a:extLst xmlns:a="http://schemas.openxmlformats.org/drawingml/2006/main">
              <a:ext uri="{FF2B5EF4-FFF2-40B4-BE49-F238E27FC236}">
                <a16:creationId xmlns:a16="http://schemas.microsoft.com/office/drawing/2014/main" id="{08451810-E6F6-47F1-B9D6-99FA5B29DB0F}"/>
              </a:ext>
            </a:extLst>
          </p:cNvPr>
          <p:cNvSpPr>
            <a:spLocks xmlns:a="http://schemas.openxmlformats.org/drawingml/2006/main" noGrp="1"/>
          </p:cNvSpPr>
          <p:nvPr/>
        </p:nvSpPr>
        <p:spPr>
          <a:xfrm xmlns:a="http://schemas.openxmlformats.org/drawingml/2006/main">
            <a:off x="1476375" y="35528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buNone/>
              <a:defRPr sz="2025" b="1">
                <a:solidFill>
                  <a:srgbClr val="FFFFFF"/>
                </a:solidFill>
                <a:latin typeface="Arial"/>
                <a:ea typeface="Arial"/>
                <a:cs typeface="Arial"/>
              </a:defRPr>
            </a:lvl1pPr>
            <a:lvl2pPr algn="l">
              <a:buNone/>
              <a:defRPr sz="2025" b="1">
                <a:solidFill>
                  <a:srgbClr val="FFFFFF"/>
                </a:solidFill>
                <a:latin typeface="Arial"/>
                <a:ea typeface="Arial"/>
                <a:cs typeface="Arial"/>
              </a:defRPr>
            </a:lvl2pPr>
            <a:lvl3pPr algn="l">
              <a:buNone/>
              <a:defRPr sz="2025" b="1">
                <a:solidFill>
                  <a:srgbClr val="FFFFFF"/>
                </a:solidFill>
                <a:latin typeface="Arial"/>
                <a:ea typeface="Arial"/>
                <a:cs typeface="Arial"/>
              </a:defRPr>
            </a:lvl3pPr>
            <a:lvl4pPr algn="l">
              <a:buNone/>
              <a:defRPr sz="2025" b="1">
                <a:solidFill>
                  <a:srgbClr val="FFFFFF"/>
                </a:solidFill>
                <a:latin typeface="Arial"/>
                <a:ea typeface="Arial"/>
                <a:cs typeface="Arial"/>
              </a:defRPr>
            </a:lvl4pPr>
            <a:lvl5pPr algn="l">
              <a:buNone/>
              <a:defRPr sz="2025" b="1">
                <a:solidFill>
                  <a:srgbClr val="FFFFFF"/>
                </a:solidFill>
                <a:latin typeface="Arial"/>
                <a:ea typeface="Arial"/>
                <a:cs typeface="Arial"/>
              </a:defRPr>
            </a:lvl5pPr>
            <a:lvl6pPr algn="l">
              <a:buNone/>
              <a:defRPr sz="2025" b="1">
                <a:solidFill>
                  <a:srgbClr val="FFFFFF"/>
                </a:solidFill>
                <a:latin typeface="Arial"/>
                <a:ea typeface="Arial"/>
                <a:cs typeface="Arial"/>
              </a:defRPr>
            </a:lvl6pPr>
            <a:lvl7pPr algn="l">
              <a:buNone/>
              <a:defRPr sz="2025" b="1">
                <a:solidFill>
                  <a:srgbClr val="FFFFFF"/>
                </a:solidFill>
                <a:latin typeface="Arial"/>
                <a:ea typeface="Arial"/>
                <a:cs typeface="Arial"/>
              </a:defRPr>
            </a:lvl7pPr>
            <a:lvl8pPr algn="l">
              <a:buNone/>
              <a:defRPr sz="2025" b="1">
                <a:solidFill>
                  <a:srgbClr val="FFFFFF"/>
                </a:solidFill>
                <a:latin typeface="Arial"/>
                <a:ea typeface="Arial"/>
                <a:cs typeface="Arial"/>
              </a:defRPr>
            </a:lvl8pPr>
            <a:lvl9pPr algn="l">
              <a:buNone/>
              <a:defRPr sz="2025" b="1">
                <a:solidFill>
                  <a:srgbClr val="FFFFFF"/>
                </a:solidFill>
                <a:latin typeface="Arial"/>
                <a:ea typeface="Arial"/>
                <a:cs typeface="Arial"/>
              </a:defRPr>
            </a:lvl9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Validate on independent hardware</a:t>
            </a:r>
          </a:p>
        </p:txBody>
      </p:sp>
      <p:sp>
        <p:nvSpPr>
          <p:cNvPr id="10" name="Repeat admission and real inference on another machine">
            <a:extLst xmlns:a="http://schemas.openxmlformats.org/drawingml/2006/main">
              <a:ext uri="{FF2B5EF4-FFF2-40B4-BE49-F238E27FC236}">
                <a16:creationId xmlns:a16="http://schemas.microsoft.com/office/drawing/2014/main" id="{81A5FF55-E4E0-4496-8F73-A507E7EFCDBF}"/>
              </a:ext>
            </a:extLst>
          </p:cNvPr>
          <p:cNvSpPr>
            <a:spLocks xmlns:a="http://schemas.openxmlformats.org/drawingml/2006/main" noGrp="1"/>
          </p:cNvSpPr>
          <p:nvPr/>
        </p:nvSpPr>
        <p:spPr>
          <a:xfrm xmlns:a="http://schemas.openxmlformats.org/drawingml/2006/main">
            <a:off x="1476375" y="39814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8BBC8"/>
                </a:solidFill>
                <a:latin typeface="Arial"/>
                <a:ea typeface="Arial"/>
                <a:cs typeface="Arial"/>
              </a:defRPr>
            </a:defPPr>
            <a:lvl1pPr algn="l">
              <a:buNone/>
              <a:defRPr sz="1725" b="0">
                <a:solidFill>
                  <a:srgbClr val="A8BBC8"/>
                </a:solidFill>
                <a:latin typeface="Arial"/>
                <a:ea typeface="Arial"/>
                <a:cs typeface="Arial"/>
              </a:defRPr>
            </a:lvl1pPr>
            <a:lvl2pPr algn="l">
              <a:buNone/>
              <a:defRPr sz="1725" b="0">
                <a:solidFill>
                  <a:srgbClr val="A8BBC8"/>
                </a:solidFill>
                <a:latin typeface="Arial"/>
                <a:ea typeface="Arial"/>
                <a:cs typeface="Arial"/>
              </a:defRPr>
            </a:lvl2pPr>
            <a:lvl3pPr algn="l">
              <a:buNone/>
              <a:defRPr sz="1725" b="0">
                <a:solidFill>
                  <a:srgbClr val="A8BBC8"/>
                </a:solidFill>
                <a:latin typeface="Arial"/>
                <a:ea typeface="Arial"/>
                <a:cs typeface="Arial"/>
              </a:defRPr>
            </a:lvl3pPr>
            <a:lvl4pPr algn="l">
              <a:buNone/>
              <a:defRPr sz="1725" b="0">
                <a:solidFill>
                  <a:srgbClr val="A8BBC8"/>
                </a:solidFill>
                <a:latin typeface="Arial"/>
                <a:ea typeface="Arial"/>
                <a:cs typeface="Arial"/>
              </a:defRPr>
            </a:lvl4pPr>
            <a:lvl5pPr algn="l">
              <a:buNone/>
              <a:defRPr sz="1725" b="0">
                <a:solidFill>
                  <a:srgbClr val="A8BBC8"/>
                </a:solidFill>
                <a:latin typeface="Arial"/>
                <a:ea typeface="Arial"/>
                <a:cs typeface="Arial"/>
              </a:defRPr>
            </a:lvl5pPr>
            <a:lvl6pPr algn="l">
              <a:buNone/>
              <a:defRPr sz="1725" b="0">
                <a:solidFill>
                  <a:srgbClr val="A8BBC8"/>
                </a:solidFill>
                <a:latin typeface="Arial"/>
                <a:ea typeface="Arial"/>
                <a:cs typeface="Arial"/>
              </a:defRPr>
            </a:lvl6pPr>
            <a:lvl7pPr algn="l">
              <a:buNone/>
              <a:defRPr sz="1725" b="0">
                <a:solidFill>
                  <a:srgbClr val="A8BBC8"/>
                </a:solidFill>
                <a:latin typeface="Arial"/>
                <a:ea typeface="Arial"/>
                <a:cs typeface="Arial"/>
              </a:defRPr>
            </a:lvl7pPr>
            <a:lvl8pPr algn="l">
              <a:buNone/>
              <a:defRPr sz="1725" b="0">
                <a:solidFill>
                  <a:srgbClr val="A8BBC8"/>
                </a:solidFill>
                <a:latin typeface="Arial"/>
                <a:ea typeface="Arial"/>
                <a:cs typeface="Arial"/>
              </a:defRPr>
            </a:lvl8pPr>
            <a:lvl9pPr algn="l">
              <a:buNone/>
              <a:defRPr sz="1725" b="0">
                <a:solidFill>
                  <a:srgbClr val="A8BBC8"/>
                </a:solidFill>
                <a:latin typeface="Arial"/>
                <a:ea typeface="Arial"/>
                <a:cs typeface="Arial"/>
              </a:defRPr>
            </a:lvl9pPr>
          </a:lstStyle>
          <a:p xmlns:a="http://schemas.openxmlformats.org/drawingml/2006/main">
            <a:pPr algn="l">
              <a:buNone/>
              <a:defRPr sz="1725" b="0">
                <a:solidFill>
                  <a:srgbClr val="A8BBC8"/>
                </a:solidFill>
                <a:latin typeface="Arial"/>
                <a:ea typeface="Arial"/>
                <a:cs typeface="Arial"/>
              </a:defRPr>
            </a:pPr>
            <a:r>
              <a:rPr sz="1725" b="0">
                <a:solidFill>
                  <a:srgbClr val="A8BBC8"/>
                </a:solidFill>
                <a:latin typeface="Arial"/>
                <a:ea typeface="Arial"/>
                <a:cs typeface="Arial"/>
              </a:rPr>
              <a:t>Repeat owner admission and real inference on a separate machine</a:t>
            </a:r>
          </a:p>
        </p:txBody>
      </p:sp>
      <p:sp>
        <p:nvSpPr>
          <p:cNvPr id="11" name="03">
            <a:extLst xmlns:a="http://schemas.openxmlformats.org/drawingml/2006/main">
              <a:ext uri="{FF2B5EF4-FFF2-40B4-BE49-F238E27FC236}">
                <a16:creationId xmlns:a16="http://schemas.microsoft.com/office/drawing/2014/main" id="{0160BFA5-6133-4ADE-9225-47B71BE2BF95}"/>
              </a:ext>
            </a:extLst>
          </p:cNvPr>
          <p:cNvSpPr>
            <a:spLocks xmlns:a="http://schemas.openxmlformats.org/drawingml/2006/main" noGrp="1"/>
          </p:cNvSpPr>
          <p:nvPr/>
        </p:nvSpPr>
        <p:spPr>
          <a:xfrm xmlns:a="http://schemas.openxmlformats.org/drawingml/2006/main">
            <a:off x="619125" y="46577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B9C8"/>
                </a:solidFill>
                <a:latin typeface="Arial"/>
                <a:ea typeface="Arial"/>
                <a:cs typeface="Arial"/>
              </a:defRPr>
            </a:defPPr>
            <a:lvl1pPr algn="l">
              <a:buNone/>
              <a:defRPr sz="2550" b="1">
                <a:solidFill>
                  <a:srgbClr val="00B9C8"/>
                </a:solidFill>
                <a:latin typeface="Arial"/>
                <a:ea typeface="Arial"/>
                <a:cs typeface="Arial"/>
              </a:defRPr>
            </a:lvl1pPr>
            <a:lvl2pPr algn="l">
              <a:buNone/>
              <a:defRPr sz="2550" b="1">
                <a:solidFill>
                  <a:srgbClr val="00B9C8"/>
                </a:solidFill>
                <a:latin typeface="Arial"/>
                <a:ea typeface="Arial"/>
                <a:cs typeface="Arial"/>
              </a:defRPr>
            </a:lvl2pPr>
            <a:lvl3pPr algn="l">
              <a:buNone/>
              <a:defRPr sz="2550" b="1">
                <a:solidFill>
                  <a:srgbClr val="00B9C8"/>
                </a:solidFill>
                <a:latin typeface="Arial"/>
                <a:ea typeface="Arial"/>
                <a:cs typeface="Arial"/>
              </a:defRPr>
            </a:lvl3pPr>
            <a:lvl4pPr algn="l">
              <a:buNone/>
              <a:defRPr sz="2550" b="1">
                <a:solidFill>
                  <a:srgbClr val="00B9C8"/>
                </a:solidFill>
                <a:latin typeface="Arial"/>
                <a:ea typeface="Arial"/>
                <a:cs typeface="Arial"/>
              </a:defRPr>
            </a:lvl4pPr>
            <a:lvl5pPr algn="l">
              <a:buNone/>
              <a:defRPr sz="2550" b="1">
                <a:solidFill>
                  <a:srgbClr val="00B9C8"/>
                </a:solidFill>
                <a:latin typeface="Arial"/>
                <a:ea typeface="Arial"/>
                <a:cs typeface="Arial"/>
              </a:defRPr>
            </a:lvl5pPr>
            <a:lvl6pPr algn="l">
              <a:buNone/>
              <a:defRPr sz="2550" b="1">
                <a:solidFill>
                  <a:srgbClr val="00B9C8"/>
                </a:solidFill>
                <a:latin typeface="Arial"/>
                <a:ea typeface="Arial"/>
                <a:cs typeface="Arial"/>
              </a:defRPr>
            </a:lvl6pPr>
            <a:lvl7pPr algn="l">
              <a:buNone/>
              <a:defRPr sz="2550" b="1">
                <a:solidFill>
                  <a:srgbClr val="00B9C8"/>
                </a:solidFill>
                <a:latin typeface="Arial"/>
                <a:ea typeface="Arial"/>
                <a:cs typeface="Arial"/>
              </a:defRPr>
            </a:lvl7pPr>
            <a:lvl8pPr algn="l">
              <a:buNone/>
              <a:defRPr sz="2550" b="1">
                <a:solidFill>
                  <a:srgbClr val="00B9C8"/>
                </a:solidFill>
                <a:latin typeface="Arial"/>
                <a:ea typeface="Arial"/>
                <a:cs typeface="Arial"/>
              </a:defRPr>
            </a:lvl8pPr>
            <a:lvl9pPr algn="l">
              <a:buNone/>
              <a:defRPr sz="2550" b="1">
                <a:solidFill>
                  <a:srgbClr val="00B9C8"/>
                </a:solidFill>
                <a:latin typeface="Arial"/>
                <a:ea typeface="Arial"/>
                <a:cs typeface="Arial"/>
              </a:defRPr>
            </a:lvl9pPr>
          </a:lstStyle>
          <a:p xmlns:a="http://schemas.openxmlformats.org/drawingml/2006/main">
            <a:pPr algn="l">
              <a:buNone/>
              <a:defRPr sz="2550" b="1">
                <a:solidFill>
                  <a:srgbClr val="00B9C8"/>
                </a:solidFill>
                <a:latin typeface="Arial"/>
                <a:ea typeface="Arial"/>
                <a:cs typeface="Arial"/>
              </a:defRPr>
            </a:pPr>
            <a:r>
              <a:rPr sz="2550" b="1">
                <a:solidFill>
                  <a:srgbClr val="00B9C8"/>
                </a:solidFill>
                <a:latin typeface="Arial"/>
                <a:ea typeface="Arial"/>
                <a:cs typeface="Arial"/>
              </a:rPr>
              <a:t>03</a:t>
            </a:r>
          </a:p>
        </p:txBody>
      </p:sp>
      <p:sp>
        <p:nvSpPr>
          <p:cNvPr id="12" name="Extend the remaining probes">
            <a:extLst xmlns:a="http://schemas.openxmlformats.org/drawingml/2006/main">
              <a:ext uri="{FF2B5EF4-FFF2-40B4-BE49-F238E27FC236}">
                <a16:creationId xmlns:a16="http://schemas.microsoft.com/office/drawing/2014/main" id="{46E261DA-B381-45DE-AD15-D2A93FD78994}"/>
              </a:ext>
            </a:extLst>
          </p:cNvPr>
          <p:cNvSpPr>
            <a:spLocks xmlns:a="http://schemas.openxmlformats.org/drawingml/2006/main" noGrp="1"/>
          </p:cNvSpPr>
          <p:nvPr/>
        </p:nvSpPr>
        <p:spPr>
          <a:xfrm xmlns:a="http://schemas.openxmlformats.org/drawingml/2006/main">
            <a:off x="1476375" y="46577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buNone/>
              <a:defRPr sz="2025" b="1">
                <a:solidFill>
                  <a:srgbClr val="FFFFFF"/>
                </a:solidFill>
                <a:latin typeface="Arial"/>
                <a:ea typeface="Arial"/>
                <a:cs typeface="Arial"/>
              </a:defRPr>
            </a:lvl1pPr>
            <a:lvl2pPr algn="l">
              <a:buNone/>
              <a:defRPr sz="2025" b="1">
                <a:solidFill>
                  <a:srgbClr val="FFFFFF"/>
                </a:solidFill>
                <a:latin typeface="Arial"/>
                <a:ea typeface="Arial"/>
                <a:cs typeface="Arial"/>
              </a:defRPr>
            </a:lvl2pPr>
            <a:lvl3pPr algn="l">
              <a:buNone/>
              <a:defRPr sz="2025" b="1">
                <a:solidFill>
                  <a:srgbClr val="FFFFFF"/>
                </a:solidFill>
                <a:latin typeface="Arial"/>
                <a:ea typeface="Arial"/>
                <a:cs typeface="Arial"/>
              </a:defRPr>
            </a:lvl3pPr>
            <a:lvl4pPr algn="l">
              <a:buNone/>
              <a:defRPr sz="2025" b="1">
                <a:solidFill>
                  <a:srgbClr val="FFFFFF"/>
                </a:solidFill>
                <a:latin typeface="Arial"/>
                <a:ea typeface="Arial"/>
                <a:cs typeface="Arial"/>
              </a:defRPr>
            </a:lvl4pPr>
            <a:lvl5pPr algn="l">
              <a:buNone/>
              <a:defRPr sz="2025" b="1">
                <a:solidFill>
                  <a:srgbClr val="FFFFFF"/>
                </a:solidFill>
                <a:latin typeface="Arial"/>
                <a:ea typeface="Arial"/>
                <a:cs typeface="Arial"/>
              </a:defRPr>
            </a:lvl5pPr>
            <a:lvl6pPr algn="l">
              <a:buNone/>
              <a:defRPr sz="2025" b="1">
                <a:solidFill>
                  <a:srgbClr val="FFFFFF"/>
                </a:solidFill>
                <a:latin typeface="Arial"/>
                <a:ea typeface="Arial"/>
                <a:cs typeface="Arial"/>
              </a:defRPr>
            </a:lvl6pPr>
            <a:lvl7pPr algn="l">
              <a:buNone/>
              <a:defRPr sz="2025" b="1">
                <a:solidFill>
                  <a:srgbClr val="FFFFFF"/>
                </a:solidFill>
                <a:latin typeface="Arial"/>
                <a:ea typeface="Arial"/>
                <a:cs typeface="Arial"/>
              </a:defRPr>
            </a:lvl7pPr>
            <a:lvl8pPr algn="l">
              <a:buNone/>
              <a:defRPr sz="2025" b="1">
                <a:solidFill>
                  <a:srgbClr val="FFFFFF"/>
                </a:solidFill>
                <a:latin typeface="Arial"/>
                <a:ea typeface="Arial"/>
                <a:cs typeface="Arial"/>
              </a:defRPr>
            </a:lvl8pPr>
            <a:lvl9pPr algn="l">
              <a:buNone/>
              <a:defRPr sz="2025" b="1">
                <a:solidFill>
                  <a:srgbClr val="FFFFFF"/>
                </a:solidFill>
                <a:latin typeface="Arial"/>
                <a:ea typeface="Arial"/>
                <a:cs typeface="Arial"/>
              </a:defRPr>
            </a:lvl9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Extend the remaining probes</a:t>
            </a:r>
          </a:p>
        </p:txBody>
      </p:sp>
      <p:sp>
        <p:nvSpPr>
          <p:cNvPr id="13" name="Cache timing, resource fairness and route coverage">
            <a:extLst xmlns:a="http://schemas.openxmlformats.org/drawingml/2006/main">
              <a:ext uri="{FF2B5EF4-FFF2-40B4-BE49-F238E27FC236}">
                <a16:creationId xmlns:a16="http://schemas.microsoft.com/office/drawing/2014/main" id="{95E423E6-C542-40B8-8BF1-AF3D14D7A9AB}"/>
              </a:ext>
            </a:extLst>
          </p:cNvPr>
          <p:cNvSpPr>
            <a:spLocks xmlns:a="http://schemas.openxmlformats.org/drawingml/2006/main" noGrp="1"/>
          </p:cNvSpPr>
          <p:nvPr/>
        </p:nvSpPr>
        <p:spPr>
          <a:xfrm xmlns:a="http://schemas.openxmlformats.org/drawingml/2006/main">
            <a:off x="1476375" y="50863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8BBC8"/>
                </a:solidFill>
                <a:latin typeface="Arial"/>
                <a:ea typeface="Arial"/>
                <a:cs typeface="Arial"/>
              </a:defRPr>
            </a:defPPr>
            <a:lvl1pPr algn="l">
              <a:buNone/>
              <a:defRPr sz="1725" b="0">
                <a:solidFill>
                  <a:srgbClr val="A8BBC8"/>
                </a:solidFill>
                <a:latin typeface="Arial"/>
                <a:ea typeface="Arial"/>
                <a:cs typeface="Arial"/>
              </a:defRPr>
            </a:lvl1pPr>
            <a:lvl2pPr algn="l">
              <a:buNone/>
              <a:defRPr sz="1725" b="0">
                <a:solidFill>
                  <a:srgbClr val="A8BBC8"/>
                </a:solidFill>
                <a:latin typeface="Arial"/>
                <a:ea typeface="Arial"/>
                <a:cs typeface="Arial"/>
              </a:defRPr>
            </a:lvl2pPr>
            <a:lvl3pPr algn="l">
              <a:buNone/>
              <a:defRPr sz="1725" b="0">
                <a:solidFill>
                  <a:srgbClr val="A8BBC8"/>
                </a:solidFill>
                <a:latin typeface="Arial"/>
                <a:ea typeface="Arial"/>
                <a:cs typeface="Arial"/>
              </a:defRPr>
            </a:lvl3pPr>
            <a:lvl4pPr algn="l">
              <a:buNone/>
              <a:defRPr sz="1725" b="0">
                <a:solidFill>
                  <a:srgbClr val="A8BBC8"/>
                </a:solidFill>
                <a:latin typeface="Arial"/>
                <a:ea typeface="Arial"/>
                <a:cs typeface="Arial"/>
              </a:defRPr>
            </a:lvl4pPr>
            <a:lvl5pPr algn="l">
              <a:buNone/>
              <a:defRPr sz="1725" b="0">
                <a:solidFill>
                  <a:srgbClr val="A8BBC8"/>
                </a:solidFill>
                <a:latin typeface="Arial"/>
                <a:ea typeface="Arial"/>
                <a:cs typeface="Arial"/>
              </a:defRPr>
            </a:lvl5pPr>
            <a:lvl6pPr algn="l">
              <a:buNone/>
              <a:defRPr sz="1725" b="0">
                <a:solidFill>
                  <a:srgbClr val="A8BBC8"/>
                </a:solidFill>
                <a:latin typeface="Arial"/>
                <a:ea typeface="Arial"/>
                <a:cs typeface="Arial"/>
              </a:defRPr>
            </a:lvl6pPr>
            <a:lvl7pPr algn="l">
              <a:buNone/>
              <a:defRPr sz="1725" b="0">
                <a:solidFill>
                  <a:srgbClr val="A8BBC8"/>
                </a:solidFill>
                <a:latin typeface="Arial"/>
                <a:ea typeface="Arial"/>
                <a:cs typeface="Arial"/>
              </a:defRPr>
            </a:lvl7pPr>
            <a:lvl8pPr algn="l">
              <a:buNone/>
              <a:defRPr sz="1725" b="0">
                <a:solidFill>
                  <a:srgbClr val="A8BBC8"/>
                </a:solidFill>
                <a:latin typeface="Arial"/>
                <a:ea typeface="Arial"/>
                <a:cs typeface="Arial"/>
              </a:defRPr>
            </a:lvl8pPr>
            <a:lvl9pPr algn="l">
              <a:buNone/>
              <a:defRPr sz="1725" b="0">
                <a:solidFill>
                  <a:srgbClr val="A8BBC8"/>
                </a:solidFill>
                <a:latin typeface="Arial"/>
                <a:ea typeface="Arial"/>
                <a:cs typeface="Arial"/>
              </a:defRPr>
            </a:lvl9pPr>
          </a:lstStyle>
          <a:p xmlns:a="http://schemas.openxmlformats.org/drawingml/2006/main">
            <a:pPr algn="l">
              <a:buNone/>
              <a:defRPr sz="1725" b="0">
                <a:solidFill>
                  <a:srgbClr val="A8BBC8"/>
                </a:solidFill>
                <a:latin typeface="Arial"/>
                <a:ea typeface="Arial"/>
                <a:cs typeface="Arial"/>
              </a:defRPr>
            </a:pPr>
            <a:r>
              <a:rPr sz="1725" b="0">
                <a:solidFill>
                  <a:srgbClr val="A8BBC8"/>
                </a:solidFill>
                <a:latin typeface="Arial"/>
                <a:ea typeface="Arial"/>
                <a:cs typeface="Arial"/>
              </a:rPr>
              <a:t>Cache timing, resource fairness and network-route coverage</a:t>
            </a:r>
          </a:p>
        </p:txBody>
      </p:sp>
      <p:sp>
        <p:nvSpPr>
          <p:cNvPr id="14" name="Project contributors">
            <a:extLst xmlns:a="http://schemas.openxmlformats.org/drawingml/2006/main">
              <a:ext uri="{FF2B5EF4-FFF2-40B4-BE49-F238E27FC236}">
                <a16:creationId xmlns:a16="http://schemas.microsoft.com/office/drawing/2014/main" id="{2516A83A-2ACC-46FC-845B-4028561F19C5}"/>
              </a:ext>
            </a:extLst>
          </p:cNvPr>
          <p:cNvSpPr>
            <a:spLocks xmlns:a="http://schemas.openxmlformats.org/drawingml/2006/main" noGrp="1"/>
          </p:cNvSpPr>
          <p:nvPr/>
        </p:nvSpPr>
        <p:spPr>
          <a:xfrm xmlns:a="http://schemas.openxmlformats.org/drawingml/2006/main">
            <a:off x="7286625" y="16859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B9C8"/>
                </a:solidFill>
                <a:latin typeface="Arial"/>
                <a:ea typeface="Arial"/>
                <a:cs typeface="Arial"/>
              </a:defRPr>
            </a:defPPr>
            <a:lvl1pPr algn="l">
              <a:buNone/>
              <a:defRPr sz="2250" b="1">
                <a:solidFill>
                  <a:srgbClr val="00B9C8"/>
                </a:solidFill>
                <a:latin typeface="Arial"/>
                <a:ea typeface="Arial"/>
                <a:cs typeface="Arial"/>
              </a:defRPr>
            </a:lvl1pPr>
            <a:lvl2pPr algn="l">
              <a:buNone/>
              <a:defRPr sz="2250" b="1">
                <a:solidFill>
                  <a:srgbClr val="00B9C8"/>
                </a:solidFill>
                <a:latin typeface="Arial"/>
                <a:ea typeface="Arial"/>
                <a:cs typeface="Arial"/>
              </a:defRPr>
            </a:lvl2pPr>
            <a:lvl3pPr algn="l">
              <a:buNone/>
              <a:defRPr sz="2250" b="1">
                <a:solidFill>
                  <a:srgbClr val="00B9C8"/>
                </a:solidFill>
                <a:latin typeface="Arial"/>
                <a:ea typeface="Arial"/>
                <a:cs typeface="Arial"/>
              </a:defRPr>
            </a:lvl3pPr>
            <a:lvl4pPr algn="l">
              <a:buNone/>
              <a:defRPr sz="2250" b="1">
                <a:solidFill>
                  <a:srgbClr val="00B9C8"/>
                </a:solidFill>
                <a:latin typeface="Arial"/>
                <a:ea typeface="Arial"/>
                <a:cs typeface="Arial"/>
              </a:defRPr>
            </a:lvl4pPr>
            <a:lvl5pPr algn="l">
              <a:buNone/>
              <a:defRPr sz="2250" b="1">
                <a:solidFill>
                  <a:srgbClr val="00B9C8"/>
                </a:solidFill>
                <a:latin typeface="Arial"/>
                <a:ea typeface="Arial"/>
                <a:cs typeface="Arial"/>
              </a:defRPr>
            </a:lvl5pPr>
            <a:lvl6pPr algn="l">
              <a:buNone/>
              <a:defRPr sz="2250" b="1">
                <a:solidFill>
                  <a:srgbClr val="00B9C8"/>
                </a:solidFill>
                <a:latin typeface="Arial"/>
                <a:ea typeface="Arial"/>
                <a:cs typeface="Arial"/>
              </a:defRPr>
            </a:lvl6pPr>
            <a:lvl7pPr algn="l">
              <a:buNone/>
              <a:defRPr sz="2250" b="1">
                <a:solidFill>
                  <a:srgbClr val="00B9C8"/>
                </a:solidFill>
                <a:latin typeface="Arial"/>
                <a:ea typeface="Arial"/>
                <a:cs typeface="Arial"/>
              </a:defRPr>
            </a:lvl7pPr>
            <a:lvl8pPr algn="l">
              <a:buNone/>
              <a:defRPr sz="2250" b="1">
                <a:solidFill>
                  <a:srgbClr val="00B9C8"/>
                </a:solidFill>
                <a:latin typeface="Arial"/>
                <a:ea typeface="Arial"/>
                <a:cs typeface="Arial"/>
              </a:defRPr>
            </a:lvl8pPr>
            <a:lvl9pPr algn="l">
              <a:buNone/>
              <a:defRPr sz="2250" b="1">
                <a:solidFill>
                  <a:srgbClr val="00B9C8"/>
                </a:solidFill>
                <a:latin typeface="Arial"/>
                <a:ea typeface="Arial"/>
                <a:cs typeface="Arial"/>
              </a:defRPr>
            </a:lvl9pPr>
          </a:lstStyle>
          <a:p xmlns:a="http://schemas.openxmlformats.org/drawingml/2006/main">
            <a:pPr algn="l">
              <a:buNone/>
              <a:defRPr sz="2250" b="1">
                <a:solidFill>
                  <a:srgbClr val="00B9C8"/>
                </a:solidFill>
                <a:latin typeface="Arial"/>
                <a:ea typeface="Arial"/>
                <a:cs typeface="Arial"/>
              </a:defRPr>
            </a:pPr>
            <a:r>
              <a:rPr sz="2250" b="1">
                <a:solidFill>
                  <a:srgbClr val="00B9C8"/>
                </a:solidFill>
                <a:latin typeface="Arial"/>
                <a:ea typeface="Arial"/>
                <a:cs typeface="Arial"/>
              </a:rPr>
              <a:t>Project contributors</a:t>
            </a:r>
          </a:p>
        </p:txBody>
      </p:sp>
      <p:sp>
        <p:nvSpPr>
          <p:cNvPr id="15" name="Noor Rattan">
            <a:extLst xmlns:a="http://schemas.openxmlformats.org/drawingml/2006/main">
              <a:ext uri="{FF2B5EF4-FFF2-40B4-BE49-F238E27FC236}">
                <a16:creationId xmlns:a16="http://schemas.microsoft.com/office/drawing/2014/main" id="{362F7B9F-3B23-4F93-B7AA-DB2C3074D89A}"/>
              </a:ext>
            </a:extLst>
          </p:cNvPr>
          <p:cNvSpPr>
            <a:spLocks xmlns:a="http://schemas.openxmlformats.org/drawingml/2006/main" noGrp="1"/>
          </p:cNvSpPr>
          <p:nvPr/>
        </p:nvSpPr>
        <p:spPr>
          <a:xfrm xmlns:a="http://schemas.openxmlformats.org/drawingml/2006/main">
            <a:off x="7286625" y="24479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buNone/>
              <a:defRPr sz="2175" b="1">
                <a:solidFill>
                  <a:srgbClr val="FFFFFF"/>
                </a:solidFill>
                <a:latin typeface="Arial"/>
                <a:ea typeface="Arial"/>
                <a:cs typeface="Arial"/>
              </a:defRPr>
            </a:lvl1pPr>
            <a:lvl2pPr algn="l">
              <a:buNone/>
              <a:defRPr sz="2175" b="1">
                <a:solidFill>
                  <a:srgbClr val="FFFFFF"/>
                </a:solidFill>
                <a:latin typeface="Arial"/>
                <a:ea typeface="Arial"/>
                <a:cs typeface="Arial"/>
              </a:defRPr>
            </a:lvl2pPr>
            <a:lvl3pPr algn="l">
              <a:buNone/>
              <a:defRPr sz="2175" b="1">
                <a:solidFill>
                  <a:srgbClr val="FFFFFF"/>
                </a:solidFill>
                <a:latin typeface="Arial"/>
                <a:ea typeface="Arial"/>
                <a:cs typeface="Arial"/>
              </a:defRPr>
            </a:lvl3pPr>
            <a:lvl4pPr algn="l">
              <a:buNone/>
              <a:defRPr sz="2175" b="1">
                <a:solidFill>
                  <a:srgbClr val="FFFFFF"/>
                </a:solidFill>
                <a:latin typeface="Arial"/>
                <a:ea typeface="Arial"/>
                <a:cs typeface="Arial"/>
              </a:defRPr>
            </a:lvl4pPr>
            <a:lvl5pPr algn="l">
              <a:buNone/>
              <a:defRPr sz="2175" b="1">
                <a:solidFill>
                  <a:srgbClr val="FFFFFF"/>
                </a:solidFill>
                <a:latin typeface="Arial"/>
                <a:ea typeface="Arial"/>
                <a:cs typeface="Arial"/>
              </a:defRPr>
            </a:lvl5pPr>
            <a:lvl6pPr algn="l">
              <a:buNone/>
              <a:defRPr sz="2175" b="1">
                <a:solidFill>
                  <a:srgbClr val="FFFFFF"/>
                </a:solidFill>
                <a:latin typeface="Arial"/>
                <a:ea typeface="Arial"/>
                <a:cs typeface="Arial"/>
              </a:defRPr>
            </a:lvl6pPr>
            <a:lvl7pPr algn="l">
              <a:buNone/>
              <a:defRPr sz="2175" b="1">
                <a:solidFill>
                  <a:srgbClr val="FFFFFF"/>
                </a:solidFill>
                <a:latin typeface="Arial"/>
                <a:ea typeface="Arial"/>
                <a:cs typeface="Arial"/>
              </a:defRPr>
            </a:lvl7pPr>
            <a:lvl8pPr algn="l">
              <a:buNone/>
              <a:defRPr sz="2175" b="1">
                <a:solidFill>
                  <a:srgbClr val="FFFFFF"/>
                </a:solidFill>
                <a:latin typeface="Arial"/>
                <a:ea typeface="Arial"/>
                <a:cs typeface="Arial"/>
              </a:defRPr>
            </a:lvl8pPr>
            <a:lvl9pPr algn="l">
              <a:buNone/>
              <a:defRPr sz="2175" b="1">
                <a:solidFill>
                  <a:srgbClr val="FFFFFF"/>
                </a:solidFill>
                <a:latin typeface="Arial"/>
                <a:ea typeface="Arial"/>
                <a:cs typeface="Arial"/>
              </a:defRPr>
            </a:lvl9pPr>
          </a:lstStyle>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Noor Rattan</a:t>
            </a:r>
          </a:p>
        </p:txBody>
      </p:sp>
      <p:sp>
        <p:nvSpPr>
          <p:cNvPr id="16" name="Backend and integration">
            <a:extLst xmlns:a="http://schemas.openxmlformats.org/drawingml/2006/main">
              <a:ext uri="{FF2B5EF4-FFF2-40B4-BE49-F238E27FC236}">
                <a16:creationId xmlns:a16="http://schemas.microsoft.com/office/drawing/2014/main" id="{76AA4971-A6FF-4D45-8A84-62D2744064A2}"/>
              </a:ext>
            </a:extLst>
          </p:cNvPr>
          <p:cNvSpPr>
            <a:spLocks xmlns:a="http://schemas.openxmlformats.org/drawingml/2006/main" noGrp="1"/>
          </p:cNvSpPr>
          <p:nvPr/>
        </p:nvSpPr>
        <p:spPr>
          <a:xfrm xmlns:a="http://schemas.openxmlformats.org/drawingml/2006/main">
            <a:off x="7286625" y="29051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buNone/>
              <a:defRPr sz="1800" b="0">
                <a:solidFill>
                  <a:srgbClr val="A8BBC8"/>
                </a:solidFill>
                <a:latin typeface="Arial"/>
                <a:ea typeface="Arial"/>
                <a:cs typeface="Arial"/>
              </a:defRPr>
            </a:lvl1pPr>
            <a:lvl2pPr algn="l">
              <a:buNone/>
              <a:defRPr sz="1800" b="0">
                <a:solidFill>
                  <a:srgbClr val="A8BBC8"/>
                </a:solidFill>
                <a:latin typeface="Arial"/>
                <a:ea typeface="Arial"/>
                <a:cs typeface="Arial"/>
              </a:defRPr>
            </a:lvl2pPr>
            <a:lvl3pPr algn="l">
              <a:buNone/>
              <a:defRPr sz="1800" b="0">
                <a:solidFill>
                  <a:srgbClr val="A8BBC8"/>
                </a:solidFill>
                <a:latin typeface="Arial"/>
                <a:ea typeface="Arial"/>
                <a:cs typeface="Arial"/>
              </a:defRPr>
            </a:lvl3pPr>
            <a:lvl4pPr algn="l">
              <a:buNone/>
              <a:defRPr sz="1800" b="0">
                <a:solidFill>
                  <a:srgbClr val="A8BBC8"/>
                </a:solidFill>
                <a:latin typeface="Arial"/>
                <a:ea typeface="Arial"/>
                <a:cs typeface="Arial"/>
              </a:defRPr>
            </a:lvl4pPr>
            <a:lvl5pPr algn="l">
              <a:buNone/>
              <a:defRPr sz="1800" b="0">
                <a:solidFill>
                  <a:srgbClr val="A8BBC8"/>
                </a:solidFill>
                <a:latin typeface="Arial"/>
                <a:ea typeface="Arial"/>
                <a:cs typeface="Arial"/>
              </a:defRPr>
            </a:lvl5pPr>
            <a:lvl6pPr algn="l">
              <a:buNone/>
              <a:defRPr sz="1800" b="0">
                <a:solidFill>
                  <a:srgbClr val="A8BBC8"/>
                </a:solidFill>
                <a:latin typeface="Arial"/>
                <a:ea typeface="Arial"/>
                <a:cs typeface="Arial"/>
              </a:defRPr>
            </a:lvl6pPr>
            <a:lvl7pPr algn="l">
              <a:buNone/>
              <a:defRPr sz="1800" b="0">
                <a:solidFill>
                  <a:srgbClr val="A8BBC8"/>
                </a:solidFill>
                <a:latin typeface="Arial"/>
                <a:ea typeface="Arial"/>
                <a:cs typeface="Arial"/>
              </a:defRPr>
            </a:lvl7pPr>
            <a:lvl8pPr algn="l">
              <a:buNone/>
              <a:defRPr sz="1800" b="0">
                <a:solidFill>
                  <a:srgbClr val="A8BBC8"/>
                </a:solidFill>
                <a:latin typeface="Arial"/>
                <a:ea typeface="Arial"/>
                <a:cs typeface="Arial"/>
              </a:defRPr>
            </a:lvl8pPr>
            <a:lvl9pPr algn="l">
              <a:buNone/>
              <a:defRPr sz="1800" b="0">
                <a:solidFill>
                  <a:srgbClr val="A8BBC8"/>
                </a:solidFill>
                <a:latin typeface="Arial"/>
                <a:ea typeface="Arial"/>
                <a:cs typeface="Arial"/>
              </a:defRPr>
            </a:lvl9pPr>
          </a:lstStyle>
          <a:p xmlns:a="http://schemas.openxmlformats.org/drawingml/2006/main">
            <a:pPr algn="l">
              <a:buNone/>
              <a:defRPr sz="1800" b="0">
                <a:solidFill>
                  <a:srgbClr val="A8BBC8"/>
                </a:solidFill>
                <a:latin typeface="Arial"/>
                <a:ea typeface="Arial"/>
                <a:cs typeface="Arial"/>
              </a:defRPr>
            </a:pPr>
            <a:r>
              <a:rPr sz="1800" b="0">
                <a:solidFill>
                  <a:srgbClr val="A8BBC8"/>
                </a:solidFill>
                <a:latin typeface="Arial"/>
                <a:ea typeface="Arial"/>
                <a:cs typeface="Arial"/>
              </a:rPr>
              <a:t>Backend and integration</a:t>
            </a:r>
          </a:p>
        </p:txBody>
      </p:sp>
      <p:sp>
        <p:nvSpPr>
          <p:cNvPr id="17" name="Mayank Joshi">
            <a:extLst xmlns:a="http://schemas.openxmlformats.org/drawingml/2006/main">
              <a:ext uri="{FF2B5EF4-FFF2-40B4-BE49-F238E27FC236}">
                <a16:creationId xmlns:a16="http://schemas.microsoft.com/office/drawing/2014/main" id="{9A9E462A-0A51-48C9-B22D-1F17AF5FA39A}"/>
              </a:ext>
            </a:extLst>
          </p:cNvPr>
          <p:cNvSpPr>
            <a:spLocks xmlns:a="http://schemas.openxmlformats.org/drawingml/2006/main" noGrp="1"/>
          </p:cNvSpPr>
          <p:nvPr/>
        </p:nvSpPr>
        <p:spPr>
          <a:xfrm xmlns:a="http://schemas.openxmlformats.org/drawingml/2006/main">
            <a:off x="7286625" y="35528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buNone/>
              <a:defRPr sz="2175" b="1">
                <a:solidFill>
                  <a:srgbClr val="FFFFFF"/>
                </a:solidFill>
                <a:latin typeface="Arial"/>
                <a:ea typeface="Arial"/>
                <a:cs typeface="Arial"/>
              </a:defRPr>
            </a:lvl1pPr>
            <a:lvl2pPr algn="l">
              <a:buNone/>
              <a:defRPr sz="2175" b="1">
                <a:solidFill>
                  <a:srgbClr val="FFFFFF"/>
                </a:solidFill>
                <a:latin typeface="Arial"/>
                <a:ea typeface="Arial"/>
                <a:cs typeface="Arial"/>
              </a:defRPr>
            </a:lvl2pPr>
            <a:lvl3pPr algn="l">
              <a:buNone/>
              <a:defRPr sz="2175" b="1">
                <a:solidFill>
                  <a:srgbClr val="FFFFFF"/>
                </a:solidFill>
                <a:latin typeface="Arial"/>
                <a:ea typeface="Arial"/>
                <a:cs typeface="Arial"/>
              </a:defRPr>
            </a:lvl3pPr>
            <a:lvl4pPr algn="l">
              <a:buNone/>
              <a:defRPr sz="2175" b="1">
                <a:solidFill>
                  <a:srgbClr val="FFFFFF"/>
                </a:solidFill>
                <a:latin typeface="Arial"/>
                <a:ea typeface="Arial"/>
                <a:cs typeface="Arial"/>
              </a:defRPr>
            </a:lvl4pPr>
            <a:lvl5pPr algn="l">
              <a:buNone/>
              <a:defRPr sz="2175" b="1">
                <a:solidFill>
                  <a:srgbClr val="FFFFFF"/>
                </a:solidFill>
                <a:latin typeface="Arial"/>
                <a:ea typeface="Arial"/>
                <a:cs typeface="Arial"/>
              </a:defRPr>
            </a:lvl5pPr>
            <a:lvl6pPr algn="l">
              <a:buNone/>
              <a:defRPr sz="2175" b="1">
                <a:solidFill>
                  <a:srgbClr val="FFFFFF"/>
                </a:solidFill>
                <a:latin typeface="Arial"/>
                <a:ea typeface="Arial"/>
                <a:cs typeface="Arial"/>
              </a:defRPr>
            </a:lvl6pPr>
            <a:lvl7pPr algn="l">
              <a:buNone/>
              <a:defRPr sz="2175" b="1">
                <a:solidFill>
                  <a:srgbClr val="FFFFFF"/>
                </a:solidFill>
                <a:latin typeface="Arial"/>
                <a:ea typeface="Arial"/>
                <a:cs typeface="Arial"/>
              </a:defRPr>
            </a:lvl7pPr>
            <a:lvl8pPr algn="l">
              <a:buNone/>
              <a:defRPr sz="2175" b="1">
                <a:solidFill>
                  <a:srgbClr val="FFFFFF"/>
                </a:solidFill>
                <a:latin typeface="Arial"/>
                <a:ea typeface="Arial"/>
                <a:cs typeface="Arial"/>
              </a:defRPr>
            </a:lvl8pPr>
            <a:lvl9pPr algn="l">
              <a:buNone/>
              <a:defRPr sz="2175" b="1">
                <a:solidFill>
                  <a:srgbClr val="FFFFFF"/>
                </a:solidFill>
                <a:latin typeface="Arial"/>
                <a:ea typeface="Arial"/>
                <a:cs typeface="Arial"/>
              </a:defRPr>
            </a:lvl9pPr>
          </a:lstStyle>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Mayank Joshi</a:t>
            </a:r>
          </a:p>
        </p:txBody>
      </p:sp>
      <p:sp>
        <p:nvSpPr>
          <p:cNvPr id="18" name="Frontend console">
            <a:extLst xmlns:a="http://schemas.openxmlformats.org/drawingml/2006/main">
              <a:ext uri="{FF2B5EF4-FFF2-40B4-BE49-F238E27FC236}">
                <a16:creationId xmlns:a16="http://schemas.microsoft.com/office/drawing/2014/main" id="{B27A8037-08A8-449B-B170-9BD3375DB876}"/>
              </a:ext>
            </a:extLst>
          </p:cNvPr>
          <p:cNvSpPr>
            <a:spLocks xmlns:a="http://schemas.openxmlformats.org/drawingml/2006/main" noGrp="1"/>
          </p:cNvSpPr>
          <p:nvPr/>
        </p:nvSpPr>
        <p:spPr>
          <a:xfrm xmlns:a="http://schemas.openxmlformats.org/drawingml/2006/main">
            <a:off x="7286625" y="40100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buNone/>
              <a:defRPr sz="1800" b="0">
                <a:solidFill>
                  <a:srgbClr val="A8BBC8"/>
                </a:solidFill>
                <a:latin typeface="Arial"/>
                <a:ea typeface="Arial"/>
                <a:cs typeface="Arial"/>
              </a:defRPr>
            </a:lvl1pPr>
            <a:lvl2pPr algn="l">
              <a:buNone/>
              <a:defRPr sz="1800" b="0">
                <a:solidFill>
                  <a:srgbClr val="A8BBC8"/>
                </a:solidFill>
                <a:latin typeface="Arial"/>
                <a:ea typeface="Arial"/>
                <a:cs typeface="Arial"/>
              </a:defRPr>
            </a:lvl2pPr>
            <a:lvl3pPr algn="l">
              <a:buNone/>
              <a:defRPr sz="1800" b="0">
                <a:solidFill>
                  <a:srgbClr val="A8BBC8"/>
                </a:solidFill>
                <a:latin typeface="Arial"/>
                <a:ea typeface="Arial"/>
                <a:cs typeface="Arial"/>
              </a:defRPr>
            </a:lvl3pPr>
            <a:lvl4pPr algn="l">
              <a:buNone/>
              <a:defRPr sz="1800" b="0">
                <a:solidFill>
                  <a:srgbClr val="A8BBC8"/>
                </a:solidFill>
                <a:latin typeface="Arial"/>
                <a:ea typeface="Arial"/>
                <a:cs typeface="Arial"/>
              </a:defRPr>
            </a:lvl4pPr>
            <a:lvl5pPr algn="l">
              <a:buNone/>
              <a:defRPr sz="1800" b="0">
                <a:solidFill>
                  <a:srgbClr val="A8BBC8"/>
                </a:solidFill>
                <a:latin typeface="Arial"/>
                <a:ea typeface="Arial"/>
                <a:cs typeface="Arial"/>
              </a:defRPr>
            </a:lvl5pPr>
            <a:lvl6pPr algn="l">
              <a:buNone/>
              <a:defRPr sz="1800" b="0">
                <a:solidFill>
                  <a:srgbClr val="A8BBC8"/>
                </a:solidFill>
                <a:latin typeface="Arial"/>
                <a:ea typeface="Arial"/>
                <a:cs typeface="Arial"/>
              </a:defRPr>
            </a:lvl6pPr>
            <a:lvl7pPr algn="l">
              <a:buNone/>
              <a:defRPr sz="1800" b="0">
                <a:solidFill>
                  <a:srgbClr val="A8BBC8"/>
                </a:solidFill>
                <a:latin typeface="Arial"/>
                <a:ea typeface="Arial"/>
                <a:cs typeface="Arial"/>
              </a:defRPr>
            </a:lvl7pPr>
            <a:lvl8pPr algn="l">
              <a:buNone/>
              <a:defRPr sz="1800" b="0">
                <a:solidFill>
                  <a:srgbClr val="A8BBC8"/>
                </a:solidFill>
                <a:latin typeface="Arial"/>
                <a:ea typeface="Arial"/>
                <a:cs typeface="Arial"/>
              </a:defRPr>
            </a:lvl8pPr>
            <a:lvl9pPr algn="l">
              <a:buNone/>
              <a:defRPr sz="1800" b="0">
                <a:solidFill>
                  <a:srgbClr val="A8BBC8"/>
                </a:solidFill>
                <a:latin typeface="Arial"/>
                <a:ea typeface="Arial"/>
                <a:cs typeface="Arial"/>
              </a:defRPr>
            </a:lvl9pPr>
          </a:lstStyle>
          <a:p xmlns:a="http://schemas.openxmlformats.org/drawingml/2006/main">
            <a:pPr algn="l">
              <a:buNone/>
              <a:defRPr sz="1800" b="0">
                <a:solidFill>
                  <a:srgbClr val="A8BBC8"/>
                </a:solidFill>
                <a:latin typeface="Arial"/>
                <a:ea typeface="Arial"/>
                <a:cs typeface="Arial"/>
              </a:defRPr>
            </a:pPr>
            <a:r>
              <a:rPr sz="1800" b="0">
                <a:solidFill>
                  <a:srgbClr val="A8BBC8"/>
                </a:solidFill>
                <a:latin typeface="Arial"/>
                <a:ea typeface="Arial"/>
                <a:cs typeface="Arial"/>
              </a:rPr>
              <a:t>Frontend console</a:t>
            </a:r>
          </a:p>
        </p:txBody>
      </p:sp>
      <p:sp>
        <p:nvSpPr>
          <p:cNvPr id="19" name="Monu Kumar">
            <a:extLst xmlns:a="http://schemas.openxmlformats.org/drawingml/2006/main">
              <a:ext uri="{FF2B5EF4-FFF2-40B4-BE49-F238E27FC236}">
                <a16:creationId xmlns:a16="http://schemas.microsoft.com/office/drawing/2014/main" id="{E4FD8BE1-6B1B-4459-9A61-3C6C699F1373}"/>
              </a:ext>
            </a:extLst>
          </p:cNvPr>
          <p:cNvSpPr>
            <a:spLocks xmlns:a="http://schemas.openxmlformats.org/drawingml/2006/main" noGrp="1"/>
          </p:cNvSpPr>
          <p:nvPr/>
        </p:nvSpPr>
        <p:spPr>
          <a:xfrm xmlns:a="http://schemas.openxmlformats.org/drawingml/2006/main">
            <a:off x="7286625" y="46577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buNone/>
              <a:defRPr sz="2175" b="1">
                <a:solidFill>
                  <a:srgbClr val="FFFFFF"/>
                </a:solidFill>
                <a:latin typeface="Arial"/>
                <a:ea typeface="Arial"/>
                <a:cs typeface="Arial"/>
              </a:defRPr>
            </a:lvl1pPr>
            <a:lvl2pPr algn="l">
              <a:buNone/>
              <a:defRPr sz="2175" b="1">
                <a:solidFill>
                  <a:srgbClr val="FFFFFF"/>
                </a:solidFill>
                <a:latin typeface="Arial"/>
                <a:ea typeface="Arial"/>
                <a:cs typeface="Arial"/>
              </a:defRPr>
            </a:lvl2pPr>
            <a:lvl3pPr algn="l">
              <a:buNone/>
              <a:defRPr sz="2175" b="1">
                <a:solidFill>
                  <a:srgbClr val="FFFFFF"/>
                </a:solidFill>
                <a:latin typeface="Arial"/>
                <a:ea typeface="Arial"/>
                <a:cs typeface="Arial"/>
              </a:defRPr>
            </a:lvl3pPr>
            <a:lvl4pPr algn="l">
              <a:buNone/>
              <a:defRPr sz="2175" b="1">
                <a:solidFill>
                  <a:srgbClr val="FFFFFF"/>
                </a:solidFill>
                <a:latin typeface="Arial"/>
                <a:ea typeface="Arial"/>
                <a:cs typeface="Arial"/>
              </a:defRPr>
            </a:lvl4pPr>
            <a:lvl5pPr algn="l">
              <a:buNone/>
              <a:defRPr sz="2175" b="1">
                <a:solidFill>
                  <a:srgbClr val="FFFFFF"/>
                </a:solidFill>
                <a:latin typeface="Arial"/>
                <a:ea typeface="Arial"/>
                <a:cs typeface="Arial"/>
              </a:defRPr>
            </a:lvl5pPr>
            <a:lvl6pPr algn="l">
              <a:buNone/>
              <a:defRPr sz="2175" b="1">
                <a:solidFill>
                  <a:srgbClr val="FFFFFF"/>
                </a:solidFill>
                <a:latin typeface="Arial"/>
                <a:ea typeface="Arial"/>
                <a:cs typeface="Arial"/>
              </a:defRPr>
            </a:lvl6pPr>
            <a:lvl7pPr algn="l">
              <a:buNone/>
              <a:defRPr sz="2175" b="1">
                <a:solidFill>
                  <a:srgbClr val="FFFFFF"/>
                </a:solidFill>
                <a:latin typeface="Arial"/>
                <a:ea typeface="Arial"/>
                <a:cs typeface="Arial"/>
              </a:defRPr>
            </a:lvl7pPr>
            <a:lvl8pPr algn="l">
              <a:buNone/>
              <a:defRPr sz="2175" b="1">
                <a:solidFill>
                  <a:srgbClr val="FFFFFF"/>
                </a:solidFill>
                <a:latin typeface="Arial"/>
                <a:ea typeface="Arial"/>
                <a:cs typeface="Arial"/>
              </a:defRPr>
            </a:lvl8pPr>
            <a:lvl9pPr algn="l">
              <a:buNone/>
              <a:defRPr sz="2175" b="1">
                <a:solidFill>
                  <a:srgbClr val="FFFFFF"/>
                </a:solidFill>
                <a:latin typeface="Arial"/>
                <a:ea typeface="Arial"/>
                <a:cs typeface="Arial"/>
              </a:defRPr>
            </a:lvl9pPr>
          </a:lstStyle>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Monu Kumar</a:t>
            </a:r>
          </a:p>
        </p:txBody>
      </p:sp>
      <p:sp>
        <p:nvSpPr>
          <p:cNvPr id="20" name="Model and evidence tooling">
            <a:extLst xmlns:a="http://schemas.openxmlformats.org/drawingml/2006/main">
              <a:ext uri="{FF2B5EF4-FFF2-40B4-BE49-F238E27FC236}">
                <a16:creationId xmlns:a16="http://schemas.microsoft.com/office/drawing/2014/main" id="{E21A9567-D0EC-43BF-AA6C-24528D655592}"/>
              </a:ext>
            </a:extLst>
          </p:cNvPr>
          <p:cNvSpPr>
            <a:spLocks xmlns:a="http://schemas.openxmlformats.org/drawingml/2006/main" noGrp="1"/>
          </p:cNvSpPr>
          <p:nvPr/>
        </p:nvSpPr>
        <p:spPr>
          <a:xfrm xmlns:a="http://schemas.openxmlformats.org/drawingml/2006/main">
            <a:off x="7286625" y="51149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buNone/>
              <a:defRPr sz="1800" b="0">
                <a:solidFill>
                  <a:srgbClr val="A8BBC8"/>
                </a:solidFill>
                <a:latin typeface="Arial"/>
                <a:ea typeface="Arial"/>
                <a:cs typeface="Arial"/>
              </a:defRPr>
            </a:lvl1pPr>
            <a:lvl2pPr algn="l">
              <a:buNone/>
              <a:defRPr sz="1800" b="0">
                <a:solidFill>
                  <a:srgbClr val="A8BBC8"/>
                </a:solidFill>
                <a:latin typeface="Arial"/>
                <a:ea typeface="Arial"/>
                <a:cs typeface="Arial"/>
              </a:defRPr>
            </a:lvl2pPr>
            <a:lvl3pPr algn="l">
              <a:buNone/>
              <a:defRPr sz="1800" b="0">
                <a:solidFill>
                  <a:srgbClr val="A8BBC8"/>
                </a:solidFill>
                <a:latin typeface="Arial"/>
                <a:ea typeface="Arial"/>
                <a:cs typeface="Arial"/>
              </a:defRPr>
            </a:lvl3pPr>
            <a:lvl4pPr algn="l">
              <a:buNone/>
              <a:defRPr sz="1800" b="0">
                <a:solidFill>
                  <a:srgbClr val="A8BBC8"/>
                </a:solidFill>
                <a:latin typeface="Arial"/>
                <a:ea typeface="Arial"/>
                <a:cs typeface="Arial"/>
              </a:defRPr>
            </a:lvl4pPr>
            <a:lvl5pPr algn="l">
              <a:buNone/>
              <a:defRPr sz="1800" b="0">
                <a:solidFill>
                  <a:srgbClr val="A8BBC8"/>
                </a:solidFill>
                <a:latin typeface="Arial"/>
                <a:ea typeface="Arial"/>
                <a:cs typeface="Arial"/>
              </a:defRPr>
            </a:lvl5pPr>
            <a:lvl6pPr algn="l">
              <a:buNone/>
              <a:defRPr sz="1800" b="0">
                <a:solidFill>
                  <a:srgbClr val="A8BBC8"/>
                </a:solidFill>
                <a:latin typeface="Arial"/>
                <a:ea typeface="Arial"/>
                <a:cs typeface="Arial"/>
              </a:defRPr>
            </a:lvl6pPr>
            <a:lvl7pPr algn="l">
              <a:buNone/>
              <a:defRPr sz="1800" b="0">
                <a:solidFill>
                  <a:srgbClr val="A8BBC8"/>
                </a:solidFill>
                <a:latin typeface="Arial"/>
                <a:ea typeface="Arial"/>
                <a:cs typeface="Arial"/>
              </a:defRPr>
            </a:lvl7pPr>
            <a:lvl8pPr algn="l">
              <a:buNone/>
              <a:defRPr sz="1800" b="0">
                <a:solidFill>
                  <a:srgbClr val="A8BBC8"/>
                </a:solidFill>
                <a:latin typeface="Arial"/>
                <a:ea typeface="Arial"/>
                <a:cs typeface="Arial"/>
              </a:defRPr>
            </a:lvl8pPr>
            <a:lvl9pPr algn="l">
              <a:buNone/>
              <a:defRPr sz="1800" b="0">
                <a:solidFill>
                  <a:srgbClr val="A8BBC8"/>
                </a:solidFill>
                <a:latin typeface="Arial"/>
                <a:ea typeface="Arial"/>
                <a:cs typeface="Arial"/>
              </a:defRPr>
            </a:lvl9pPr>
          </a:lstStyle>
          <a:p xmlns:a="http://schemas.openxmlformats.org/drawingml/2006/main">
            <a:pPr algn="l">
              <a:buNone/>
              <a:defRPr sz="1800" b="0">
                <a:solidFill>
                  <a:srgbClr val="A8BBC8"/>
                </a:solidFill>
                <a:latin typeface="Arial"/>
                <a:ea typeface="Arial"/>
                <a:cs typeface="Arial"/>
              </a:defRPr>
            </a:pPr>
            <a:r>
              <a:rPr sz="1800" b="0">
                <a:solidFill>
                  <a:srgbClr val="A8BBC8"/>
                </a:solidFill>
                <a:latin typeface="Arial"/>
                <a:ea typeface="Arial"/>
                <a:cs typeface="Arial"/>
              </a:rPr>
              <a:t>Model and evidence tooling</a:t>
            </a:r>
          </a:p>
        </p:txBody>
      </p:sp>
      <p:sp>
        <p:nvSpPr>
          <p:cNvPr id="21" name="Current scope: a local prototype with real model execution and indepen">
            <a:extLst xmlns:a="http://schemas.openxmlformats.org/drawingml/2006/main">
              <a:ext uri="{FF2B5EF4-FFF2-40B4-BE49-F238E27FC236}">
                <a16:creationId xmlns:a16="http://schemas.microsoft.com/office/drawing/2014/main" id="{7B1F70B6-3A1C-4ADB-A144-1C6E7AF9F3EC}"/>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8BBC8"/>
                </a:solidFill>
                <a:latin typeface="Arial"/>
                <a:ea typeface="Arial"/>
                <a:cs typeface="Arial"/>
              </a:defRPr>
            </a:defPPr>
            <a:lvl1pPr algn="l">
              <a:buNone/>
              <a:defRPr sz="1350" b="0">
                <a:solidFill>
                  <a:srgbClr val="A8BBC8"/>
                </a:solidFill>
                <a:latin typeface="Arial"/>
                <a:ea typeface="Arial"/>
                <a:cs typeface="Arial"/>
              </a:defRPr>
            </a:lvl1pPr>
            <a:lvl2pPr algn="l">
              <a:buNone/>
              <a:defRPr sz="1350" b="0">
                <a:solidFill>
                  <a:srgbClr val="A8BBC8"/>
                </a:solidFill>
                <a:latin typeface="Arial"/>
                <a:ea typeface="Arial"/>
                <a:cs typeface="Arial"/>
              </a:defRPr>
            </a:lvl2pPr>
            <a:lvl3pPr algn="l">
              <a:buNone/>
              <a:defRPr sz="1350" b="0">
                <a:solidFill>
                  <a:srgbClr val="A8BBC8"/>
                </a:solidFill>
                <a:latin typeface="Arial"/>
                <a:ea typeface="Arial"/>
                <a:cs typeface="Arial"/>
              </a:defRPr>
            </a:lvl3pPr>
            <a:lvl4pPr algn="l">
              <a:buNone/>
              <a:defRPr sz="1350" b="0">
                <a:solidFill>
                  <a:srgbClr val="A8BBC8"/>
                </a:solidFill>
                <a:latin typeface="Arial"/>
                <a:ea typeface="Arial"/>
                <a:cs typeface="Arial"/>
              </a:defRPr>
            </a:lvl4pPr>
            <a:lvl5pPr algn="l">
              <a:buNone/>
              <a:defRPr sz="1350" b="0">
                <a:solidFill>
                  <a:srgbClr val="A8BBC8"/>
                </a:solidFill>
                <a:latin typeface="Arial"/>
                <a:ea typeface="Arial"/>
                <a:cs typeface="Arial"/>
              </a:defRPr>
            </a:lvl5pPr>
            <a:lvl6pPr algn="l">
              <a:buNone/>
              <a:defRPr sz="1350" b="0">
                <a:solidFill>
                  <a:srgbClr val="A8BBC8"/>
                </a:solidFill>
                <a:latin typeface="Arial"/>
                <a:ea typeface="Arial"/>
                <a:cs typeface="Arial"/>
              </a:defRPr>
            </a:lvl6pPr>
            <a:lvl7pPr algn="l">
              <a:buNone/>
              <a:defRPr sz="1350" b="0">
                <a:solidFill>
                  <a:srgbClr val="A8BBC8"/>
                </a:solidFill>
                <a:latin typeface="Arial"/>
                <a:ea typeface="Arial"/>
                <a:cs typeface="Arial"/>
              </a:defRPr>
            </a:lvl7pPr>
            <a:lvl8pPr algn="l">
              <a:buNone/>
              <a:defRPr sz="1350" b="0">
                <a:solidFill>
                  <a:srgbClr val="A8BBC8"/>
                </a:solidFill>
                <a:latin typeface="Arial"/>
                <a:ea typeface="Arial"/>
                <a:cs typeface="Arial"/>
              </a:defRPr>
            </a:lvl8pPr>
            <a:lvl9pPr algn="l">
              <a:buNone/>
              <a:defRPr sz="1350" b="0">
                <a:solidFill>
                  <a:srgbClr val="A8BBC8"/>
                </a:solidFill>
                <a:latin typeface="Arial"/>
                <a:ea typeface="Arial"/>
                <a:cs typeface="Arial"/>
              </a:defRPr>
            </a:lvl9pPr>
          </a:lstStyle>
          <a:p xmlns:a="http://schemas.openxmlformats.org/drawingml/2006/main">
            <a:pPr algn="l">
              <a:buNone/>
              <a:defRPr sz="1350" b="0">
                <a:solidFill>
                  <a:srgbClr val="A8BBC8"/>
                </a:solidFill>
                <a:latin typeface="Arial"/>
                <a:ea typeface="Arial"/>
                <a:cs typeface="Arial"/>
              </a:defRPr>
            </a:pPr>
            <a:r>
              <a:rPr sz="1350" b="0">
                <a:solidFill>
                  <a:srgbClr val="A8BBC8"/>
                </a:solidFill>
                <a:latin typeface="Arial"/>
                <a:ea typeface="Arial"/>
                <a:cs typeface="Arial"/>
              </a:rPr>
              <a:t>Browser mTLS control-plane checks passed; N04 browser sessions and inference remain unverified.</a:t>
            </a:r>
          </a:p>
        </p:txBody>
      </p:sp>
    </p:spTree>
    <p:extLst>
      <p:ext uri="{BB962C8B-B14F-4D97-AF65-F5344CB8AC3E}">
        <p14:creationId xmlns:p14="http://schemas.microsoft.com/office/powerpoint/2010/main" val="418865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2026-10-28T16:09:24.3910000Z</dcterms:created>
  <dcterms:modified xsi:type="dcterms:W3CDTF">2026-10-28T16:09:24.3910000Z</dcterms:modified>
</coreProperties>
</file>